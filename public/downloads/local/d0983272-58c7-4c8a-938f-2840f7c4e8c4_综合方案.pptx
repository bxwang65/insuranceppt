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24293</c:v>
                </c:pt>
                <c:pt idx="3">
                  <c:v>52043</c:v>
                </c:pt>
                <c:pt idx="4">
                  <c:v>94028</c:v>
                </c:pt>
                <c:pt idx="5">
                  <c:v>255436</c:v>
                </c:pt>
                <c:pt idx="6">
                  <c:v>276164</c:v>
                </c:pt>
                <c:pt idx="7">
                  <c:v>287200</c:v>
                </c:pt>
                <c:pt idx="8">
                  <c:v>317742</c:v>
                </c:pt>
                <c:pt idx="9">
                  <c:v>346176</c:v>
                </c:pt>
                <c:pt idx="10">
                  <c:v>382258</c:v>
                </c:pt>
                <c:pt idx="11">
                  <c:v>422753</c:v>
                </c:pt>
                <c:pt idx="12">
                  <c:v>466589</c:v>
                </c:pt>
                <c:pt idx="13">
                  <c:v>514861</c:v>
                </c:pt>
                <c:pt idx="14">
                  <c:v>567701</c:v>
                </c:pt>
                <c:pt idx="15">
                  <c:v>596816</c:v>
                </c:pt>
                <c:pt idx="16">
                  <c:v>643153</c:v>
                </c:pt>
                <c:pt idx="17">
                  <c:v>687866</c:v>
                </c:pt>
                <c:pt idx="18">
                  <c:v>757666</c:v>
                </c:pt>
                <c:pt idx="19">
                  <c:v>883665</c:v>
                </c:pt>
                <c:pt idx="20">
                  <c:v>971846</c:v>
                </c:pt>
                <c:pt idx="21">
                  <c:v>1105750</c:v>
                </c:pt>
                <c:pt idx="22">
                  <c:v>1253916</c:v>
                </c:pt>
                <c:pt idx="23">
                  <c:v>1392973</c:v>
                </c:pt>
                <c:pt idx="24">
                  <c:v>1550417</c:v>
                </c:pt>
                <c:pt idx="25">
                  <c:v>1713981</c:v>
                </c:pt>
                <c:pt idx="26">
                  <c:v>1908532</c:v>
                </c:pt>
                <c:pt idx="27">
                  <c:v>2065027</c:v>
                </c:pt>
                <c:pt idx="28">
                  <c:v>2231762</c:v>
                </c:pt>
                <c:pt idx="29">
                  <c:v>2409401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442487</c:v>
                </c:pt>
                <c:pt idx="6">
                  <c:v>507408</c:v>
                </c:pt>
                <c:pt idx="7">
                  <c:v>585248</c:v>
                </c:pt>
                <c:pt idx="8">
                  <c:v>625039</c:v>
                </c:pt>
                <c:pt idx="9">
                  <c:v>661695</c:v>
                </c:pt>
                <c:pt idx="10">
                  <c:v>708055</c:v>
                </c:pt>
                <c:pt idx="11">
                  <c:v>757800</c:v>
                </c:pt>
                <c:pt idx="12">
                  <c:v>811913</c:v>
                </c:pt>
                <c:pt idx="13">
                  <c:v>870463</c:v>
                </c:pt>
                <c:pt idx="14">
                  <c:v>933580</c:v>
                </c:pt>
                <c:pt idx="15">
                  <c:v>987361</c:v>
                </c:pt>
                <c:pt idx="16">
                  <c:v>1059392</c:v>
                </c:pt>
                <c:pt idx="17">
                  <c:v>1190436</c:v>
                </c:pt>
                <c:pt idx="18">
                  <c:v>1264347</c:v>
                </c:pt>
                <c:pt idx="19">
                  <c:v>1391374</c:v>
                </c:pt>
                <c:pt idx="20">
                  <c:v>1480582</c:v>
                </c:pt>
                <c:pt idx="21">
                  <c:v>1615514</c:v>
                </c:pt>
                <c:pt idx="22">
                  <c:v>1764708</c:v>
                </c:pt>
                <c:pt idx="23">
                  <c:v>1904793</c:v>
                </c:pt>
                <c:pt idx="24">
                  <c:v>2063264</c:v>
                </c:pt>
                <c:pt idx="25">
                  <c:v>2227856</c:v>
                </c:pt>
                <c:pt idx="26">
                  <c:v>2423435</c:v>
                </c:pt>
                <c:pt idx="27">
                  <c:v>2580958</c:v>
                </c:pt>
                <c:pt idx="28">
                  <c:v>2748720</c:v>
                </c:pt>
                <c:pt idx="29">
                  <c:v>2927387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661695</c:v>
                </c:pt>
                <c:pt idx="1">
                  <c:v>933580</c:v>
                </c:pt>
                <c:pt idx="2">
                  <c:v>1391374</c:v>
                </c:pt>
                <c:pt idx="3">
                  <c:v>2063264</c:v>
                </c:pt>
                <c:pt idx="4">
                  <c:v>2927387</c:v>
                </c:pt>
                <c:pt idx="5">
                  <c:v>3117667</c:v>
                </c:pt>
                <c:pt idx="6">
                  <c:v>5852291</c:v>
                </c:pt>
                <c:pt idx="7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648304</c:v>
                </c:pt>
                <c:pt idx="1">
                  <c:v>829324</c:v>
                </c:pt>
                <c:pt idx="2">
                  <c:v>1058737</c:v>
                </c:pt>
                <c:pt idx="3">
                  <c:v>1313987</c:v>
                </c:pt>
                <c:pt idx="4">
                  <c:v>1593775</c:v>
                </c:pt>
                <c:pt idx="5">
                  <c:v>1647820</c:v>
                </c:pt>
                <c:pt idx="6">
                  <c:v>2289214</c:v>
                </c:pt>
                <c:pt idx="7">
                  <c:v>3201747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1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「环宇盈活」储蓄保险计划（5年缴费）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 先生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 先生（1岁）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1036768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「环宇盈活」储蓄保险计划（5年缴费）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1,391,374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1,391,374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90 · 40年前每5年/后每10年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235,858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346,176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933,580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883,665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1,391,374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1,550,417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2,063,264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275,181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925,747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401,691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473,304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648,304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291,659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235,585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1,058,737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197,468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171,212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718,775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1,593,775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830,028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139,929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991,312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2,216,312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1,517,796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3,092,796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2,540,764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4,465,764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4,510,028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6,785,028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108,526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8,179,726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10,804,726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107,519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14,882,166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17,857,166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106,898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25,820,250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29,110,250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474,538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479,324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512,596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555,825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25,820,250</a:t>
            </a: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6 岁起，每年提取 USD 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53%（IUL年缴USD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「环宇盈活」储蓄保险计划（5年缴费）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先生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