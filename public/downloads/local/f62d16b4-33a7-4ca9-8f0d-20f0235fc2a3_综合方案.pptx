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59210</c:v>
                </c:pt>
                <c:pt idx="1">
                  <c:v>99660</c:v>
                </c:pt>
                <c:pt idx="2">
                  <c:v>149280</c:v>
                </c:pt>
                <c:pt idx="3">
                  <c:v>205065</c:v>
                </c:pt>
                <c:pt idx="4">
                  <c:v>247730</c:v>
                </c:pt>
                <c:pt idx="5">
                  <c:v>307485</c:v>
                </c:pt>
                <c:pt idx="6">
                  <c:v>323375</c:v>
                </c:pt>
                <c:pt idx="7">
                  <c:v>346250</c:v>
                </c:pt>
                <c:pt idx="8">
                  <c:v>354400</c:v>
                </c:pt>
                <c:pt idx="9">
                  <c:v>366290</c:v>
                </c:pt>
                <c:pt idx="10">
                  <c:v>378695</c:v>
                </c:pt>
                <c:pt idx="11">
                  <c:v>390600</c:v>
                </c:pt>
                <c:pt idx="12">
                  <c:v>401505</c:v>
                </c:pt>
                <c:pt idx="13">
                  <c:v>418625</c:v>
                </c:pt>
                <c:pt idx="14">
                  <c:v>436015</c:v>
                </c:pt>
                <c:pt idx="15">
                  <c:v>504630</c:v>
                </c:pt>
                <c:pt idx="16">
                  <c:v>508755</c:v>
                </c:pt>
                <c:pt idx="17">
                  <c:v>511640</c:v>
                </c:pt>
                <c:pt idx="18">
                  <c:v>513155</c:v>
                </c:pt>
                <c:pt idx="19">
                  <c:v>515170</c:v>
                </c:pt>
                <c:pt idx="20">
                  <c:v>517935</c:v>
                </c:pt>
                <c:pt idx="21">
                  <c:v>519950</c:v>
                </c:pt>
                <c:pt idx="22">
                  <c:v>522715</c:v>
                </c:pt>
                <c:pt idx="23">
                  <c:v>525230</c:v>
                </c:pt>
                <c:pt idx="24">
                  <c:v>527000</c:v>
                </c:pt>
                <c:pt idx="25">
                  <c:v>529015</c:v>
                </c:pt>
                <c:pt idx="26">
                  <c:v>531030</c:v>
                </c:pt>
                <c:pt idx="27">
                  <c:v>533545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65225</c:v>
                </c:pt>
                <c:pt idx="1">
                  <c:v>93163</c:v>
                </c:pt>
                <c:pt idx="2">
                  <c:v>107314</c:v>
                </c:pt>
                <c:pt idx="3">
                  <c:v>171839</c:v>
                </c:pt>
                <c:pt idx="4">
                  <c:v>188372</c:v>
                </c:pt>
                <c:pt idx="5">
                  <c:v>226887</c:v>
                </c:pt>
                <c:pt idx="6">
                  <c:v>255647</c:v>
                </c:pt>
                <c:pt idx="7">
                  <c:v>292946</c:v>
                </c:pt>
                <c:pt idx="8">
                  <c:v>322195</c:v>
                </c:pt>
                <c:pt idx="9">
                  <c:v>374680</c:v>
                </c:pt>
                <c:pt idx="10">
                  <c:v>425379</c:v>
                </c:pt>
                <c:pt idx="11">
                  <c:v>480509</c:v>
                </c:pt>
                <c:pt idx="12">
                  <c:v>543171</c:v>
                </c:pt>
                <c:pt idx="13">
                  <c:v>586653</c:v>
                </c:pt>
                <c:pt idx="14">
                  <c:v>645101</c:v>
                </c:pt>
                <c:pt idx="15">
                  <c:v>668713</c:v>
                </c:pt>
                <c:pt idx="16">
                  <c:v>757055</c:v>
                </c:pt>
                <c:pt idx="17">
                  <c:v>874030</c:v>
                </c:pt>
                <c:pt idx="18">
                  <c:v>1004170</c:v>
                </c:pt>
                <c:pt idx="19">
                  <c:v>1105458</c:v>
                </c:pt>
                <c:pt idx="20">
                  <c:v>1252644</c:v>
                </c:pt>
                <c:pt idx="21">
                  <c:v>1391832</c:v>
                </c:pt>
                <c:pt idx="22">
                  <c:v>1544624</c:v>
                </c:pt>
                <c:pt idx="23">
                  <c:v>1703521</c:v>
                </c:pt>
                <c:pt idx="24">
                  <c:v>1878473</c:v>
                </c:pt>
                <c:pt idx="25">
                  <c:v>2051090</c:v>
                </c:pt>
                <c:pt idx="26">
                  <c:v>2216770</c:v>
                </c:pt>
                <c:pt idx="27">
                  <c:v>2392866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124435</c:v>
                </c:pt>
                <c:pt idx="1">
                  <c:v>192823</c:v>
                </c:pt>
                <c:pt idx="2">
                  <c:v>256594</c:v>
                </c:pt>
                <c:pt idx="3">
                  <c:v>376904</c:v>
                </c:pt>
                <c:pt idx="4">
                  <c:v>436102</c:v>
                </c:pt>
                <c:pt idx="5">
                  <c:v>534372</c:v>
                </c:pt>
                <c:pt idx="6">
                  <c:v>579022</c:v>
                </c:pt>
                <c:pt idx="7">
                  <c:v>639196</c:v>
                </c:pt>
                <c:pt idx="8">
                  <c:v>676595</c:v>
                </c:pt>
                <c:pt idx="9">
                  <c:v>740970</c:v>
                </c:pt>
                <c:pt idx="10">
                  <c:v>804074</c:v>
                </c:pt>
                <c:pt idx="11">
                  <c:v>871109</c:v>
                </c:pt>
                <c:pt idx="12">
                  <c:v>944676</c:v>
                </c:pt>
                <c:pt idx="13">
                  <c:v>1005278</c:v>
                </c:pt>
                <c:pt idx="14">
                  <c:v>1081116</c:v>
                </c:pt>
                <c:pt idx="15">
                  <c:v>1173343</c:v>
                </c:pt>
                <c:pt idx="16">
                  <c:v>1265810</c:v>
                </c:pt>
                <c:pt idx="17">
                  <c:v>1385670</c:v>
                </c:pt>
                <c:pt idx="18">
                  <c:v>1517325</c:v>
                </c:pt>
                <c:pt idx="19">
                  <c:v>1620628</c:v>
                </c:pt>
                <c:pt idx="20">
                  <c:v>1770579</c:v>
                </c:pt>
                <c:pt idx="21">
                  <c:v>1911782</c:v>
                </c:pt>
                <c:pt idx="22">
                  <c:v>2067339</c:v>
                </c:pt>
                <c:pt idx="23">
                  <c:v>2228751</c:v>
                </c:pt>
                <c:pt idx="24">
                  <c:v>2405473</c:v>
                </c:pt>
                <c:pt idx="25">
                  <c:v>2580105</c:v>
                </c:pt>
                <c:pt idx="26">
                  <c:v>2747800</c:v>
                </c:pt>
                <c:pt idx="27">
                  <c:v>2926411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124435</c:v>
                </c:pt>
                <c:pt idx="1">
                  <c:v>192823</c:v>
                </c:pt>
                <c:pt idx="2">
                  <c:v>256594</c:v>
                </c:pt>
                <c:pt idx="3">
                  <c:v>639196</c:v>
                </c:pt>
                <c:pt idx="4">
                  <c:v>944676</c:v>
                </c:pt>
                <c:pt idx="5">
                  <c:v>1385670</c:v>
                </c:pt>
                <c:pt idx="6">
                  <c:v>2067339</c:v>
                </c:pt>
                <c:pt idx="7">
                  <c:v>2926411</c:v>
                </c:pt>
                <c:pt idx="8">
                  <c:v>3115690</c:v>
                </c:pt>
                <c:pt idx="9">
                  <c:v>5849905</c:v>
                </c:pt>
                <c:pt idx="10">
                  <c:v>10982665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124435</c:v>
                </c:pt>
                <c:pt idx="1">
                  <c:v>192822</c:v>
                </c:pt>
                <c:pt idx="2">
                  <c:v>256594</c:v>
                </c:pt>
                <c:pt idx="3">
                  <c:v>610250</c:v>
                </c:pt>
                <c:pt idx="4">
                  <c:v>806201</c:v>
                </c:pt>
                <c:pt idx="5">
                  <c:v>1008886</c:v>
                </c:pt>
                <c:pt idx="6">
                  <c:v>1240140</c:v>
                </c:pt>
                <c:pt idx="7">
                  <c:v>1458325</c:v>
                </c:pt>
                <c:pt idx="8">
                  <c:v>1498863</c:v>
                </c:pt>
                <c:pt idx="9">
                  <c:v>1928971</c:v>
                </c:pt>
                <c:pt idx="10">
                  <c:v>2424324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533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「額將受限於以保險計劃」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MS.VIP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保诚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577788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「額將受限於以保險計劃」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多元货币财富管理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多元货币 — 9种货币转换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保单拆分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英国保诚集团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1848年创立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伦敦/香港/新加坡三地上市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全球管理资产超6000亿英镑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1,385,670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2,926,411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1,385,670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2,926,411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36,342,734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149,280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107,314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346,250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639,196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401,505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543,171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944,676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874,030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1,385,670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522,715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1,544,624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2,067,339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2,392,866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2,926,411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546,465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3,462,175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4,008,640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564,375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4,928,424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5,492,799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588,695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9,723,594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10,312,289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614,190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18,745,280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19,359,470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644,000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35,698,734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36,342,734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678,385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67,544,575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68,222,960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715,540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127,351,464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128,067,004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493,764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341,903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376,903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-4.10%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377,854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435,250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610,250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272,229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196,383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483,886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1,008,886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144,954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540,140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1,240,140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109,327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583,325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1,458,325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83,365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615,463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1,665,463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64,421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1,883,695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40,625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795,491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2,370,491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1,048,469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2,973,469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21,450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1,521,511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3,796,511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2,409,593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5,034,593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16,093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4,078,515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7,053,515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6,804,949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10,094,949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437,562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456,201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464,197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501,913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6,804,949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6 岁起，每年提取 USD 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53%（IUL年缴USD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35,000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53%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「額將受限於以保險計劃」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2,926,411。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