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4500</c:v>
                </c:pt>
                <c:pt idx="1">
                  <c:v>10000</c:v>
                </c:pt>
                <c:pt idx="2">
                  <c:v>22500</c:v>
                </c:pt>
                <c:pt idx="3">
                  <c:v>35000</c:v>
                </c:pt>
                <c:pt idx="4">
                  <c:v>54000</c:v>
                </c:pt>
                <c:pt idx="5">
                  <c:v>84000</c:v>
                </c:pt>
                <c:pt idx="6">
                  <c:v>97000</c:v>
                </c:pt>
                <c:pt idx="7">
                  <c:v>121000</c:v>
                </c:pt>
                <c:pt idx="8">
                  <c:v>145500</c:v>
                </c:pt>
                <c:pt idx="9">
                  <c:v>159000</c:v>
                </c:pt>
                <c:pt idx="10">
                  <c:v>174000</c:v>
                </c:pt>
                <c:pt idx="11">
                  <c:v>190000</c:v>
                </c:pt>
                <c:pt idx="12">
                  <c:v>207500</c:v>
                </c:pt>
                <c:pt idx="13">
                  <c:v>227000</c:v>
                </c:pt>
                <c:pt idx="14">
                  <c:v>248000</c:v>
                </c:pt>
                <c:pt idx="15">
                  <c:v>271000</c:v>
                </c:pt>
                <c:pt idx="16">
                  <c:v>296500</c:v>
                </c:pt>
                <c:pt idx="17">
                  <c:v>324000</c:v>
                </c:pt>
                <c:pt idx="18">
                  <c:v>354000</c:v>
                </c:pt>
                <c:pt idx="19">
                  <c:v>387000</c:v>
                </c:pt>
                <c:pt idx="20">
                  <c:v>423000</c:v>
                </c:pt>
                <c:pt idx="21">
                  <c:v>462000</c:v>
                </c:pt>
                <c:pt idx="22">
                  <c:v>505000</c:v>
                </c:pt>
                <c:pt idx="23">
                  <c:v>506500</c:v>
                </c:pt>
                <c:pt idx="24">
                  <c:v>507000</c:v>
                </c:pt>
                <c:pt idx="25">
                  <c:v>508500</c:v>
                </c:pt>
                <c:pt idx="26">
                  <c:v>509500</c:v>
                </c:pt>
                <c:pt idx="27">
                  <c:v>510000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26320</c:v>
                </c:pt>
                <c:pt idx="1">
                  <c:v>47428</c:v>
                </c:pt>
                <c:pt idx="2">
                  <c:v>343920</c:v>
                </c:pt>
                <c:pt idx="3">
                  <c:v>404092</c:v>
                </c:pt>
                <c:pt idx="4">
                  <c:v>454100</c:v>
                </c:pt>
                <c:pt idx="5">
                  <c:v>485188</c:v>
                </c:pt>
                <c:pt idx="6">
                  <c:v>512860</c:v>
                </c:pt>
                <c:pt idx="7">
                  <c:v>539340</c:v>
                </c:pt>
                <c:pt idx="8">
                  <c:v>562120</c:v>
                </c:pt>
                <c:pt idx="9">
                  <c:v>602528</c:v>
                </c:pt>
                <c:pt idx="10">
                  <c:v>639044</c:v>
                </c:pt>
                <c:pt idx="11">
                  <c:v>683380</c:v>
                </c:pt>
                <c:pt idx="12">
                  <c:v>739140</c:v>
                </c:pt>
                <c:pt idx="13">
                  <c:v>783724</c:v>
                </c:pt>
                <c:pt idx="14">
                  <c:v>834484</c:v>
                </c:pt>
                <c:pt idx="15">
                  <c:v>877080</c:v>
                </c:pt>
                <c:pt idx="16">
                  <c:v>964400</c:v>
                </c:pt>
                <c:pt idx="17">
                  <c:v>1063972</c:v>
                </c:pt>
                <c:pt idx="18">
                  <c:v>1126752</c:v>
                </c:pt>
                <c:pt idx="19">
                  <c:v>1192712</c:v>
                </c:pt>
                <c:pt idx="20">
                  <c:v>1263388</c:v>
                </c:pt>
                <c:pt idx="21">
                  <c:v>1338160</c:v>
                </c:pt>
                <c:pt idx="22">
                  <c:v>1442556</c:v>
                </c:pt>
                <c:pt idx="23">
                  <c:v>1586560</c:v>
                </c:pt>
                <c:pt idx="24">
                  <c:v>1755328</c:v>
                </c:pt>
                <c:pt idx="25">
                  <c:v>1937204</c:v>
                </c:pt>
                <c:pt idx="26">
                  <c:v>2135620</c:v>
                </c:pt>
                <c:pt idx="27">
                  <c:v>2415600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30820</c:v>
                </c:pt>
                <c:pt idx="1">
                  <c:v>57428</c:v>
                </c:pt>
                <c:pt idx="2">
                  <c:v>366420</c:v>
                </c:pt>
                <c:pt idx="3">
                  <c:v>439092</c:v>
                </c:pt>
                <c:pt idx="4">
                  <c:v>508100</c:v>
                </c:pt>
                <c:pt idx="5">
                  <c:v>569188</c:v>
                </c:pt>
                <c:pt idx="6">
                  <c:v>609860</c:v>
                </c:pt>
                <c:pt idx="7">
                  <c:v>660340</c:v>
                </c:pt>
                <c:pt idx="8">
                  <c:v>707620</c:v>
                </c:pt>
                <c:pt idx="9">
                  <c:v>761528</c:v>
                </c:pt>
                <c:pt idx="10">
                  <c:v>813044</c:v>
                </c:pt>
                <c:pt idx="11">
                  <c:v>873380</c:v>
                </c:pt>
                <c:pt idx="12">
                  <c:v>946640</c:v>
                </c:pt>
                <c:pt idx="13">
                  <c:v>1010724</c:v>
                </c:pt>
                <c:pt idx="14">
                  <c:v>1082484</c:v>
                </c:pt>
                <c:pt idx="15">
                  <c:v>1148080</c:v>
                </c:pt>
                <c:pt idx="16">
                  <c:v>1260900</c:v>
                </c:pt>
                <c:pt idx="17">
                  <c:v>1387972</c:v>
                </c:pt>
                <c:pt idx="18">
                  <c:v>1480752</c:v>
                </c:pt>
                <c:pt idx="19">
                  <c:v>1579712</c:v>
                </c:pt>
                <c:pt idx="20">
                  <c:v>1686388</c:v>
                </c:pt>
                <c:pt idx="21">
                  <c:v>1800160</c:v>
                </c:pt>
                <c:pt idx="22">
                  <c:v>1947556</c:v>
                </c:pt>
                <c:pt idx="23">
                  <c:v>2093060</c:v>
                </c:pt>
                <c:pt idx="24">
                  <c:v>2262328</c:v>
                </c:pt>
                <c:pt idx="25">
                  <c:v>2445704</c:v>
                </c:pt>
                <c:pt idx="26">
                  <c:v>2645120</c:v>
                </c:pt>
                <c:pt idx="27">
                  <c:v>2925600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30820</c:v>
                </c:pt>
                <c:pt idx="1">
                  <c:v>57428</c:v>
                </c:pt>
                <c:pt idx="2">
                  <c:v>366420</c:v>
                </c:pt>
                <c:pt idx="3">
                  <c:v>660340</c:v>
                </c:pt>
                <c:pt idx="4">
                  <c:v>946640</c:v>
                </c:pt>
                <c:pt idx="5">
                  <c:v>1387972</c:v>
                </c:pt>
                <c:pt idx="6">
                  <c:v>1947556</c:v>
                </c:pt>
                <c:pt idx="7">
                  <c:v>2925600</c:v>
                </c:pt>
                <c:pt idx="8">
                  <c:v>3115900</c:v>
                </c:pt>
                <c:pt idx="9">
                  <c:v>5848268</c:v>
                </c:pt>
                <c:pt idx="10">
                  <c:v>10976800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30820</c:v>
                </c:pt>
                <c:pt idx="1">
                  <c:v>57428</c:v>
                </c:pt>
                <c:pt idx="2">
                  <c:v>366420</c:v>
                </c:pt>
                <c:pt idx="3">
                  <c:v>656907</c:v>
                </c:pt>
                <c:pt idx="4">
                  <c:v>907735</c:v>
                </c:pt>
                <c:pt idx="5">
                  <c:v>1229134</c:v>
                </c:pt>
                <c:pt idx="6">
                  <c:v>1496173</c:v>
                </c:pt>
                <c:pt idx="7">
                  <c:v>1795923</c:v>
                </c:pt>
                <c:pt idx="8">
                  <c:v>1861959</c:v>
                </c:pt>
                <c:pt idx="9">
                  <c:v>2679838</c:v>
                </c:pt>
                <c:pt idx="10">
                  <c:v>3951970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53600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盛利II储蓄保险–至尊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安盛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39111" cy="1097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1816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盛利II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储蓄保险至尊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医疗/危疾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财产保险 — 车险/家财险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资产管理 — 全球投资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法国安盛集团 (AXA)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1816年创立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全球最大保险集团之一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管理资产超1万亿欧元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1,387,972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2.78x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2,925,600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1,387,972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2,925,600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36,306,844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数据来源：安盛官方计划书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137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343,920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366,420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-5.34%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121,000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539,340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660,340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3.21%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739,140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946,640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324,000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1,063,972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1,387,972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8.88%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1,442,556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1,947,556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2,415,600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2,925,600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3,490,960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4,007,960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526,500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4,964,928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5,491,428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552,500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9,754,516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10,307,016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568,000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18,776,028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19,344,028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583,000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35,723,844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36,306,844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598,000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67,543,888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68,141,888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169.10%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127,278,896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127,891,896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283.09%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628,000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239,404,908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240,032,908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479.07%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642,500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449,861,212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450,503,712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818.19%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数据来源：安盛官方计划书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5（5 岁）起 · 每年提取 USD 30,000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6016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57,428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57,428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-22.13%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336,420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366,420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-5.34%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476,907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656,907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577,735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907,735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5.44%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749,134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1,229,134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630,000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866,173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1,496,173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4.48%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7.97%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1,015,923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1,795,923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930,000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1,221,094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2,151,094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9.43%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1,502,196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2,582,196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1,380,000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2,414,995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3,794,995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13.18%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1,680,000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4,128,447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5,808,447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17.69%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1,980,000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7,344,830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9,324,830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25.21%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13,382,421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15,662,421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37.91%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2,580,000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24,715,813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27,295,813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4.54%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59.55%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2,880,000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45,990,146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48,870,146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96.74%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3,180,000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85,924,995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89,104,995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4.82%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161.10%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3,480,000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160,888,194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164,368,194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273.11%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3,780,000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301,604,424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305,384,424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469.05%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3,990,000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468,433,531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472,423,531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688.94%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Y5 起每年提取 USD 30,000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数据来源：安盛官方计划书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5 起每年提取 USD 30,000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240,000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511,022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330,000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577,735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420,000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645,227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540,000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796,515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2,850,000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43,211,405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5（受保人 5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数据来源：安盛官方计划书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所有数据均直接源自安盛官方计划书原文（pdfplumber按列精确提取）；如需进一步核验，可逐项对照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2,925,600。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Y5 起每年提取 USD 30,000，覆盖小学到大学。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480,000，本金仍持续滚存。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1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本演示基于安盛官方计划书数据生成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