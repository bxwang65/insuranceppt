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103495</c:v>
                </c:pt>
                <c:pt idx="3">
                  <c:v>300695</c:v>
                </c:pt>
                <c:pt idx="4">
                  <c:v>501080</c:v>
                </c:pt>
                <c:pt idx="5">
                  <c:v>509075</c:v>
                </c:pt>
                <c:pt idx="6">
                  <c:v>514575</c:v>
                </c:pt>
                <c:pt idx="7">
                  <c:v>521430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66588</c:v>
                </c:pt>
                <c:pt idx="3">
                  <c:v>181083</c:v>
                </c:pt>
                <c:pt idx="4">
                  <c:v>281928</c:v>
                </c:pt>
                <c:pt idx="5">
                  <c:v>468052</c:v>
                </c:pt>
                <c:pt idx="6">
                  <c:v>715469</c:v>
                </c:pt>
                <c:pt idx="7">
                  <c:v>1050170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170083</c:v>
                </c:pt>
                <c:pt idx="3">
                  <c:v>481778</c:v>
                </c:pt>
                <c:pt idx="4">
                  <c:v>783008</c:v>
                </c:pt>
                <c:pt idx="5">
                  <c:v>977127</c:v>
                </c:pt>
                <c:pt idx="6">
                  <c:v>1230044</c:v>
                </c:pt>
                <c:pt idx="7">
                  <c:v>1571600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170083</c:v>
                </c:pt>
                <c:pt idx="3">
                  <c:v>481778</c:v>
                </c:pt>
                <c:pt idx="4">
                  <c:v>783008</c:v>
                </c:pt>
                <c:pt idx="5">
                  <c:v>977127</c:v>
                </c:pt>
                <c:pt idx="6">
                  <c:v>1230044</c:v>
                </c:pt>
                <c:pt idx="7">
                  <c:v>1571600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328671</c:v>
                </c:pt>
                <c:pt idx="1">
                  <c:v>481119</c:v>
                </c:pt>
                <c:pt idx="2">
                  <c:v>684614</c:v>
                </c:pt>
                <c:pt idx="3">
                  <c:v>799681</c:v>
                </c:pt>
                <c:pt idx="4">
                  <c:v>1037815</c:v>
                </c:pt>
                <c:pt idx="5">
                  <c:v>1216575</c:v>
                </c:pt>
                <c:pt idx="6">
                  <c:v>1400086</c:v>
                </c:pt>
                <c:pt idx="7">
                  <c:v>1595654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191308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启航创富卓越版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忠意保险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304873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啟航創富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卓越版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 — 高端财富传承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多元货币分红储蓄险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意大利忠意集团 (Assicurazioni Generali)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1831年创立于意大利的里雅斯特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意大利第一大保险公司 · 世界500强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业务覆盖50+国家 · 服务数千万客户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977,127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1.95x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1,571,600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3.14x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x1.95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977,127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x3.14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1,571,600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30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24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66,588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170,083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-13.20%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300,695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181,083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481,778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-0.36%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281,928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783,008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509,075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468,052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977,127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4.77%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514,575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715,469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1,230,044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521,430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1,050,170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1,571,600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3（3 岁）起 · 每年提取 USD 28,671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601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103,495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345,961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465,067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799,681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256,256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553,201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1,037,815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581,961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1,216,575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155,249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615,472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1,400,086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123,530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1,595,654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722,935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1,807,549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7.47%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82,646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806,950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2,041,564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60,260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1,075,579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2,610,193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48,026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1,834,614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1,569,973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3,404,587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41,352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2,134,614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2,480,494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4,615,108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37,719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2,434,614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4,159,447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6,594,061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36,051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2,734,614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9,234,233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11,968,847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3,034,614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16,929,095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19,963,709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34,760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31,373,403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34,708,017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58,487,370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62,121,984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34,394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109,384,032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113,318,646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173.57%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67,350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4,181,964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169,755,665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173,937,629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253.19%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Y3 起每年提取 USD 28,671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3 起每年提取 USD 28,671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394,614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448,147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484,614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553,201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574,614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566,030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694,614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594,141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3,004,614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15,924,031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3（受保人 3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所有数据均直接源自忠意保险官方计划书原文（pdfplumber按列精确提取）；如需进一步核验，可逐项对照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1,571,600。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 起每年提取 USD 28,671，覆盖小学到大学。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634,614，本金仍持续滚存。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28K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本演示基于忠意保险官方计划书数据生成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