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1250</c:v>
                </c:pt>
                <c:pt idx="1">
                  <c:v>7000</c:v>
                </c:pt>
                <c:pt idx="2">
                  <c:v>17000</c:v>
                </c:pt>
                <c:pt idx="3">
                  <c:v>115000</c:v>
                </c:pt>
                <c:pt idx="4">
                  <c:v>285000</c:v>
                </c:pt>
                <c:pt idx="5">
                  <c:v>295000</c:v>
                </c:pt>
                <c:pt idx="6">
                  <c:v>302000</c:v>
                </c:pt>
                <c:pt idx="7">
                  <c:v>317500</c:v>
                </c:pt>
                <c:pt idx="8">
                  <c:v>328500</c:v>
                </c:pt>
                <c:pt idx="9">
                  <c:v>337000</c:v>
                </c:pt>
                <c:pt idx="10">
                  <c:v>346500</c:v>
                </c:pt>
                <c:pt idx="11">
                  <c:v>357000</c:v>
                </c:pt>
                <c:pt idx="12">
                  <c:v>367500</c:v>
                </c:pt>
                <c:pt idx="13">
                  <c:v>392000</c:v>
                </c:pt>
                <c:pt idx="14">
                  <c:v>418000</c:v>
                </c:pt>
                <c:pt idx="15">
                  <c:v>500000</c:v>
                </c:pt>
                <c:pt idx="16">
                  <c:v>500585</c:v>
                </c:pt>
                <c:pt idx="17">
                  <c:v>501355</c:v>
                </c:pt>
                <c:pt idx="18">
                  <c:v>501800</c:v>
                </c:pt>
                <c:pt idx="19">
                  <c:v>502345</c:v>
                </c:pt>
                <c:pt idx="20">
                  <c:v>502600</c:v>
                </c:pt>
                <c:pt idx="21">
                  <c:v>502850</c:v>
                </c:pt>
                <c:pt idx="22">
                  <c:v>503105</c:v>
                </c:pt>
                <c:pt idx="23">
                  <c:v>503360</c:v>
                </c:pt>
                <c:pt idx="24">
                  <c:v>503615</c:v>
                </c:pt>
                <c:pt idx="25">
                  <c:v>503870</c:v>
                </c:pt>
                <c:pt idx="26">
                  <c:v>504070</c:v>
                </c:pt>
                <c:pt idx="27">
                  <c:v>504210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12881</c:v>
                </c:pt>
                <c:pt idx="1">
                  <c:v>25854</c:v>
                </c:pt>
                <c:pt idx="2">
                  <c:v>80950</c:v>
                </c:pt>
                <c:pt idx="3">
                  <c:v>93523</c:v>
                </c:pt>
                <c:pt idx="4">
                  <c:v>215750</c:v>
                </c:pt>
                <c:pt idx="5">
                  <c:v>240576</c:v>
                </c:pt>
                <c:pt idx="6">
                  <c:v>254203</c:v>
                </c:pt>
                <c:pt idx="7">
                  <c:v>331479</c:v>
                </c:pt>
                <c:pt idx="8">
                  <c:v>342487</c:v>
                </c:pt>
                <c:pt idx="9">
                  <c:v>377583</c:v>
                </c:pt>
                <c:pt idx="10">
                  <c:v>417850</c:v>
                </c:pt>
                <c:pt idx="11">
                  <c:v>466437</c:v>
                </c:pt>
                <c:pt idx="12">
                  <c:v>550816</c:v>
                </c:pt>
                <c:pt idx="13">
                  <c:v>575310</c:v>
                </c:pt>
                <c:pt idx="14">
                  <c:v>598766</c:v>
                </c:pt>
                <c:pt idx="15">
                  <c:v>612636</c:v>
                </c:pt>
                <c:pt idx="16">
                  <c:v>691947</c:v>
                </c:pt>
                <c:pt idx="17">
                  <c:v>846010</c:v>
                </c:pt>
                <c:pt idx="18">
                  <c:v>928321</c:v>
                </c:pt>
                <c:pt idx="19">
                  <c:v>1034958</c:v>
                </c:pt>
                <c:pt idx="20">
                  <c:v>1142841</c:v>
                </c:pt>
                <c:pt idx="21">
                  <c:v>1305041</c:v>
                </c:pt>
                <c:pt idx="22">
                  <c:v>1568168</c:v>
                </c:pt>
                <c:pt idx="23">
                  <c:v>1705589</c:v>
                </c:pt>
                <c:pt idx="24">
                  <c:v>1853802</c:v>
                </c:pt>
                <c:pt idx="25">
                  <c:v>2010189</c:v>
                </c:pt>
                <c:pt idx="26">
                  <c:v>2172761</c:v>
                </c:pt>
                <c:pt idx="27">
                  <c:v>2423174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14131</c:v>
                </c:pt>
                <c:pt idx="1">
                  <c:v>32854</c:v>
                </c:pt>
                <c:pt idx="2">
                  <c:v>97950</c:v>
                </c:pt>
                <c:pt idx="3">
                  <c:v>208523</c:v>
                </c:pt>
                <c:pt idx="4">
                  <c:v>500750</c:v>
                </c:pt>
                <c:pt idx="5">
                  <c:v>535576</c:v>
                </c:pt>
                <c:pt idx="6">
                  <c:v>556203</c:v>
                </c:pt>
                <c:pt idx="7">
                  <c:v>648979</c:v>
                </c:pt>
                <c:pt idx="8">
                  <c:v>670987</c:v>
                </c:pt>
                <c:pt idx="9">
                  <c:v>714583</c:v>
                </c:pt>
                <c:pt idx="10">
                  <c:v>764350</c:v>
                </c:pt>
                <c:pt idx="11">
                  <c:v>823437</c:v>
                </c:pt>
                <c:pt idx="12">
                  <c:v>918316</c:v>
                </c:pt>
                <c:pt idx="13">
                  <c:v>967310</c:v>
                </c:pt>
                <c:pt idx="14">
                  <c:v>1016766</c:v>
                </c:pt>
                <c:pt idx="15">
                  <c:v>1112636</c:v>
                </c:pt>
                <c:pt idx="16">
                  <c:v>1192532</c:v>
                </c:pt>
                <c:pt idx="17">
                  <c:v>1347365</c:v>
                </c:pt>
                <c:pt idx="18">
                  <c:v>1430121</c:v>
                </c:pt>
                <c:pt idx="19">
                  <c:v>1537303</c:v>
                </c:pt>
                <c:pt idx="20">
                  <c:v>1645441</c:v>
                </c:pt>
                <c:pt idx="21">
                  <c:v>1807891</c:v>
                </c:pt>
                <c:pt idx="22">
                  <c:v>2071273</c:v>
                </c:pt>
                <c:pt idx="23">
                  <c:v>2208949</c:v>
                </c:pt>
                <c:pt idx="24">
                  <c:v>2357417</c:v>
                </c:pt>
                <c:pt idx="25">
                  <c:v>2514059</c:v>
                </c:pt>
                <c:pt idx="26">
                  <c:v>2676831</c:v>
                </c:pt>
                <c:pt idx="27">
                  <c:v>2927384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14131</c:v>
                </c:pt>
                <c:pt idx="1">
                  <c:v>32854</c:v>
                </c:pt>
                <c:pt idx="2">
                  <c:v>97950</c:v>
                </c:pt>
                <c:pt idx="3">
                  <c:v>648979</c:v>
                </c:pt>
                <c:pt idx="4">
                  <c:v>918316</c:v>
                </c:pt>
                <c:pt idx="5">
                  <c:v>1347365</c:v>
                </c:pt>
                <c:pt idx="6">
                  <c:v>2071273</c:v>
                </c:pt>
                <c:pt idx="7">
                  <c:v>2927384</c:v>
                </c:pt>
                <c:pt idx="8">
                  <c:v>3117667</c:v>
                </c:pt>
                <c:pt idx="9">
                  <c:v>5852284</c:v>
                </c:pt>
                <c:pt idx="10">
                  <c:v>10985543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14131</c:v>
                </c:pt>
                <c:pt idx="1">
                  <c:v>32854</c:v>
                </c:pt>
                <c:pt idx="2">
                  <c:v>97950</c:v>
                </c:pt>
                <c:pt idx="3">
                  <c:v>634579</c:v>
                </c:pt>
                <c:pt idx="4">
                  <c:v>829960</c:v>
                </c:pt>
                <c:pt idx="5">
                  <c:v>1070027</c:v>
                </c:pt>
                <c:pt idx="6">
                  <c:v>1391701</c:v>
                </c:pt>
                <c:pt idx="7">
                  <c:v>1710635</c:v>
                </c:pt>
                <c:pt idx="8">
                  <c:v>1775489</c:v>
                </c:pt>
                <c:pt idx="9">
                  <c:v>2573689</c:v>
                </c:pt>
                <c:pt idx="10">
                  <c:v>3805420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86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傲瓏盛世儲蓄保險計劃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中国人寿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496906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傲瓏盛世儲蓄保險計劃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财富增值与传承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年金/储蓄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资产管理 — 国寿资管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中国人寿保险集团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副部级央企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三地上市(A+H+美股ADR)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管理资产超5万亿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1,347,365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2.69x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1,347,365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数据来源：中国人寿官方计划书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137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80,950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97,950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-16.08%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331,479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648,979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367,500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550,816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918,316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5.58%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501,355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846,010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1,347,365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503,105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1,568,168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2,071,273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12.57%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504,210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2,423,174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507,650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3,503,119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4,010,769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510,845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4,984,262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517,280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9,797,787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530,935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18,831,863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544,660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35,801,973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563,735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67,663,891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582,855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127,489,779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128,072,634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602,015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239,807,932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240,409,947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数据来源：中国人寿官方计划书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30,000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6016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97,950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-16.08%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178,523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208,523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-9.72%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425,184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150,001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484,578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634,579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322,208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300,005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529,955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829,960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4.40%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251,456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450,009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620,018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1,070,027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203,806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600,019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791,682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1,391,701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172,687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750,029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960,606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1,710,635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150,702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900,042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1,158,552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2,058,594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8.91%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134,765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1,428,700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2,478,766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114,795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1,350,162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2,303,631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3,653,793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12.62%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104,253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1,650,311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3,944,230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5,594,541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98,690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1,950,704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7,022,592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8,973,296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95,773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2,251,027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12,799,988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15,051,015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94,258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30,134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2,552,183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23,641,060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26,193,243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4.50%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57.10%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93,489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2,854,998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43,982,332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46,837,330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92.67%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93,121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30,446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3,158,587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82,149,823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85,308,410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4.78%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154.20%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92,967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3,463,391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153,762,549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157,225,940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261.21%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92,926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32,085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3,773,586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288,118,921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291,892,507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448.30%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92,926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3,983,587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447,350,079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451,333,666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658.15%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30,000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数据来源：中国人寿官方计划书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30,000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210,003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477,378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300,005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529,955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390,008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556,242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510,014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651,932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2,824,546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41,326,020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数据来源：中国人寿官方计划书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所有数据均直接源自中国人寿官方计划书原文（pdfplumber按列精确提取）；如需进一步核验，可逐项对照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2,927,384。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30,000，覆盖小学到大学。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450,009，本金仍持续滚存。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本演示基于中国人寿官方计划书数据生成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