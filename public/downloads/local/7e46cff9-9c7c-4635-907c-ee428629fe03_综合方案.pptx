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53000</c:v>
                </c:pt>
                <c:pt idx="2">
                  <c:v>145400</c:v>
                </c:pt>
                <c:pt idx="3">
                  <c:v>262600</c:v>
                </c:pt>
                <c:pt idx="4">
                  <c:v>1058840</c:v>
                </c:pt>
                <c:pt idx="5">
                  <c:v>1141020</c:v>
                </c:pt>
                <c:pt idx="6">
                  <c:v>1187820</c:v>
                </c:pt>
                <c:pt idx="7">
                  <c:v>1235460</c:v>
                </c:pt>
                <c:pt idx="8">
                  <c:v>1283780</c:v>
                </c:pt>
                <c:pt idx="9">
                  <c:v>1379880</c:v>
                </c:pt>
                <c:pt idx="10">
                  <c:v>1483600</c:v>
                </c:pt>
                <c:pt idx="11">
                  <c:v>1596200</c:v>
                </c:pt>
                <c:pt idx="12">
                  <c:v>1719200</c:v>
                </c:pt>
                <c:pt idx="13">
                  <c:v>1853360</c:v>
                </c:pt>
                <c:pt idx="14">
                  <c:v>2000000</c:v>
                </c:pt>
                <c:pt idx="15">
                  <c:v>2048620</c:v>
                </c:pt>
                <c:pt idx="16">
                  <c:v>2095480</c:v>
                </c:pt>
                <c:pt idx="17">
                  <c:v>2140140</c:v>
                </c:pt>
                <c:pt idx="18">
                  <c:v>2160620</c:v>
                </c:pt>
                <c:pt idx="19">
                  <c:v>2175360</c:v>
                </c:pt>
                <c:pt idx="20">
                  <c:v>2190200</c:v>
                </c:pt>
                <c:pt idx="21">
                  <c:v>2205140</c:v>
                </c:pt>
                <c:pt idx="22">
                  <c:v>2220180</c:v>
                </c:pt>
                <c:pt idx="23">
                  <c:v>2235320</c:v>
                </c:pt>
                <c:pt idx="24">
                  <c:v>2250580</c:v>
                </c:pt>
                <c:pt idx="25">
                  <c:v>2265940</c:v>
                </c:pt>
                <c:pt idx="26">
                  <c:v>2281400</c:v>
                </c:pt>
                <c:pt idx="27">
                  <c:v>2296960</c:v>
                </c:pt>
                <c:pt idx="28">
                  <c:v>2312660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160000</c:v>
                </c:pt>
                <c:pt idx="1">
                  <c:v>334704</c:v>
                </c:pt>
                <c:pt idx="2">
                  <c:v>525463</c:v>
                </c:pt>
                <c:pt idx="3">
                  <c:v>733753</c:v>
                </c:pt>
                <c:pt idx="4">
                  <c:v>941185</c:v>
                </c:pt>
                <c:pt idx="5">
                  <c:v>1035480</c:v>
                </c:pt>
                <c:pt idx="6">
                  <c:v>1138441</c:v>
                </c:pt>
                <c:pt idx="7">
                  <c:v>1250864</c:v>
                </c:pt>
                <c:pt idx="8">
                  <c:v>1373618</c:v>
                </c:pt>
                <c:pt idx="9">
                  <c:v>1507653</c:v>
                </c:pt>
                <c:pt idx="10">
                  <c:v>1654007</c:v>
                </c:pt>
                <c:pt idx="11">
                  <c:v>1813148</c:v>
                </c:pt>
                <c:pt idx="12">
                  <c:v>1985401</c:v>
                </c:pt>
                <c:pt idx="13">
                  <c:v>2172086</c:v>
                </c:pt>
                <c:pt idx="14">
                  <c:v>2374070</c:v>
                </c:pt>
                <c:pt idx="15">
                  <c:v>2592687</c:v>
                </c:pt>
                <c:pt idx="16">
                  <c:v>2829422</c:v>
                </c:pt>
                <c:pt idx="17">
                  <c:v>3085645</c:v>
                </c:pt>
                <c:pt idx="18">
                  <c:v>3384462</c:v>
                </c:pt>
                <c:pt idx="19">
                  <c:v>3732791</c:v>
                </c:pt>
                <c:pt idx="20">
                  <c:v>4252058</c:v>
                </c:pt>
                <c:pt idx="21">
                  <c:v>4832116</c:v>
                </c:pt>
                <c:pt idx="22">
                  <c:v>5379571</c:v>
                </c:pt>
                <c:pt idx="23">
                  <c:v>5974949</c:v>
                </c:pt>
                <c:pt idx="24">
                  <c:v>6614200</c:v>
                </c:pt>
                <c:pt idx="25">
                  <c:v>7427792</c:v>
                </c:pt>
                <c:pt idx="26">
                  <c:v>8042425</c:v>
                </c:pt>
                <c:pt idx="27">
                  <c:v>8697914</c:v>
                </c:pt>
                <c:pt idx="28">
                  <c:v>9396881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160000</c:v>
                </c:pt>
                <c:pt idx="1">
                  <c:v>387704</c:v>
                </c:pt>
                <c:pt idx="2">
                  <c:v>670863</c:v>
                </c:pt>
                <c:pt idx="3">
                  <c:v>996353</c:v>
                </c:pt>
                <c:pt idx="4">
                  <c:v>2000025</c:v>
                </c:pt>
                <c:pt idx="5">
                  <c:v>2176500</c:v>
                </c:pt>
                <c:pt idx="6">
                  <c:v>2326261</c:v>
                </c:pt>
                <c:pt idx="7">
                  <c:v>2486324</c:v>
                </c:pt>
                <c:pt idx="8">
                  <c:v>2657398</c:v>
                </c:pt>
                <c:pt idx="9">
                  <c:v>2887533</c:v>
                </c:pt>
                <c:pt idx="10">
                  <c:v>3137607</c:v>
                </c:pt>
                <c:pt idx="11">
                  <c:v>3409348</c:v>
                </c:pt>
                <c:pt idx="12">
                  <c:v>3704601</c:v>
                </c:pt>
                <c:pt idx="13">
                  <c:v>4025446</c:v>
                </c:pt>
                <c:pt idx="14">
                  <c:v>4374070</c:v>
                </c:pt>
                <c:pt idx="15">
                  <c:v>4641307</c:v>
                </c:pt>
                <c:pt idx="16">
                  <c:v>4924902</c:v>
                </c:pt>
                <c:pt idx="17">
                  <c:v>5225785</c:v>
                </c:pt>
                <c:pt idx="18">
                  <c:v>5545082</c:v>
                </c:pt>
                <c:pt idx="19">
                  <c:v>5908151</c:v>
                </c:pt>
                <c:pt idx="20">
                  <c:v>6442258</c:v>
                </c:pt>
                <c:pt idx="21">
                  <c:v>7037256</c:v>
                </c:pt>
                <c:pt idx="22">
                  <c:v>7599751</c:v>
                </c:pt>
                <c:pt idx="23">
                  <c:v>8210269</c:v>
                </c:pt>
                <c:pt idx="24">
                  <c:v>8864780</c:v>
                </c:pt>
                <c:pt idx="25">
                  <c:v>9693732</c:v>
                </c:pt>
                <c:pt idx="26">
                  <c:v>10323825</c:v>
                </c:pt>
                <c:pt idx="27">
                  <c:v>10994874</c:v>
                </c:pt>
                <c:pt idx="28">
                  <c:v>11709541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160000</c:v>
                </c:pt>
                <c:pt idx="1">
                  <c:v>387704</c:v>
                </c:pt>
                <c:pt idx="2">
                  <c:v>670863</c:v>
                </c:pt>
                <c:pt idx="3">
                  <c:v>996353</c:v>
                </c:pt>
                <c:pt idx="4">
                  <c:v>2657398</c:v>
                </c:pt>
                <c:pt idx="5">
                  <c:v>4025446</c:v>
                </c:pt>
                <c:pt idx="6">
                  <c:v>5545082</c:v>
                </c:pt>
                <c:pt idx="7">
                  <c:v>8210269</c:v>
                </c:pt>
                <c:pt idx="8">
                  <c:v>11709541</c:v>
                </c:pt>
                <c:pt idx="9">
                  <c:v>12470661</c:v>
                </c:pt>
                <c:pt idx="10">
                  <c:v>23409145</c:v>
                </c:pt>
                <c:pt idx="11">
                  <c:v>43942183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160000</c:v>
                </c:pt>
                <c:pt idx="1">
                  <c:v>387704</c:v>
                </c:pt>
                <c:pt idx="2">
                  <c:v>670863</c:v>
                </c:pt>
                <c:pt idx="3">
                  <c:v>996353</c:v>
                </c:pt>
                <c:pt idx="4">
                  <c:v>2657398</c:v>
                </c:pt>
                <c:pt idx="5">
                  <c:v>3305250</c:v>
                </c:pt>
                <c:pt idx="6">
                  <c:v>3670843</c:v>
                </c:pt>
                <c:pt idx="7">
                  <c:v>4140786</c:v>
                </c:pt>
                <c:pt idx="8">
                  <c:v>4467265</c:v>
                </c:pt>
                <c:pt idx="9">
                  <c:v>4501802</c:v>
                </c:pt>
                <c:pt idx="10">
                  <c:v>4739187</c:v>
                </c:pt>
                <c:pt idx="11">
                  <c:v>4925221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788436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「宏家傳承保險計劃」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400,000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「宏家傳承保險計劃」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5,545,082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11,709,541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5,545,082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11,709,541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62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4123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262,600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733,753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996,353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1,283,780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1,373,618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2,657,398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1,853,360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2,172,086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4,025,446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6.75%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2,160,620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3,384,462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5,545,082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2,235,320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5,974,949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8,210,269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2,312,660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9,396,881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11,709,541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2,391,420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13,651,665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16,043,085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2,472,880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19,507,538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21,980,418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2,640,000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38,620,266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41,260,266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2,829,960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74,621,231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77,451,191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2,000,000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11（68 岁）起 · 每年提取 USD 95,575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996,353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996,353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2,657,398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2,657,398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95,575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95,575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2,687,533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2,783,108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92,082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468,677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2,836,573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3,305,250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77,929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893,336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2,777,507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3,670,843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54,452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1,210,520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2,930,266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4,140,786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39,498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1,433,518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3,033,747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4,467,265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29,810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1,600,856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3,017,824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4,618,680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22,499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1,727,151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2,996,015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4,723,166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12,517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1,893,357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3,005,187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4,898,544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1,983,092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3,301,423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5,284,515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2,000,000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5,763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1,995,015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3,408,347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5,403,362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1.62%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Y11 起每年提取 USD 95,575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11（68 岁）起每年提取 USD 95,575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Y3-Y8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USD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95K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2,326,261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Y8-Y18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733,500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95K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2,832,978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1,352,240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95K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3,038,838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1,680,851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95K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3,005,571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1,995,015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95K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3,408,347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68 岁开始每年领取 US$95,575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68 岁起，每年提取 USD 95,575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144%（IUL年缴USD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95,575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144%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「宏家傳承保險計劃」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2,000,000，后续无需再缴费。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11,709,541。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Y11 起每年提取 USD 95,575，覆盖小学到大学。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893,336，本金仍持续滚存。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95K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