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500000</c:v>
                </c:pt>
                <c:pt idx="7">
                  <c:v>500000</c:v>
                </c:pt>
                <c:pt idx="8">
                  <c:v>500000</c:v>
                </c:pt>
                <c:pt idx="9">
                  <c:v>500000</c:v>
                </c:pt>
                <c:pt idx="10">
                  <c:v>500000</c:v>
                </c:pt>
                <c:pt idx="11">
                  <c:v>500000</c:v>
                </c:pt>
                <c:pt idx="12">
                  <c:v>500000</c:v>
                </c:pt>
                <c:pt idx="13">
                  <c:v>500000</c:v>
                </c:pt>
                <c:pt idx="14">
                  <c:v>500000</c:v>
                </c:pt>
                <c:pt idx="15">
                  <c:v>500000</c:v>
                </c:pt>
                <c:pt idx="16">
                  <c:v>500000</c:v>
                </c:pt>
                <c:pt idx="17">
                  <c:v>500000</c:v>
                </c:pt>
                <c:pt idx="18">
                  <c:v>500000</c:v>
                </c:pt>
                <c:pt idx="19">
                  <c:v>500000</c:v>
                </c:pt>
                <c:pt idx="20">
                  <c:v>500000</c:v>
                </c:pt>
                <c:pt idx="21">
                  <c:v>500000</c:v>
                </c:pt>
                <c:pt idx="22">
                  <c:v>500000</c:v>
                </c:pt>
                <c:pt idx="23">
                  <c:v>500000</c:v>
                </c:pt>
                <c:pt idx="24">
                  <c:v>500000</c:v>
                </c:pt>
                <c:pt idx="25">
                  <c:v>500000</c:v>
                </c:pt>
                <c:pt idx="26">
                  <c:v>500000</c:v>
                </c:pt>
                <c:pt idx="27">
                  <c:v>500000</c:v>
                </c:pt>
                <c:pt idx="28">
                  <c:v>500000</c:v>
                </c:pt>
                <c:pt idx="29">
                  <c:v>500000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2643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14498</c:v>
                </c:pt>
                <c:pt idx="8">
                  <c:v>37816</c:v>
                </c:pt>
                <c:pt idx="9">
                  <c:v>70781</c:v>
                </c:pt>
                <c:pt idx="10">
                  <c:v>138233</c:v>
                </c:pt>
                <c:pt idx="11">
                  <c:v>168078</c:v>
                </c:pt>
                <c:pt idx="12">
                  <c:v>195703</c:v>
                </c:pt>
                <c:pt idx="13">
                  <c:v>321066</c:v>
                </c:pt>
                <c:pt idx="14">
                  <c:v>361709</c:v>
                </c:pt>
                <c:pt idx="15">
                  <c:v>431210</c:v>
                </c:pt>
                <c:pt idx="16">
                  <c:v>480864</c:v>
                </c:pt>
                <c:pt idx="17">
                  <c:v>557827</c:v>
                </c:pt>
                <c:pt idx="18">
                  <c:v>644103</c:v>
                </c:pt>
                <c:pt idx="19">
                  <c:v>751890</c:v>
                </c:pt>
                <c:pt idx="20">
                  <c:v>866345</c:v>
                </c:pt>
                <c:pt idx="21">
                  <c:v>951156</c:v>
                </c:pt>
                <c:pt idx="22">
                  <c:v>1051871</c:v>
                </c:pt>
                <c:pt idx="23">
                  <c:v>1172015</c:v>
                </c:pt>
                <c:pt idx="24">
                  <c:v>1297654</c:v>
                </c:pt>
                <c:pt idx="25">
                  <c:v>1434601</c:v>
                </c:pt>
                <c:pt idx="26">
                  <c:v>1591085</c:v>
                </c:pt>
                <c:pt idx="27">
                  <c:v>1754161</c:v>
                </c:pt>
                <c:pt idx="28">
                  <c:v>1940423</c:v>
                </c:pt>
                <c:pt idx="29">
                  <c:v>2105480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2643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500000</c:v>
                </c:pt>
                <c:pt idx="7">
                  <c:v>514498</c:v>
                </c:pt>
                <c:pt idx="8">
                  <c:v>537816</c:v>
                </c:pt>
                <c:pt idx="9">
                  <c:v>570781</c:v>
                </c:pt>
                <c:pt idx="10">
                  <c:v>638233</c:v>
                </c:pt>
                <c:pt idx="11">
                  <c:v>668078</c:v>
                </c:pt>
                <c:pt idx="12">
                  <c:v>695703</c:v>
                </c:pt>
                <c:pt idx="13">
                  <c:v>821066</c:v>
                </c:pt>
                <c:pt idx="14">
                  <c:v>861709</c:v>
                </c:pt>
                <c:pt idx="15">
                  <c:v>931210</c:v>
                </c:pt>
                <c:pt idx="16">
                  <c:v>980864</c:v>
                </c:pt>
                <c:pt idx="17">
                  <c:v>1057827</c:v>
                </c:pt>
                <c:pt idx="18">
                  <c:v>1144103</c:v>
                </c:pt>
                <c:pt idx="19">
                  <c:v>1251890</c:v>
                </c:pt>
                <c:pt idx="20">
                  <c:v>1366345</c:v>
                </c:pt>
                <c:pt idx="21">
                  <c:v>1451156</c:v>
                </c:pt>
                <c:pt idx="22">
                  <c:v>1551871</c:v>
                </c:pt>
                <c:pt idx="23">
                  <c:v>1672015</c:v>
                </c:pt>
                <c:pt idx="24">
                  <c:v>1797654</c:v>
                </c:pt>
                <c:pt idx="25">
                  <c:v>1934601</c:v>
                </c:pt>
                <c:pt idx="26">
                  <c:v>2091085</c:v>
                </c:pt>
                <c:pt idx="27">
                  <c:v>2254161</c:v>
                </c:pt>
                <c:pt idx="28">
                  <c:v>2440423</c:v>
                </c:pt>
                <c:pt idx="29">
                  <c:v>2605480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Sheet1!$A$2:$A$14</c:f>
              <c:strCache>
                <c:ptCount val="13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Y10
(10岁)</c:v>
                </c:pt>
                <c:pt idx="6">
                  <c:v>Y15
(15岁)</c:v>
                </c:pt>
                <c:pt idx="7">
                  <c:v>Y20
(20岁)</c:v>
                </c:pt>
                <c:pt idx="8">
                  <c:v>Y25
(25岁)</c:v>
                </c:pt>
                <c:pt idx="9">
                  <c:v>Y30
(30岁)</c:v>
                </c:pt>
                <c:pt idx="10">
                  <c:v>Y31
(31岁)</c:v>
                </c:pt>
                <c:pt idx="11">
                  <c:v>Y41
(41岁)</c:v>
                </c:pt>
                <c:pt idx="12">
                  <c:v>Y51
(51岁)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2643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570781</c:v>
                </c:pt>
                <c:pt idx="6">
                  <c:v>861709</c:v>
                </c:pt>
                <c:pt idx="7">
                  <c:v>1251890</c:v>
                </c:pt>
                <c:pt idx="8">
                  <c:v>1797654</c:v>
                </c:pt>
                <c:pt idx="9">
                  <c:v>2605480</c:v>
                </c:pt>
                <c:pt idx="10">
                  <c:v>2782754</c:v>
                </c:pt>
                <c:pt idx="11">
                  <c:v>5457765</c:v>
                </c:pt>
                <c:pt idx="12">
                  <c:v>10315070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Sheet1!$A$2:$A$14</c:f>
              <c:strCache>
                <c:ptCount val="13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Y10
(10岁)</c:v>
                </c:pt>
                <c:pt idx="6">
                  <c:v>Y15
(15岁)</c:v>
                </c:pt>
                <c:pt idx="7">
                  <c:v>Y20
(20岁)</c:v>
                </c:pt>
                <c:pt idx="8">
                  <c:v>Y25
(25岁)</c:v>
                </c:pt>
                <c:pt idx="9">
                  <c:v>Y30
(30岁)</c:v>
                </c:pt>
                <c:pt idx="10">
                  <c:v>Y31
(31岁)</c:v>
                </c:pt>
                <c:pt idx="11">
                  <c:v>Y41
(41岁)</c:v>
                </c:pt>
                <c:pt idx="12">
                  <c:v>Y51
(51岁)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2643</c:v>
                </c:pt>
                <c:pt idx="1">
                  <c:v>4742</c:v>
                </c:pt>
                <c:pt idx="2">
                  <c:v>36393</c:v>
                </c:pt>
                <c:pt idx="3">
                  <c:v>93326</c:v>
                </c:pt>
                <c:pt idx="4">
                  <c:v>234795</c:v>
                </c:pt>
                <c:pt idx="5">
                  <c:v>624187</c:v>
                </c:pt>
                <c:pt idx="6">
                  <c:v>861745</c:v>
                </c:pt>
                <c:pt idx="7">
                  <c:v>1134597</c:v>
                </c:pt>
                <c:pt idx="8">
                  <c:v>1411967</c:v>
                </c:pt>
                <c:pt idx="9">
                  <c:v>1741304</c:v>
                </c:pt>
                <c:pt idx="10">
                  <c:v>1797613</c:v>
                </c:pt>
                <c:pt idx="11">
                  <c:v>2453842</c:v>
                </c:pt>
                <c:pt idx="12">
                  <c:v>3378643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3014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「匠心传承」储蓄寿险计划2(尊尚版)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周大福人寿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84238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「匠心传承」储蓄寿险计划2(尊尚版)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重疾/医疗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匠心系列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企业保障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周大福集团旗下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郑氏家族控股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立足香港近40年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1,251,890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2.50x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2,605,480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5.21x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1,251,890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2,605,480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34,128,307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128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-99.47%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-4.00%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70,781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570,781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361,709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861,709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751,890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1,251,890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1,297,654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1,797,654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10.38%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2,105,480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2,605,480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3,129,530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3,629,530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17.88%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4,610,146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5,110,146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23.05%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9,185,512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9,685,512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36.74%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17,681,038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18,181,038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58.94%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33,628,307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34,128,307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96.08%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63,563,525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64,063,525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158.91%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119,756,043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120,256,043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266.12%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225,237,125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225,737,125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450.47%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7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234,795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234,795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304,801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339,801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-5.34%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449,186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624,187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511,742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861,745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609,591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1,134,597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711,958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1,411,967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7.30%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866,288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1,741,304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1,050,029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987,598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2,037,627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8.79%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1,153,800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2,378,845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1,575,107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1,693,461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3,268,568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11.07%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2,706,421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4,631,633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35,023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2,275,471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4,607,683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6,883,154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18.24%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8,176,330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10,802,263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2,977,227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14,874,098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17,851,325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38.56%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3,329,439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27,445,663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30,775,102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60.55%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35,258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3,684,824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51,040,015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54,724,839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98.59%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37,684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4,045,293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95,322,880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99,368,173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164.78%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39,513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4,307,959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147,811,533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152,119,492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4.61%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238.77%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245,001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429,445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350,003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511,742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455,005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550,368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595,008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637,967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3,294,222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25,803,643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所有数据均直接源自周大福人寿官方计划书原文（pdfplumber按列精确提取）；如需进一步核验，可逐项对照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2,605,480。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525,006，本金仍持续滚存。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本演示基于周大福人寿官方计划书数据生成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