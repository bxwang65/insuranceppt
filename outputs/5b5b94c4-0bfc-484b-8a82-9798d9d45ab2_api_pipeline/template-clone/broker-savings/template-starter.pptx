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675f3b7d684c2f" /><Relationship Type="http://schemas.openxmlformats.org/officeDocument/2006/relationships/extended-properties" Target="/docProps/app.xml" Id="R40fb91e166d24057" /><Relationship Type="http://schemas.openxmlformats.org/officeDocument/2006/relationships/officeDocument" Target="/ppt/presentation.xml" Id="R222f77288bd041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d495d891ca4f18"/>
    <p:sldMasterId xmlns:r="http://schemas.openxmlformats.org/officeDocument/2006/relationships" id="2147483659" r:id="R34df2f554073472a"/>
  </p:sldMasterIdLst>
  <p:notesMasterIdLst>
    <p:notesMasterId xmlns:r="http://schemas.openxmlformats.org/officeDocument/2006/relationships" r:id="R7924bc4deddd425e"/>
  </p:notesMasterIdLst>
  <p:sldIdLst>
    <p:sldId xmlns:r="http://schemas.openxmlformats.org/officeDocument/2006/relationships" id="256" r:id="R90d10a2d6330456c"/>
    <p:sldId xmlns:r="http://schemas.openxmlformats.org/officeDocument/2006/relationships" id="257" r:id="Ref865243cb4b4e01"/>
    <p:sldId xmlns:r="http://schemas.openxmlformats.org/officeDocument/2006/relationships" id="258" r:id="Rd1ea507263484c38"/>
    <p:sldId xmlns:r="http://schemas.openxmlformats.org/officeDocument/2006/relationships" id="259" r:id="R0f22324ee1cd4542"/>
    <p:sldId xmlns:r="http://schemas.openxmlformats.org/officeDocument/2006/relationships" id="260" r:id="R89db8f1211bf4157"/>
    <p:sldId xmlns:r="http://schemas.openxmlformats.org/officeDocument/2006/relationships" id="261" r:id="Rb7d20c441d194870"/>
    <p:sldId xmlns:r="http://schemas.openxmlformats.org/officeDocument/2006/relationships" id="262" r:id="Re952e7b60e8e4604"/>
    <p:sldId xmlns:r="http://schemas.openxmlformats.org/officeDocument/2006/relationships" id="263" r:id="Ra88fdd92650a4efc"/>
    <p:sldId xmlns:r="http://schemas.openxmlformats.org/officeDocument/2006/relationships" id="264" r:id="Rcc1d7e7880c74cf8"/>
    <p:sldId xmlns:r="http://schemas.openxmlformats.org/officeDocument/2006/relationships" id="265" r:id="Rb11b41025424449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609f09485945a7" /><Relationship Type="http://schemas.openxmlformats.org/officeDocument/2006/relationships/slideMaster" Target="/ppt/slideMasters/slideMaster1.xml" Id="Rb9d495d891ca4f18" /><Relationship Type="http://schemas.openxmlformats.org/officeDocument/2006/relationships/slideMaster" Target="/ppt/slideMasters/slideMaster2.xml" Id="R34df2f554073472a" /><Relationship Type="http://schemas.openxmlformats.org/officeDocument/2006/relationships/notesMaster" Target="/ppt/notesMasters/notesMaster1.xml" Id="R7924bc4deddd425e" /><Relationship Type="http://schemas.openxmlformats.org/officeDocument/2006/relationships/presProps" Target="/ppt/presProps.xml" Id="R1385019f3282431e" /><Relationship Type="http://schemas.openxmlformats.org/officeDocument/2006/relationships/viewProps" Target="/ppt/viewProps.xml" Id="Rbab679ea26df449b" /><Relationship Type="http://schemas.openxmlformats.org/officeDocument/2006/relationships/tableStyles" Target="/ppt/tableStyles.xml" Id="R76f0b6595ce648ed" /><Relationship Type="http://schemas.openxmlformats.org/officeDocument/2006/relationships/slide" Target="/ppt/slides/slide1.xml" Id="R90d10a2d6330456c" /><Relationship Type="http://schemas.openxmlformats.org/officeDocument/2006/relationships/slide" Target="/ppt/slides/slide2.xml" Id="Ref865243cb4b4e01" /><Relationship Type="http://schemas.openxmlformats.org/officeDocument/2006/relationships/slide" Target="/ppt/slides/slide3.xml" Id="Rd1ea507263484c38" /><Relationship Type="http://schemas.openxmlformats.org/officeDocument/2006/relationships/slide" Target="/ppt/slides/slide4.xml" Id="R0f22324ee1cd4542" /><Relationship Type="http://schemas.openxmlformats.org/officeDocument/2006/relationships/slide" Target="/ppt/slides/slide5.xml" Id="R89db8f1211bf4157" /><Relationship Type="http://schemas.openxmlformats.org/officeDocument/2006/relationships/slide" Target="/ppt/slides/slide6.xml" Id="Rb7d20c441d194870" /><Relationship Type="http://schemas.openxmlformats.org/officeDocument/2006/relationships/slide" Target="/ppt/slides/slide7.xml" Id="Re952e7b60e8e4604" /><Relationship Type="http://schemas.openxmlformats.org/officeDocument/2006/relationships/slide" Target="/ppt/slides/slide8.xml" Id="Ra88fdd92650a4efc" /><Relationship Type="http://schemas.openxmlformats.org/officeDocument/2006/relationships/slide" Target="/ppt/slides/slide9.xml" Id="Rcc1d7e7880c74cf8" /><Relationship Type="http://schemas.openxmlformats.org/officeDocument/2006/relationships/slide" Target="/ppt/slides/slide10.xml" Id="Rb11b4102542444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271e94cad5d84d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4b414ca85a4bbb" /><Relationship Type="http://schemas.openxmlformats.org/officeDocument/2006/relationships/notesMaster" Target="/ppt/notesMasters/notesMaster1.xml" Id="R23d446fd2d9b43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36941bab214717" /><Relationship Type="http://schemas.openxmlformats.org/officeDocument/2006/relationships/notesMaster" Target="/ppt/notesMasters/notesMaster1.xml" Id="Re17e66ead65841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02d21adde64153" /><Relationship Type="http://schemas.openxmlformats.org/officeDocument/2006/relationships/notesMaster" Target="/ppt/notesMasters/notesMaster1.xml" Id="R1b50f091b39a49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354154006d48e3" /><Relationship Type="http://schemas.openxmlformats.org/officeDocument/2006/relationships/notesMaster" Target="/ppt/notesMasters/notesMaster1.xml" Id="Rc67f70f20eb145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234969238c47bd" /><Relationship Type="http://schemas.openxmlformats.org/officeDocument/2006/relationships/notesMaster" Target="/ppt/notesMasters/notesMaster1.xml" Id="R5760a7c56d3640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8083b22beb4904" /><Relationship Type="http://schemas.openxmlformats.org/officeDocument/2006/relationships/notesMaster" Target="/ppt/notesMasters/notesMaster1.xml" Id="Rfdeda809a45548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8c7f6f8b744938" /><Relationship Type="http://schemas.openxmlformats.org/officeDocument/2006/relationships/notesMaster" Target="/ppt/notesMasters/notesMaster1.xml" Id="Rf8a813ce41c241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a26d1c85584112" /><Relationship Type="http://schemas.openxmlformats.org/officeDocument/2006/relationships/notesMaster" Target="/ppt/notesMasters/notesMaster1.xml" Id="Reb04bf7990dd4c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1c8dff0f1f43b8" /><Relationship Type="http://schemas.openxmlformats.org/officeDocument/2006/relationships/notesMaster" Target="/ppt/notesMasters/notesMaster1.xml" Id="Rb55efc7c80f84a7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0a2ce92e3fb4bb2" /><Relationship Type="http://schemas.openxmlformats.org/officeDocument/2006/relationships/notesMaster" Target="/ppt/notesMasters/notesMaster1.xml" Id="Ra46ebe52cd8648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ffa7b624414d1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b2e4950144456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f40ee2b1d748b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d498e1f8f14a1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e71c732b944d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a04385538d4c2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1918e0d8b54c0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36ffbb125e489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66260a029842e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74b93f478e4be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d331decf798494c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89a484aaeca442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8599587783e4b02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be47440fa95475f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d6d6e34699b4aae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ae47e2cf41c47f2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0fe19d3035a41ac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c42d71013784bee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3e9d284fd6849b8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25c2b9f511a49a6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5700b851e204951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a353aec5d914982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CF0D09A-D3EB-484B-A234-0D8413392DB6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524000" y="1322962"/>
            <a:ext cx="9144000" cy="2187001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单击此处添加标题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E7F9631-91E3-408B-84D6-6F5092A2BD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D63E30F-7A01-4943-A2CD-AAE883CEDCD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779E8E0-7449-44C2-BFA7-265009D946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195610F0-8342-4044-A6F4-8CD33B42FB2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单击此处添加副标题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CAA2699-4DA6-460E-86EB-4322B51048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3124DBDD-C317-4F3A-AFE9-A5478451DB9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10515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A3C4229-75F1-4021-9DBD-741B0ECCC90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1645709-92F6-4ED2-B02A-D1E879AC78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75F1B8D-E73B-4FAB-96A8-71A9453FE6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DE494FC-6D71-409E-87BD-26FA8645D3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3751117"/>
            <a:ext cx="7321550" cy="81135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D9BEE86-3D4A-4A6E-A6B4-82F1E1D4F0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610028"/>
            <a:ext cx="7321550" cy="64755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C1E7E0A-910A-446A-9112-773921C225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8160AD0-9F8A-444F-AA8F-9C7EE4DDD52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CE1B2A0-57FA-4C1E-8C89-9198AB727F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436FA26-809E-48FE-8E45-4226293134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E139FE1-E059-4C7D-8566-E4EB42893BB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3EDFEED-B44D-4B29-A1EC-FC8DDA20D8A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981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0B277C-02C7-470F-9659-133AA5891C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47F34C17-917B-4238-A00D-F4D2CC0CF0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ED7F0326-FAB5-4FC8-B9A0-DDAD877CD6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BCA533F-03AB-4C3A-B376-C5641EF38B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AF75A0A-023E-4494-A47A-17CD69C4AB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744961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180ED845-5CA4-4988-8919-4891CE45241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615609"/>
            <a:ext cx="5157787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3822C3DC-06CB-48AD-95B7-299FA108B18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744961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D0E053C0-69F4-4E47-BA1B-86CC507C8F6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615609"/>
            <a:ext cx="5183188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FFC3F754-01EA-488A-8D30-0FB601516D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9A14280-D9E4-405F-B4CB-A05DB358CC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8FC77B4D-4F83-4C96-87A3-C8E93B784D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F03E932-AC9B-4116-AF96-F8AEC4672C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2766219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6164D670-332E-4581-9515-A7C10B230C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72B70E41-18D5-4380-83DB-01CF5D983A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70B62E17-D47C-4A71-8EFD-8650426732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5CCA1503-A78D-4B0D-B219-44645355C6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180B2841-A531-4689-843E-1DFC11B44CA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94F187D7-F07B-447C-B1B8-29CFA3A18B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EB5064D-E46D-4110-A248-E420BA2132D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46747" y="127000"/>
            <a:ext cx="4165200" cy="16002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单击此处编辑标题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1CF47084-BB5A-4F8B-9FA5-46634F3AB80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4000" y="766354"/>
            <a:ext cx="5817375" cy="5094446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3670F5B1-47E3-4148-8A78-8332AB60103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51827" y="2057400"/>
            <a:ext cx="4165200" cy="381158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58DD2B2-BFDC-4A6D-BBB4-E2A414C5BF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D032EE8-3AE9-4E61-B432-95002987600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D29CBDFD-03A0-4A98-9A7B-08E23AB0E6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33A258EA-645F-431A-ACD2-A66B9BCAFD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824484" y="365125"/>
            <a:ext cx="1529316" cy="5811838"/>
          </a:xfrm>
        </p:spPr>
        <p:txBody>
          <a:bodyPr xmlns:a="http://schemas.openxmlformats.org/drawingml/2006/main" vert="eaVert">
            <a:normAutofit/>
          </a:bodyPr>
          <a:lstStyle xmlns:a="http://schemas.openxmlformats.org/drawingml/2006/main">
            <a:lvl1pPr>
              <a:buNone/>
              <a:defRPr sz="36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7AA66FF7-5CE7-40FE-8445-C547534780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8879958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A989014-9FC8-4417-9BB7-600F662A328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B20348E-3606-4EC4-A04B-FD159F209C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1F21902-13FD-460D-8F5D-2ED8F786F9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2F9D23F4-5382-4F48-8CD2-D1B545A3223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0398FF95-F425-4B2C-A9E2-8FBD1C6C2D6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9A26C362-A59D-44FB-B179-73F1E337A1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8B265C1C-DB05-46A2-94DF-CF57BAA27CA1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38200" y="551543"/>
            <a:ext cx="10515600" cy="555897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CDDE272-184A-435F-8C61-0FDF14A3AA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4809F57-03FF-41F0-99BB-50B9BE2E4DB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92B3EEB-84FB-48B6-A512-49592F01B06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CEBDFB7-3AA5-42AB-8592-5F6E828780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34BBF1C-0AFD-4234-82DB-6D00024062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E85F44C-B2F5-4A23-82B0-13235A7342C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2178053" y="1445232"/>
            <a:ext cx="1146320" cy="1815098"/>
          </a:xfrm>
        </p:spPr>
        <p:txBody>
          <a:bodyPr xmlns:a="http://schemas.openxmlformats.org/drawingml/2006/main" vert="eaVert" wrap="square" anchor="b">
            <a:normAutofit/>
          </a:bodyPr>
          <a:lstStyle xmlns:a="http://schemas.openxmlformats.org/drawingml/2006/main">
            <a:lvl1pPr>
              <a:buNone/>
              <a:defRPr sz="66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标题</a:t>
            </a:r>
          </a:p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80A8982-3708-464C-93FD-73D169BC00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4DFD095-4429-484F-BA2A-4190B1F7F32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3B1C057-A40B-4F80-8AE4-ACC284D36EA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3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E597B84-DA5A-4126-BE88-FAAC0B2B22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27B8FDF-8ABB-4968-8976-0480A75FA47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1301750"/>
            <a:ext cx="5323840" cy="487585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EC1E2CA6-FF69-4D79-B75A-28BE02FC0C0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301750"/>
            <a:ext cx="5323840" cy="487585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6905D88F-A621-4C43-AF1E-AABDD24615E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37334DA-EABB-46D3-8382-49FF53681C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20B31C6-B626-44F8-B3DB-6ADBA8955D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B02073B-A41E-4779-B594-D8B8E828D111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95960" y="1301750"/>
            <a:ext cx="5323840" cy="411303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单击此处编辑母版标题样式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967ACA63-0B9C-4345-BDBD-49B4E82812B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95960" y="1875099"/>
            <a:ext cx="5323840" cy="4300276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 sz="2200"/>
            </a:lvl1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C6F667F5-3674-41DE-90CD-6535F0D9AF8B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6172200" y="1301750"/>
            <a:ext cx="5323840" cy="411303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单击此处编辑母版标题样式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63561A78-3FB6-4480-938E-6D062D6EDD3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1875099"/>
            <a:ext cx="5323840" cy="4300276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 sz="2200"/>
            </a:lvl1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9E22BE3A-2D08-43A6-AC34-644B3B1845B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4ECDDF10-5D47-463D-B79A-A4C94876C9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E7FD22E3-0C49-4106-8DAE-9B93DB355A1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" name="标题 9">
            <a:extLst xmlns:a="http://schemas.openxmlformats.org/drawingml/2006/main">
              <a:ext uri="{FF2B5EF4-FFF2-40B4-BE49-F238E27FC236}">
                <a16:creationId xmlns:a16="http://schemas.microsoft.com/office/drawing/2014/main" id="{8C833F3B-3230-45A2-AE1A-E7FC81612C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7101851-0FED-4EB4-93EE-85E1A000F2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F9C952E8-2412-48A9-84E9-0F153CEE15D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7704E412-3C98-42CE-9C16-3E0A74D7E6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53517551-7065-4BEB-A740-EE922081017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6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C5BAC509-A156-4A3A-973B-A24FD611E41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5B1F9FE6-AF69-4A73-B8DB-CA8BECB0923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06368D96-A086-4F41-9D5F-D80C38F5C53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1">
            <a:extLst xmlns:a="http://schemas.openxmlformats.org/drawingml/2006/main">
              <a:ext uri="{FF2B5EF4-FFF2-40B4-BE49-F238E27FC236}">
                <a16:creationId xmlns:a16="http://schemas.microsoft.com/office/drawing/2014/main" id="{D162F63E-A083-41BE-B1FC-DB043CEFBBA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360045"/>
            <a:ext cx="10801985" cy="581787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4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3252C309-5627-41F3-B926-A42F41B1B0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CC396A2F-C890-42DD-9600-BC6D6260DE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E7F2648-4CAA-4E10-8393-C4716D0283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430BB8A-3ECD-4012-9E71-4117C7C4B43B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95960" y="1301750"/>
            <a:ext cx="10799088" cy="405553"/>
          </a:xfrm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r>
              <a:t>单击此处编辑副标题</a:t>
            </a:r>
          </a:p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1F935B0-BBFF-41FC-83D2-F492BCED6C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F63EAB9-C0F4-462A-8576-E9AEBD9880B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5D892E7-76E1-4C71-9E80-3E2C67C1D7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BF19A4C0-B71F-47E8-B477-3A79EE1836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showMasterSp="0" preserve="1" userDrawn="1">
  <p:cSld name="封面页_1_3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7122DC3-B5D2-4271-A0E2-FB1714DB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991B1D9-E16D-4118-8687-7D0789DC2C5E}"/>
              </a:ext>
            </a:extLst>
          </p:cNvPr>
          <p:cNvSpPr>
            <a:spLocks xmlns:a="http://schemas.openxmlformats.org/drawingml/2006/main" noGrp="1"/>
          </p:cNvSpPr>
          <p:nvPr>
            <p:ph type="dt" idx="16385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59599F5-F890-450A-9C1D-958D87873FFD}"/>
              </a:ext>
            </a:extLst>
          </p:cNvPr>
          <p:cNvSpPr>
            <a:spLocks xmlns:a="http://schemas.openxmlformats.org/drawingml/2006/main" noGrp="1"/>
          </p:cNvSpPr>
          <p:nvPr>
            <p:ph type="ftr" idx="16386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DA30481-3DAF-46C8-8D33-98A8F25CCF50}"/>
              </a:ext>
            </a:extLst>
          </p:cNvPr>
          <p:cNvSpPr>
            <a:spLocks xmlns:a="http://schemas.openxmlformats.org/drawingml/2006/main" noGrp="1"/>
          </p:cNvSpPr>
          <p:nvPr>
            <p:ph type="sldNum" idx="16387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6" name="任意多边形: 形状 15">
            <a:extLst xmlns:a="http://schemas.openxmlformats.org/drawingml/2006/main">
              <a:ext uri="{FF2B5EF4-FFF2-40B4-BE49-F238E27FC236}">
                <a16:creationId xmlns:a16="http://schemas.microsoft.com/office/drawing/2014/main" id="{F0C1CBFA-3A67-429F-947C-EF87BEA8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622675"/>
            <a:ext cx="1957070" cy="2042795"/>
          </a:xfrm>
          <a:custGeom xmlns:a="http://schemas.openxmlformats.org/drawingml/2006/main">
            <a:rect l="l" t="t" r="r" b="b"/>
            <a:pathLst>
              <a:path w="1957284" h="2042763">
                <a:moveTo>
                  <a:pt x="1957284" y="88055"/>
                </a:moveTo>
                <a:lnTo>
                  <a:pt x="1896235" y="65711"/>
                </a:lnTo>
                <a:cubicBezTo>
                  <a:pt x="1758934" y="23005"/>
                  <a:pt x="1612954" y="0"/>
                  <a:pt x="1461600" y="0"/>
                </a:cubicBezTo>
                <a:cubicBezTo>
                  <a:pt x="654381" y="0"/>
                  <a:pt x="0" y="654381"/>
                  <a:pt x="0" y="1461600"/>
                </a:cubicBezTo>
                <a:cubicBezTo>
                  <a:pt x="0" y="1663405"/>
                  <a:pt x="40899" y="1855657"/>
                  <a:pt x="114860" y="2030521"/>
                </a:cubicBezTo>
                <a:lnTo>
                  <a:pt x="120757" y="204276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7" name="任意多边形: 形状 16">
            <a:extLst xmlns:a="http://schemas.openxmlformats.org/drawingml/2006/main">
              <a:ext uri="{FF2B5EF4-FFF2-40B4-BE49-F238E27FC236}">
                <a16:creationId xmlns:a16="http://schemas.microsoft.com/office/drawing/2014/main" id="{4F15F215-32D1-4E2D-AF25-A2EA1CC9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7390" y="4784090"/>
            <a:ext cx="363220" cy="381635"/>
          </a:xfrm>
          <a:custGeom xmlns:a="http://schemas.openxmlformats.org/drawingml/2006/main">
            <a:rect l="l" t="t" r="r" b="b"/>
            <a:pathLst>
              <a:path w="363138" h="381923">
                <a:moveTo>
                  <a:pt x="12546" y="381923"/>
                </a:moveTo>
                <a:lnTo>
                  <a:pt x="6107" y="361181"/>
                </a:lnTo>
                <a:cubicBezTo>
                  <a:pt x="2103" y="341613"/>
                  <a:pt x="0" y="321352"/>
                  <a:pt x="0" y="300600"/>
                </a:cubicBezTo>
                <a:cubicBezTo>
                  <a:pt x="0" y="134583"/>
                  <a:pt x="134583" y="0"/>
                  <a:pt x="300600" y="0"/>
                </a:cubicBezTo>
                <a:cubicBezTo>
                  <a:pt x="321352" y="0"/>
                  <a:pt x="341613" y="2103"/>
                  <a:pt x="361181" y="6107"/>
                </a:cubicBezTo>
                <a:lnTo>
                  <a:pt x="363138" y="671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" name="任意多边形: 形状 18">
            <a:extLst xmlns:a="http://schemas.openxmlformats.org/drawingml/2006/main">
              <a:ext uri="{FF2B5EF4-FFF2-40B4-BE49-F238E27FC236}">
                <a16:creationId xmlns:a16="http://schemas.microsoft.com/office/drawing/2014/main" id="{04CE3DB9-3413-4939-ACF0-E46FA2EF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800" y="1363345"/>
            <a:ext cx="1207770" cy="1283335"/>
          </a:xfrm>
          <a:custGeom xmlns:a="http://schemas.openxmlformats.org/drawingml/2006/main">
            <a:rect l="l" t="t" r="r" b="b"/>
            <a:pathLst>
              <a:path w="1207728" h="1283476">
                <a:moveTo>
                  <a:pt x="1207728" y="0"/>
                </a:moveTo>
                <a:lnTo>
                  <a:pt x="1136917" y="50355"/>
                </a:lnTo>
                <a:cubicBezTo>
                  <a:pt x="725367" y="358134"/>
                  <a:pt x="367298" y="733498"/>
                  <a:pt x="79165" y="1159992"/>
                </a:cubicBezTo>
                <a:lnTo>
                  <a:pt x="0" y="128347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" name="任意多边形: 形状 20">
            <a:extLst xmlns:a="http://schemas.openxmlformats.org/drawingml/2006/main">
              <a:ext uri="{FF2B5EF4-FFF2-40B4-BE49-F238E27FC236}">
                <a16:creationId xmlns:a16="http://schemas.microsoft.com/office/drawing/2014/main" id="{45FABD6C-2670-418B-BAA9-A06F7875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380490"/>
            <a:ext cx="2945130" cy="3138805"/>
          </a:xfrm>
          <a:custGeom xmlns:a="http://schemas.openxmlformats.org/drawingml/2006/main">
            <a:rect l="l" t="t" r="r" b="b"/>
            <a:pathLst>
              <a:path w="2945236" h="3138693">
                <a:moveTo>
                  <a:pt x="0" y="3138693"/>
                </a:moveTo>
                <a:lnTo>
                  <a:pt x="1500" y="3126894"/>
                </a:lnTo>
                <a:cubicBezTo>
                  <a:pt x="231547" y="1621315"/>
                  <a:pt x="1347493" y="407251"/>
                  <a:pt x="2800676" y="33364"/>
                </a:cubicBezTo>
                <a:lnTo>
                  <a:pt x="2945236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" name="任意多边形: 形状 21">
            <a:extLst xmlns:a="http://schemas.openxmlformats.org/drawingml/2006/main">
              <a:ext uri="{FF2B5EF4-FFF2-40B4-BE49-F238E27FC236}">
                <a16:creationId xmlns:a16="http://schemas.microsoft.com/office/drawing/2014/main" id="{FB3F250B-1FCE-42A2-9E4C-4D3B0627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165" y="1490345"/>
            <a:ext cx="3030220" cy="3228340"/>
          </a:xfrm>
          <a:custGeom xmlns:a="http://schemas.openxmlformats.org/drawingml/2006/main">
            <a:rect l="l" t="t" r="r" b="b"/>
            <a:pathLst>
              <a:path w="3030313" h="3228280">
                <a:moveTo>
                  <a:pt x="3030313" y="0"/>
                </a:moveTo>
                <a:lnTo>
                  <a:pt x="2890285" y="25006"/>
                </a:lnTo>
                <a:cubicBezTo>
                  <a:pt x="1348940" y="340411"/>
                  <a:pt x="162205" y="1629308"/>
                  <a:pt x="536" y="3221241"/>
                </a:cubicBezTo>
                <a:cubicBezTo>
                  <a:pt x="357" y="3223587"/>
                  <a:pt x="179" y="3225934"/>
                  <a:pt x="0" y="3228280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A846608C-5C07-48ED-A25B-39DFF234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4645" y="1873885"/>
            <a:ext cx="3099435" cy="3300095"/>
          </a:xfrm>
          <a:custGeom xmlns:a="http://schemas.openxmlformats.org/drawingml/2006/main">
            <a:rect l="l" t="t" r="r" b="b"/>
            <a:pathLst>
              <a:path w="3099797" h="3300200">
                <a:moveTo>
                  <a:pt x="2277" y="3300200"/>
                </a:moveTo>
                <a:lnTo>
                  <a:pt x="0" y="3210137"/>
                </a:lnTo>
                <a:cubicBezTo>
                  <a:pt x="0" y="1491099"/>
                  <a:pt x="1350007" y="87372"/>
                  <a:pt x="3047659" y="1318"/>
                </a:cubicBezTo>
                <a:lnTo>
                  <a:pt x="3099797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" name="任意多边形: 形状 24">
            <a:extLst xmlns:a="http://schemas.openxmlformats.org/drawingml/2006/main">
              <a:ext uri="{FF2B5EF4-FFF2-40B4-BE49-F238E27FC236}">
                <a16:creationId xmlns:a16="http://schemas.microsoft.com/office/drawing/2014/main" id="{7AF23390-A5D8-4EC7-AFE3-9F3E33DF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7995" y="2004695"/>
            <a:ext cx="3083560" cy="3275330"/>
          </a:xfrm>
          <a:custGeom xmlns:a="http://schemas.openxmlformats.org/drawingml/2006/main">
            <a:rect l="l" t="t" r="r" b="b"/>
            <a:pathLst>
              <a:path w="3083468" h="3275088">
                <a:moveTo>
                  <a:pt x="3083468" y="93"/>
                </a:moveTo>
                <a:lnTo>
                  <a:pt x="3079800" y="0"/>
                </a:lnTo>
                <a:cubicBezTo>
                  <a:pt x="1378873" y="0"/>
                  <a:pt x="0" y="1378873"/>
                  <a:pt x="0" y="3079800"/>
                </a:cubicBezTo>
                <a:cubicBezTo>
                  <a:pt x="0" y="3132954"/>
                  <a:pt x="1346" y="3185794"/>
                  <a:pt x="4007" y="3238286"/>
                </a:cubicBezTo>
                <a:lnTo>
                  <a:pt x="6805" y="327508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" name="任意多边形: 形状 25">
            <a:extLst xmlns:a="http://schemas.openxmlformats.org/drawingml/2006/main">
              <a:ext uri="{FF2B5EF4-FFF2-40B4-BE49-F238E27FC236}">
                <a16:creationId xmlns:a16="http://schemas.microsoft.com/office/drawing/2014/main" id="{966CC6B6-B955-459F-9DEF-8F463D0C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1172845"/>
            <a:ext cx="2335530" cy="2491740"/>
          </a:xfrm>
          <a:custGeom xmlns:a="http://schemas.openxmlformats.org/drawingml/2006/main">
            <a:rect l="l" t="t" r="r" b="b"/>
            <a:pathLst>
              <a:path w="2335534" h="2491287">
                <a:moveTo>
                  <a:pt x="2335534" y="0"/>
                </a:moveTo>
                <a:lnTo>
                  <a:pt x="2166244" y="76534"/>
                </a:lnTo>
                <a:cubicBezTo>
                  <a:pt x="1174276" y="554513"/>
                  <a:pt x="396178" y="1406038"/>
                  <a:pt x="14436" y="2448623"/>
                </a:cubicBezTo>
                <a:lnTo>
                  <a:pt x="0" y="249128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" name="任意多边形: 形状 26">
            <a:extLst xmlns:a="http://schemas.openxmlformats.org/drawingml/2006/main">
              <a:ext uri="{FF2B5EF4-FFF2-40B4-BE49-F238E27FC236}">
                <a16:creationId xmlns:a16="http://schemas.microsoft.com/office/drawing/2014/main" id="{90999734-B38A-46F0-B8FC-3FC06E07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1203960"/>
            <a:ext cx="1868805" cy="2000885"/>
          </a:xfrm>
          <a:custGeom xmlns:a="http://schemas.openxmlformats.org/drawingml/2006/main">
            <a:rect l="l" t="t" r="r" b="b"/>
            <a:pathLst>
              <a:path w="1869053" h="2000692">
                <a:moveTo>
                  <a:pt x="0" y="2000692"/>
                </a:moveTo>
                <a:lnTo>
                  <a:pt x="1568" y="1990416"/>
                </a:lnTo>
                <a:lnTo>
                  <a:pt x="15892" y="1958733"/>
                </a:lnTo>
                <a:cubicBezTo>
                  <a:pt x="389303" y="1183777"/>
                  <a:pt x="981584" y="534133"/>
                  <a:pt x="1712542" y="89993"/>
                </a:cubicBezTo>
                <a:lnTo>
                  <a:pt x="186905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827FC6AC-5B9A-437A-9A44-6D9ACBB6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6140" y="1208405"/>
            <a:ext cx="2613025" cy="2781300"/>
          </a:xfrm>
          <a:custGeom xmlns:a="http://schemas.openxmlformats.org/drawingml/2006/main">
            <a:rect l="l" t="t" r="r" b="b"/>
            <a:pathLst>
              <a:path w="2612863" h="2781134">
                <a:moveTo>
                  <a:pt x="0" y="2781134"/>
                </a:moveTo>
                <a:lnTo>
                  <a:pt x="35434" y="2656357"/>
                </a:lnTo>
                <a:cubicBezTo>
                  <a:pt x="414818" y="1436598"/>
                  <a:pt x="1348392" y="461005"/>
                  <a:pt x="2541633" y="24101"/>
                </a:cubicBezTo>
                <a:lnTo>
                  <a:pt x="261286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" name="任意多边形: 形状 28">
            <a:extLst xmlns:a="http://schemas.openxmlformats.org/drawingml/2006/main">
              <a:ext uri="{FF2B5EF4-FFF2-40B4-BE49-F238E27FC236}">
                <a16:creationId xmlns:a16="http://schemas.microsoft.com/office/drawing/2014/main" id="{5906B522-CD8D-4F2D-8500-80DBC989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9485" y="1284605"/>
            <a:ext cx="2815590" cy="2996565"/>
          </a:xfrm>
          <a:custGeom xmlns:a="http://schemas.openxmlformats.org/drawingml/2006/main">
            <a:rect l="l" t="t" r="r" b="b"/>
            <a:pathLst>
              <a:path w="2815694" h="2996646">
                <a:moveTo>
                  <a:pt x="2815694" y="0"/>
                </a:moveTo>
                <a:lnTo>
                  <a:pt x="2686366" y="36725"/>
                </a:lnTo>
                <a:cubicBezTo>
                  <a:pt x="1390883" y="439662"/>
                  <a:pt x="382022" y="1493150"/>
                  <a:pt x="41909" y="2815064"/>
                </a:cubicBezTo>
                <a:lnTo>
                  <a:pt x="0" y="299664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" name="任意多边形: 形状 29">
            <a:extLst xmlns:a="http://schemas.openxmlformats.org/drawingml/2006/main">
              <a:ext uri="{FF2B5EF4-FFF2-40B4-BE49-F238E27FC236}">
                <a16:creationId xmlns:a16="http://schemas.microsoft.com/office/drawing/2014/main" id="{96F413FA-4C38-4C96-B504-401C81ED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8895" y="1605915"/>
            <a:ext cx="3078480" cy="3280410"/>
          </a:xfrm>
          <a:custGeom xmlns:a="http://schemas.openxmlformats.org/drawingml/2006/main">
            <a:rect l="l" t="t" r="r" b="b"/>
            <a:pathLst>
              <a:path w="3078620" h="3280097">
                <a:moveTo>
                  <a:pt x="0" y="3280097"/>
                </a:moveTo>
                <a:lnTo>
                  <a:pt x="12149" y="3120339"/>
                </a:lnTo>
                <a:cubicBezTo>
                  <a:pt x="173672" y="1529845"/>
                  <a:pt x="1398725" y="253757"/>
                  <a:pt x="2964939" y="14445"/>
                </a:cubicBezTo>
                <a:lnTo>
                  <a:pt x="3078620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" name="任意多边形: 形状 30">
            <a:extLst xmlns:a="http://schemas.openxmlformats.org/drawingml/2006/main">
              <a:ext uri="{FF2B5EF4-FFF2-40B4-BE49-F238E27FC236}">
                <a16:creationId xmlns:a16="http://schemas.microsoft.com/office/drawing/2014/main" id="{A6342ECA-EEDA-4106-93C5-C7127A68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880" y="1729740"/>
            <a:ext cx="3100070" cy="3303905"/>
          </a:xfrm>
          <a:custGeom xmlns:a="http://schemas.openxmlformats.org/drawingml/2006/main">
            <a:rect l="l" t="t" r="r" b="b"/>
            <a:pathLst>
              <a:path w="3100310" h="3303501">
                <a:moveTo>
                  <a:pt x="3100310" y="0"/>
                </a:moveTo>
                <a:lnTo>
                  <a:pt x="3020552" y="6065"/>
                </a:lnTo>
                <a:cubicBezTo>
                  <a:pt x="1379804" y="172692"/>
                  <a:pt x="87421" y="1517722"/>
                  <a:pt x="3086" y="3181473"/>
                </a:cubicBezTo>
                <a:cubicBezTo>
                  <a:pt x="2057" y="3222149"/>
                  <a:pt x="1029" y="3262825"/>
                  <a:pt x="0" y="3303501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2" name="任意多边形: 形状 31">
            <a:extLst xmlns:a="http://schemas.openxmlformats.org/drawingml/2006/main">
              <a:ext uri="{FF2B5EF4-FFF2-40B4-BE49-F238E27FC236}">
                <a16:creationId xmlns:a16="http://schemas.microsoft.com/office/drawing/2014/main" id="{FCB5DFEF-F609-42A1-BC75-471996D7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6425" y="2143125"/>
            <a:ext cx="3050540" cy="3232785"/>
          </a:xfrm>
          <a:custGeom xmlns:a="http://schemas.openxmlformats.org/drawingml/2006/main">
            <a:rect l="l" t="t" r="r" b="b"/>
            <a:pathLst>
              <a:path w="3050508" h="3232460">
                <a:moveTo>
                  <a:pt x="14465" y="3232460"/>
                </a:moveTo>
                <a:lnTo>
                  <a:pt x="3827" y="3092554"/>
                </a:lnTo>
                <a:cubicBezTo>
                  <a:pt x="1286" y="3042424"/>
                  <a:pt x="0" y="2991962"/>
                  <a:pt x="0" y="2941200"/>
                </a:cubicBezTo>
                <a:cubicBezTo>
                  <a:pt x="0" y="1316820"/>
                  <a:pt x="1316820" y="0"/>
                  <a:pt x="2941200" y="0"/>
                </a:cubicBezTo>
                <a:lnTo>
                  <a:pt x="3050508" y="276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" name="任意多边形: 形状 32">
            <a:extLst xmlns:a="http://schemas.openxmlformats.org/drawingml/2006/main">
              <a:ext uri="{FF2B5EF4-FFF2-40B4-BE49-F238E27FC236}">
                <a16:creationId xmlns:a16="http://schemas.microsoft.com/office/drawing/2014/main" id="{34B93B0F-A05E-4CDD-B2A6-353ED19E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5490" y="2282190"/>
            <a:ext cx="3003550" cy="3178810"/>
          </a:xfrm>
          <a:custGeom xmlns:a="http://schemas.openxmlformats.org/drawingml/2006/main">
            <a:rect l="l" t="t" r="r" b="b"/>
            <a:pathLst>
              <a:path w="3003593" h="3178430">
                <a:moveTo>
                  <a:pt x="3003593" y="10180"/>
                </a:moveTo>
                <a:lnTo>
                  <a:pt x="2801987" y="0"/>
                </a:lnTo>
                <a:cubicBezTo>
                  <a:pt x="1254492" y="0"/>
                  <a:pt x="0" y="1254492"/>
                  <a:pt x="0" y="2801987"/>
                </a:cubicBezTo>
                <a:cubicBezTo>
                  <a:pt x="0" y="2898706"/>
                  <a:pt x="4900" y="2994280"/>
                  <a:pt x="14466" y="3088474"/>
                </a:cubicBezTo>
                <a:lnTo>
                  <a:pt x="28195" y="317843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4" name="任意多边形: 形状 33">
            <a:extLst xmlns:a="http://schemas.openxmlformats.org/drawingml/2006/main">
              <a:ext uri="{FF2B5EF4-FFF2-40B4-BE49-F238E27FC236}">
                <a16:creationId xmlns:a16="http://schemas.microsoft.com/office/drawing/2014/main" id="{24A773B2-C451-471C-B050-266E5B29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420620"/>
            <a:ext cx="2941955" cy="3111500"/>
          </a:xfrm>
          <a:custGeom xmlns:a="http://schemas.openxmlformats.org/drawingml/2006/main">
            <a:rect l="l" t="t" r="r" b="b"/>
            <a:pathLst>
              <a:path w="2942190" h="3111259">
                <a:moveTo>
                  <a:pt x="40443" y="3111259"/>
                </a:moveTo>
                <a:lnTo>
                  <a:pt x="13754" y="2936379"/>
                </a:lnTo>
                <a:cubicBezTo>
                  <a:pt x="4659" y="2846823"/>
                  <a:pt x="0" y="2755956"/>
                  <a:pt x="0" y="2664000"/>
                </a:cubicBezTo>
                <a:cubicBezTo>
                  <a:pt x="0" y="1192713"/>
                  <a:pt x="1192713" y="0"/>
                  <a:pt x="2664000" y="0"/>
                </a:cubicBezTo>
                <a:cubicBezTo>
                  <a:pt x="2755955" y="0"/>
                  <a:pt x="2846823" y="4659"/>
                  <a:pt x="2936379" y="13754"/>
                </a:cubicBezTo>
                <a:lnTo>
                  <a:pt x="2942190" y="146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" name="任意多边形: 形状 34">
            <a:extLst xmlns:a="http://schemas.openxmlformats.org/drawingml/2006/main">
              <a:ext uri="{FF2B5EF4-FFF2-40B4-BE49-F238E27FC236}">
                <a16:creationId xmlns:a16="http://schemas.microsoft.com/office/drawing/2014/main" id="{F5834C5E-B54C-4B1F-B751-1957874E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46350"/>
            <a:ext cx="2880360" cy="3034665"/>
          </a:xfrm>
          <a:custGeom xmlns:a="http://schemas.openxmlformats.org/drawingml/2006/main">
            <a:rect l="l" t="t" r="r" b="b"/>
            <a:pathLst>
              <a:path w="2880145" h="3034614">
                <a:moveTo>
                  <a:pt x="2880145" y="25717"/>
                </a:moveTo>
                <a:lnTo>
                  <a:pt x="2797496" y="13103"/>
                </a:lnTo>
                <a:cubicBezTo>
                  <a:pt x="2712176" y="4439"/>
                  <a:pt x="2625606" y="0"/>
                  <a:pt x="2538000" y="0"/>
                </a:cubicBezTo>
                <a:cubicBezTo>
                  <a:pt x="1136301" y="0"/>
                  <a:pt x="0" y="1136301"/>
                  <a:pt x="0" y="2538000"/>
                </a:cubicBezTo>
                <a:cubicBezTo>
                  <a:pt x="0" y="2625606"/>
                  <a:pt x="4438" y="2712176"/>
                  <a:pt x="13103" y="2797496"/>
                </a:cubicBezTo>
                <a:lnTo>
                  <a:pt x="49291" y="303461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" name="任意多边形: 形状 35">
            <a:extLst xmlns:a="http://schemas.openxmlformats.org/drawingml/2006/main">
              <a:ext uri="{FF2B5EF4-FFF2-40B4-BE49-F238E27FC236}">
                <a16:creationId xmlns:a16="http://schemas.microsoft.com/office/drawing/2014/main" id="{78F4A221-2464-497D-899A-C8A69DDB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3795" y="2690495"/>
            <a:ext cx="2792730" cy="2938145"/>
          </a:xfrm>
          <a:custGeom xmlns:a="http://schemas.openxmlformats.org/drawingml/2006/main">
            <a:rect l="l" t="t" r="r" b="b"/>
            <a:pathLst>
              <a:path w="2792551" h="2938086">
                <a:moveTo>
                  <a:pt x="64479" y="2938086"/>
                </a:moveTo>
                <a:lnTo>
                  <a:pt x="48638" y="2876475"/>
                </a:lnTo>
                <a:cubicBezTo>
                  <a:pt x="16747" y="2720631"/>
                  <a:pt x="0" y="2559271"/>
                  <a:pt x="0" y="2394000"/>
                </a:cubicBezTo>
                <a:cubicBezTo>
                  <a:pt x="0" y="1071830"/>
                  <a:pt x="1071830" y="0"/>
                  <a:pt x="2394000" y="0"/>
                </a:cubicBezTo>
                <a:cubicBezTo>
                  <a:pt x="2476636" y="0"/>
                  <a:pt x="2558293" y="4187"/>
                  <a:pt x="2638773" y="12360"/>
                </a:cubicBezTo>
                <a:lnTo>
                  <a:pt x="2792551" y="3582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" name="任意多边形: 形状 36">
            <a:extLst xmlns:a="http://schemas.openxmlformats.org/drawingml/2006/main">
              <a:ext uri="{FF2B5EF4-FFF2-40B4-BE49-F238E27FC236}">
                <a16:creationId xmlns:a16="http://schemas.microsoft.com/office/drawing/2014/main" id="{96BC712E-1802-4565-8BFA-9D90ABFCA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3335" y="2820035"/>
            <a:ext cx="2701925" cy="2842895"/>
          </a:xfrm>
          <a:custGeom xmlns:a="http://schemas.openxmlformats.org/drawingml/2006/main">
            <a:rect l="l" t="t" r="r" b="b"/>
            <a:pathLst>
              <a:path w="2702112" h="2842584">
                <a:moveTo>
                  <a:pt x="2702112" y="43159"/>
                </a:moveTo>
                <a:lnTo>
                  <a:pt x="2495922" y="11691"/>
                </a:lnTo>
                <a:cubicBezTo>
                  <a:pt x="2419799" y="3960"/>
                  <a:pt x="2342562" y="0"/>
                  <a:pt x="2264400" y="0"/>
                </a:cubicBezTo>
                <a:cubicBezTo>
                  <a:pt x="1013806" y="0"/>
                  <a:pt x="0" y="1013806"/>
                  <a:pt x="0" y="2264400"/>
                </a:cubicBezTo>
                <a:cubicBezTo>
                  <a:pt x="0" y="2420724"/>
                  <a:pt x="15841" y="2573349"/>
                  <a:pt x="46005" y="2720756"/>
                </a:cubicBezTo>
                <a:lnTo>
                  <a:pt x="77330" y="284258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" name="任意多边形: 形状 37">
            <a:extLst xmlns:a="http://schemas.openxmlformats.org/drawingml/2006/main">
              <a:ext uri="{FF2B5EF4-FFF2-40B4-BE49-F238E27FC236}">
                <a16:creationId xmlns:a16="http://schemas.microsoft.com/office/drawing/2014/main" id="{88CFF086-426F-48F1-BE51-0D95C1AE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3985" y="2940685"/>
            <a:ext cx="2613660" cy="2741930"/>
          </a:xfrm>
          <a:custGeom xmlns:a="http://schemas.openxmlformats.org/drawingml/2006/main">
            <a:rect l="l" t="t" r="r" b="b"/>
            <a:pathLst>
              <a:path w="2613744" h="2741829">
                <a:moveTo>
                  <a:pt x="86203" y="2741829"/>
                </a:moveTo>
                <a:lnTo>
                  <a:pt x="43556" y="2575971"/>
                </a:lnTo>
                <a:cubicBezTo>
                  <a:pt x="14998" y="2436408"/>
                  <a:pt x="0" y="2291906"/>
                  <a:pt x="0" y="2143900"/>
                </a:cubicBezTo>
                <a:cubicBezTo>
                  <a:pt x="0" y="959857"/>
                  <a:pt x="959857" y="0"/>
                  <a:pt x="2143900" y="0"/>
                </a:cubicBezTo>
                <a:cubicBezTo>
                  <a:pt x="2291905" y="0"/>
                  <a:pt x="2436408" y="14998"/>
                  <a:pt x="2575971" y="43556"/>
                </a:cubicBezTo>
                <a:lnTo>
                  <a:pt x="2613744" y="5326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" name="任意多边形: 形状 38">
            <a:extLst xmlns:a="http://schemas.openxmlformats.org/drawingml/2006/main">
              <a:ext uri="{FF2B5EF4-FFF2-40B4-BE49-F238E27FC236}">
                <a16:creationId xmlns:a16="http://schemas.microsoft.com/office/drawing/2014/main" id="{5D25C667-0D3F-4523-B25F-4163715A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0985" y="3067685"/>
            <a:ext cx="2507615" cy="2628900"/>
          </a:xfrm>
          <a:custGeom xmlns:a="http://schemas.openxmlformats.org/drawingml/2006/main">
            <a:rect l="l" t="t" r="r" b="b"/>
            <a:pathLst>
              <a:path w="2507554" h="2629009">
                <a:moveTo>
                  <a:pt x="2507554" y="62621"/>
                </a:moveTo>
                <a:lnTo>
                  <a:pt x="2423376" y="40976"/>
                </a:lnTo>
                <a:cubicBezTo>
                  <a:pt x="2292080" y="14109"/>
                  <a:pt x="2156138" y="0"/>
                  <a:pt x="2016900" y="0"/>
                </a:cubicBezTo>
                <a:cubicBezTo>
                  <a:pt x="902997" y="0"/>
                  <a:pt x="0" y="902997"/>
                  <a:pt x="0" y="2016900"/>
                </a:cubicBezTo>
                <a:cubicBezTo>
                  <a:pt x="0" y="2225757"/>
                  <a:pt x="31746" y="2427199"/>
                  <a:pt x="90676" y="2616664"/>
                </a:cubicBezTo>
                <a:lnTo>
                  <a:pt x="95194" y="262900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" name="任意多边形: 形状 39">
            <a:extLst xmlns:a="http://schemas.openxmlformats.org/drawingml/2006/main">
              <a:ext uri="{FF2B5EF4-FFF2-40B4-BE49-F238E27FC236}">
                <a16:creationId xmlns:a16="http://schemas.microsoft.com/office/drawing/2014/main" id="{156DA36F-A524-47D5-A7C6-70D5C9D8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5285" y="3181985"/>
            <a:ext cx="2407285" cy="2520950"/>
          </a:xfrm>
          <a:custGeom xmlns:a="http://schemas.openxmlformats.org/drawingml/2006/main">
            <a:rect l="l" t="t" r="r" b="b"/>
            <a:pathLst>
              <a:path w="2407041" h="2520965">
                <a:moveTo>
                  <a:pt x="104785" y="2520965"/>
                </a:moveTo>
                <a:lnTo>
                  <a:pt x="85537" y="2468375"/>
                </a:lnTo>
                <a:cubicBezTo>
                  <a:pt x="29947" y="2289647"/>
                  <a:pt x="0" y="2099621"/>
                  <a:pt x="0" y="1902600"/>
                </a:cubicBezTo>
                <a:cubicBezTo>
                  <a:pt x="0" y="851823"/>
                  <a:pt x="851823" y="0"/>
                  <a:pt x="1902600" y="0"/>
                </a:cubicBezTo>
                <a:cubicBezTo>
                  <a:pt x="2033947" y="0"/>
                  <a:pt x="2162186" y="13310"/>
                  <a:pt x="2286040" y="38654"/>
                </a:cubicBezTo>
                <a:lnTo>
                  <a:pt x="2407041" y="6976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" name="任意多边形: 形状 40">
            <a:extLst xmlns:a="http://schemas.openxmlformats.org/drawingml/2006/main">
              <a:ext uri="{FF2B5EF4-FFF2-40B4-BE49-F238E27FC236}">
                <a16:creationId xmlns:a16="http://schemas.microsoft.com/office/drawing/2014/main" id="{F29E09CD-1582-4BD1-BA7B-ECB9D997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330" y="3288030"/>
            <a:ext cx="2306320" cy="2413635"/>
          </a:xfrm>
          <a:custGeom xmlns:a="http://schemas.openxmlformats.org/drawingml/2006/main">
            <a:rect l="l" t="t" r="r" b="b"/>
            <a:pathLst>
              <a:path w="2306398" h="2413436">
                <a:moveTo>
                  <a:pt x="2306398" y="74555"/>
                </a:moveTo>
                <a:lnTo>
                  <a:pt x="2158377" y="36495"/>
                </a:lnTo>
                <a:cubicBezTo>
                  <a:pt x="2041439" y="12566"/>
                  <a:pt x="1920362" y="0"/>
                  <a:pt x="1796350" y="0"/>
                </a:cubicBezTo>
                <a:cubicBezTo>
                  <a:pt x="804253" y="0"/>
                  <a:pt x="0" y="804253"/>
                  <a:pt x="0" y="1796350"/>
                </a:cubicBezTo>
                <a:cubicBezTo>
                  <a:pt x="0" y="1982368"/>
                  <a:pt x="28275" y="2161783"/>
                  <a:pt x="80760" y="2330530"/>
                </a:cubicBezTo>
                <a:lnTo>
                  <a:pt x="111104" y="241343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" name="任意多边形: 形状 41">
            <a:extLst xmlns:a="http://schemas.openxmlformats.org/drawingml/2006/main">
              <a:ext uri="{FF2B5EF4-FFF2-40B4-BE49-F238E27FC236}">
                <a16:creationId xmlns:a16="http://schemas.microsoft.com/office/drawing/2014/main" id="{E8470A4D-0992-4207-974D-437ACBB3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3395980"/>
            <a:ext cx="2200275" cy="2299970"/>
          </a:xfrm>
          <a:custGeom xmlns:a="http://schemas.openxmlformats.org/drawingml/2006/main">
            <a:rect l="l" t="t" r="r" b="b"/>
            <a:pathLst>
              <a:path w="2200258" h="2299792">
                <a:moveTo>
                  <a:pt x="115916" y="2299792"/>
                </a:moveTo>
                <a:lnTo>
                  <a:pt x="75907" y="2190479"/>
                </a:lnTo>
                <a:cubicBezTo>
                  <a:pt x="26575" y="2031872"/>
                  <a:pt x="0" y="1863240"/>
                  <a:pt x="0" y="1688400"/>
                </a:cubicBezTo>
                <a:cubicBezTo>
                  <a:pt x="0" y="755922"/>
                  <a:pt x="755922" y="0"/>
                  <a:pt x="1688400" y="0"/>
                </a:cubicBezTo>
                <a:cubicBezTo>
                  <a:pt x="1863240" y="0"/>
                  <a:pt x="2031872" y="26575"/>
                  <a:pt x="2190479" y="75907"/>
                </a:cubicBezTo>
                <a:lnTo>
                  <a:pt x="2200258" y="7948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9CA3FBB1-B536-4A8A-B216-0D08CCC0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6120" y="3512820"/>
            <a:ext cx="2077085" cy="2169795"/>
          </a:xfrm>
          <a:custGeom xmlns:a="http://schemas.openxmlformats.org/drawingml/2006/main">
            <a:rect l="l" t="t" r="r" b="b"/>
            <a:pathLst>
              <a:path w="2077087" h="2169653">
                <a:moveTo>
                  <a:pt x="2077087" y="84702"/>
                </a:moveTo>
                <a:lnTo>
                  <a:pt x="2038686" y="70647"/>
                </a:lnTo>
                <a:cubicBezTo>
                  <a:pt x="1891071" y="24734"/>
                  <a:pt x="1734124" y="0"/>
                  <a:pt x="1571400" y="0"/>
                </a:cubicBezTo>
                <a:cubicBezTo>
                  <a:pt x="703540" y="0"/>
                  <a:pt x="0" y="703540"/>
                  <a:pt x="0" y="1571400"/>
                </a:cubicBezTo>
                <a:cubicBezTo>
                  <a:pt x="0" y="1734124"/>
                  <a:pt x="24734" y="1891071"/>
                  <a:pt x="70647" y="2038686"/>
                </a:cubicBezTo>
                <a:lnTo>
                  <a:pt x="118581" y="216965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" name="任意多边形: 形状 43">
            <a:extLst xmlns:a="http://schemas.openxmlformats.org/drawingml/2006/main">
              <a:ext uri="{FF2B5EF4-FFF2-40B4-BE49-F238E27FC236}">
                <a16:creationId xmlns:a16="http://schemas.microsoft.com/office/drawing/2014/main" id="{E9BC489D-F161-4107-B7D0-8BE81182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925" y="3730625"/>
            <a:ext cx="1832610" cy="1911350"/>
          </a:xfrm>
          <a:custGeom xmlns:a="http://schemas.openxmlformats.org/drawingml/2006/main">
            <a:rect l="l" t="t" r="r" b="b"/>
            <a:pathLst>
              <a:path w="1832676" h="1911428">
                <a:moveTo>
                  <a:pt x="121280" y="1911428"/>
                </a:moveTo>
                <a:lnTo>
                  <a:pt x="106373" y="1880482"/>
                </a:lnTo>
                <a:cubicBezTo>
                  <a:pt x="37877" y="1718540"/>
                  <a:pt x="0" y="1540493"/>
                  <a:pt x="0" y="1353600"/>
                </a:cubicBezTo>
                <a:cubicBezTo>
                  <a:pt x="0" y="606027"/>
                  <a:pt x="606027" y="0"/>
                  <a:pt x="1353600" y="0"/>
                </a:cubicBezTo>
                <a:cubicBezTo>
                  <a:pt x="1493770" y="0"/>
                  <a:pt x="1628964" y="21306"/>
                  <a:pt x="1756119" y="60855"/>
                </a:cubicBezTo>
                <a:lnTo>
                  <a:pt x="1832676" y="8887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" name="任意多边形: 形状 44">
            <a:extLst xmlns:a="http://schemas.openxmlformats.org/drawingml/2006/main">
              <a:ext uri="{FF2B5EF4-FFF2-40B4-BE49-F238E27FC236}">
                <a16:creationId xmlns:a16="http://schemas.microsoft.com/office/drawing/2014/main" id="{B3CBAA5E-892D-4246-97B0-7BCDA811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8700" y="3835400"/>
            <a:ext cx="1709420" cy="1780540"/>
          </a:xfrm>
          <a:custGeom xmlns:a="http://schemas.openxmlformats.org/drawingml/2006/main">
            <a:rect l="l" t="t" r="r" b="b"/>
            <a:pathLst>
              <a:path w="1709277" h="1780541">
                <a:moveTo>
                  <a:pt x="1709277" y="88591"/>
                </a:moveTo>
                <a:lnTo>
                  <a:pt x="1620674" y="56162"/>
                </a:lnTo>
                <a:cubicBezTo>
                  <a:pt x="1503325" y="19662"/>
                  <a:pt x="1378559" y="0"/>
                  <a:pt x="1249200" y="0"/>
                </a:cubicBezTo>
                <a:cubicBezTo>
                  <a:pt x="559286" y="0"/>
                  <a:pt x="0" y="559286"/>
                  <a:pt x="0" y="1249200"/>
                </a:cubicBezTo>
                <a:cubicBezTo>
                  <a:pt x="0" y="1421679"/>
                  <a:pt x="34955" y="1585993"/>
                  <a:pt x="98168" y="1735445"/>
                </a:cubicBezTo>
                <a:lnTo>
                  <a:pt x="119892" y="17805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" name="任意多边形: 形状 45">
            <a:extLst xmlns:a="http://schemas.openxmlformats.org/drawingml/2006/main">
              <a:ext uri="{FF2B5EF4-FFF2-40B4-BE49-F238E27FC236}">
                <a16:creationId xmlns:a16="http://schemas.microsoft.com/office/drawing/2014/main" id="{5ED92430-B0F3-4D8F-A0EB-635D0ECB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4030" y="4570730"/>
            <a:ext cx="699770" cy="730250"/>
          </a:xfrm>
          <a:custGeom xmlns:a="http://schemas.openxmlformats.org/drawingml/2006/main">
            <a:rect l="l" t="t" r="r" b="b"/>
            <a:pathLst>
              <a:path w="699728" h="730385">
                <a:moveTo>
                  <a:pt x="49502" y="730385"/>
                </a:moveTo>
                <a:lnTo>
                  <a:pt x="40363" y="713547"/>
                </a:lnTo>
                <a:cubicBezTo>
                  <a:pt x="14372" y="652098"/>
                  <a:pt x="0" y="584539"/>
                  <a:pt x="0" y="513622"/>
                </a:cubicBezTo>
                <a:cubicBezTo>
                  <a:pt x="0" y="229956"/>
                  <a:pt x="229956" y="0"/>
                  <a:pt x="513622" y="0"/>
                </a:cubicBezTo>
                <a:cubicBezTo>
                  <a:pt x="549080" y="0"/>
                  <a:pt x="583699" y="3593"/>
                  <a:pt x="617135" y="10435"/>
                </a:cubicBezTo>
                <a:lnTo>
                  <a:pt x="699728" y="3607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" name="任意多边形: 形状 46">
            <a:extLst xmlns:a="http://schemas.openxmlformats.org/drawingml/2006/main">
              <a:ext uri="{FF2B5EF4-FFF2-40B4-BE49-F238E27FC236}">
                <a16:creationId xmlns:a16="http://schemas.microsoft.com/office/drawing/2014/main" id="{748EC17D-4352-4636-9E62-54E70E1A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1505" y="4688205"/>
            <a:ext cx="518795" cy="541020"/>
          </a:xfrm>
          <a:custGeom xmlns:a="http://schemas.openxmlformats.org/drawingml/2006/main">
            <a:rect l="l" t="t" r="r" b="b"/>
            <a:pathLst>
              <a:path w="518882" h="540737">
                <a:moveTo>
                  <a:pt x="518882" y="21416"/>
                </a:moveTo>
                <a:lnTo>
                  <a:pt x="475808" y="8045"/>
                </a:lnTo>
                <a:cubicBezTo>
                  <a:pt x="450029" y="2770"/>
                  <a:pt x="423338" y="0"/>
                  <a:pt x="396000" y="0"/>
                </a:cubicBezTo>
                <a:cubicBezTo>
                  <a:pt x="177295" y="0"/>
                  <a:pt x="0" y="177295"/>
                  <a:pt x="0" y="396000"/>
                </a:cubicBezTo>
                <a:cubicBezTo>
                  <a:pt x="0" y="423338"/>
                  <a:pt x="2770" y="450029"/>
                  <a:pt x="8045" y="475808"/>
                </a:cubicBezTo>
                <a:lnTo>
                  <a:pt x="28201" y="54073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" name="任意多边形: 形状 47">
            <a:extLst xmlns:a="http://schemas.openxmlformats.org/drawingml/2006/main">
              <a:ext uri="{FF2B5EF4-FFF2-40B4-BE49-F238E27FC236}">
                <a16:creationId xmlns:a16="http://schemas.microsoft.com/office/drawing/2014/main" id="{3436CFA5-DA30-4BF6-9359-E0249F8D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346575"/>
            <a:ext cx="1031240" cy="1073150"/>
          </a:xfrm>
          <a:custGeom xmlns:a="http://schemas.openxmlformats.org/drawingml/2006/main">
            <a:rect l="l" t="t" r="r" b="b"/>
            <a:pathLst>
              <a:path w="1031244" h="1073200">
                <a:moveTo>
                  <a:pt x="84015" y="1073200"/>
                </a:moveTo>
                <a:lnTo>
                  <a:pt x="57996" y="1025263"/>
                </a:lnTo>
                <a:cubicBezTo>
                  <a:pt x="20651" y="936970"/>
                  <a:pt x="0" y="839897"/>
                  <a:pt x="0" y="738000"/>
                </a:cubicBezTo>
                <a:cubicBezTo>
                  <a:pt x="0" y="330414"/>
                  <a:pt x="330414" y="0"/>
                  <a:pt x="738000" y="0"/>
                </a:cubicBezTo>
                <a:cubicBezTo>
                  <a:pt x="839897" y="0"/>
                  <a:pt x="936970" y="20651"/>
                  <a:pt x="1025263" y="57996"/>
                </a:cubicBezTo>
                <a:lnTo>
                  <a:pt x="1031244" y="6124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" name="任意多边形: 形状 48">
            <a:extLst xmlns:a="http://schemas.openxmlformats.org/drawingml/2006/main">
              <a:ext uri="{FF2B5EF4-FFF2-40B4-BE49-F238E27FC236}">
                <a16:creationId xmlns:a16="http://schemas.microsoft.com/office/drawing/2014/main" id="{A8E09747-5BCB-4282-AE65-DB21243D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8460" y="4455160"/>
            <a:ext cx="875030" cy="908050"/>
          </a:xfrm>
          <a:custGeom xmlns:a="http://schemas.openxmlformats.org/drawingml/2006/main">
            <a:rect l="l" t="t" r="r" b="b"/>
            <a:pathLst>
              <a:path w="875351" h="908062">
                <a:moveTo>
                  <a:pt x="875351" y="50133"/>
                </a:moveTo>
                <a:lnTo>
                  <a:pt x="874082" y="49444"/>
                </a:lnTo>
                <a:cubicBezTo>
                  <a:pt x="798808" y="17606"/>
                  <a:pt x="716049" y="0"/>
                  <a:pt x="629178" y="0"/>
                </a:cubicBezTo>
                <a:cubicBezTo>
                  <a:pt x="281693" y="0"/>
                  <a:pt x="0" y="281693"/>
                  <a:pt x="0" y="629178"/>
                </a:cubicBezTo>
                <a:cubicBezTo>
                  <a:pt x="0" y="716049"/>
                  <a:pt x="17606" y="798809"/>
                  <a:pt x="49444" y="874082"/>
                </a:cubicBezTo>
                <a:lnTo>
                  <a:pt x="67888" y="90806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" name="任意多边形: 形状 49">
            <a:extLst xmlns:a="http://schemas.openxmlformats.org/drawingml/2006/main">
              <a:ext uri="{FF2B5EF4-FFF2-40B4-BE49-F238E27FC236}">
                <a16:creationId xmlns:a16="http://schemas.microsoft.com/office/drawing/2014/main" id="{E1289B00-C329-447C-B873-B92EBAAB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945" y="4144645"/>
            <a:ext cx="1311275" cy="1365250"/>
          </a:xfrm>
          <a:custGeom xmlns:a="http://schemas.openxmlformats.org/drawingml/2006/main">
            <a:rect l="l" t="t" r="r" b="b"/>
            <a:pathLst>
              <a:path w="1311055" h="1365195">
                <a:moveTo>
                  <a:pt x="102721" y="1365195"/>
                </a:moveTo>
                <a:lnTo>
                  <a:pt x="73832" y="1305225"/>
                </a:lnTo>
                <a:cubicBezTo>
                  <a:pt x="26290" y="1192822"/>
                  <a:pt x="0" y="1069242"/>
                  <a:pt x="0" y="939521"/>
                </a:cubicBezTo>
                <a:cubicBezTo>
                  <a:pt x="0" y="420638"/>
                  <a:pt x="420638" y="0"/>
                  <a:pt x="939521" y="0"/>
                </a:cubicBezTo>
                <a:cubicBezTo>
                  <a:pt x="1069242" y="0"/>
                  <a:pt x="1192822" y="26290"/>
                  <a:pt x="1305225" y="73832"/>
                </a:cubicBezTo>
                <a:lnTo>
                  <a:pt x="1311055" y="7664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" name="任意多边形: 形状 50">
            <a:extLst xmlns:a="http://schemas.openxmlformats.org/drawingml/2006/main">
              <a:ext uri="{FF2B5EF4-FFF2-40B4-BE49-F238E27FC236}">
                <a16:creationId xmlns:a16="http://schemas.microsoft.com/office/drawing/2014/main" id="{9D47A18D-67E0-4D94-B7A5-FE5E9DD7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0815" y="4247515"/>
            <a:ext cx="1172845" cy="1217295"/>
          </a:xfrm>
          <a:custGeom xmlns:a="http://schemas.openxmlformats.org/drawingml/2006/main">
            <a:rect l="l" t="t" r="r" b="b"/>
            <a:pathLst>
              <a:path w="1172967" h="1216931">
                <a:moveTo>
                  <a:pt x="1172967" y="71295"/>
                </a:moveTo>
                <a:lnTo>
                  <a:pt x="1162798" y="65776"/>
                </a:lnTo>
                <a:cubicBezTo>
                  <a:pt x="1062661" y="23421"/>
                  <a:pt x="952565" y="0"/>
                  <a:pt x="837000" y="0"/>
                </a:cubicBezTo>
                <a:cubicBezTo>
                  <a:pt x="374738" y="0"/>
                  <a:pt x="0" y="374738"/>
                  <a:pt x="0" y="837000"/>
                </a:cubicBezTo>
                <a:cubicBezTo>
                  <a:pt x="0" y="952566"/>
                  <a:pt x="23421" y="1062661"/>
                  <a:pt x="65776" y="1162798"/>
                </a:cubicBezTo>
                <a:lnTo>
                  <a:pt x="95158" y="121693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2" name="任意多边形: 形状 51">
            <a:extLst xmlns:a="http://schemas.openxmlformats.org/drawingml/2006/main">
              <a:ext uri="{FF2B5EF4-FFF2-40B4-BE49-F238E27FC236}">
                <a16:creationId xmlns:a16="http://schemas.microsoft.com/office/drawing/2014/main" id="{EC42FE51-F456-4509-B928-AFEF7B93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4745" y="3941445"/>
            <a:ext cx="1576705" cy="1642110"/>
          </a:xfrm>
          <a:custGeom xmlns:a="http://schemas.openxmlformats.org/drawingml/2006/main">
            <a:rect l="l" t="t" r="r" b="b"/>
            <a:pathLst>
              <a:path w="1576525" h="1642284">
                <a:moveTo>
                  <a:pt x="116018" y="1642284"/>
                </a:moveTo>
                <a:lnTo>
                  <a:pt x="89823" y="1587907"/>
                </a:lnTo>
                <a:cubicBezTo>
                  <a:pt x="31984" y="1451161"/>
                  <a:pt x="0" y="1300815"/>
                  <a:pt x="0" y="1143000"/>
                </a:cubicBezTo>
                <a:cubicBezTo>
                  <a:pt x="0" y="511739"/>
                  <a:pt x="511739" y="0"/>
                  <a:pt x="1143000" y="0"/>
                </a:cubicBezTo>
                <a:cubicBezTo>
                  <a:pt x="1261361" y="0"/>
                  <a:pt x="1375521" y="17991"/>
                  <a:pt x="1482893" y="51387"/>
                </a:cubicBezTo>
                <a:lnTo>
                  <a:pt x="1576525" y="8565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3" name="任意多边形: 形状 52">
            <a:extLst xmlns:a="http://schemas.openxmlformats.org/drawingml/2006/main">
              <a:ext uri="{FF2B5EF4-FFF2-40B4-BE49-F238E27FC236}">
                <a16:creationId xmlns:a16="http://schemas.microsoft.com/office/drawing/2014/main" id="{61B1DAFA-1B07-423C-B4AD-DFE429CC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6345" y="4043045"/>
            <a:ext cx="1447800" cy="1505585"/>
          </a:xfrm>
          <a:custGeom xmlns:a="http://schemas.openxmlformats.org/drawingml/2006/main">
            <a:rect l="l" t="t" r="r" b="b"/>
            <a:pathLst>
              <a:path w="1447763" h="1505306">
                <a:moveTo>
                  <a:pt x="1447763" y="82463"/>
                </a:moveTo>
                <a:lnTo>
                  <a:pt x="1446428" y="81820"/>
                </a:lnTo>
                <a:cubicBezTo>
                  <a:pt x="1321865" y="29134"/>
                  <a:pt x="1184915" y="0"/>
                  <a:pt x="1041161" y="0"/>
                </a:cubicBezTo>
                <a:cubicBezTo>
                  <a:pt x="466144" y="0"/>
                  <a:pt x="0" y="466144"/>
                  <a:pt x="0" y="1041161"/>
                </a:cubicBezTo>
                <a:cubicBezTo>
                  <a:pt x="0" y="1184915"/>
                  <a:pt x="29134" y="1321865"/>
                  <a:pt x="81820" y="1446428"/>
                </a:cubicBezTo>
                <a:lnTo>
                  <a:pt x="110183" y="150530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" name="任意多边形: 形状 14">
            <a:extLst xmlns:a="http://schemas.openxmlformats.org/drawingml/2006/main">
              <a:ext uri="{FF2B5EF4-FFF2-40B4-BE49-F238E27FC236}">
                <a16:creationId xmlns:a16="http://schemas.microsoft.com/office/drawing/2014/main" id="{B3EAEB4F-131F-4B8B-8824-B00C5AA1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150" y="4899660"/>
            <a:ext cx="204470" cy="213995"/>
          </a:xfrm>
          <a:custGeom xmlns:a="http://schemas.openxmlformats.org/drawingml/2006/main">
            <a:rect l="l" t="t" r="r" b="b"/>
            <a:pathLst>
              <a:path w="204370" h="213748">
                <a:moveTo>
                  <a:pt x="706" y="213748"/>
                </a:moveTo>
                <a:cubicBezTo>
                  <a:pt x="471" y="211410"/>
                  <a:pt x="235" y="209073"/>
                  <a:pt x="0" y="206735"/>
                </a:cubicBezTo>
                <a:cubicBezTo>
                  <a:pt x="0" y="106703"/>
                  <a:pt x="70956" y="23243"/>
                  <a:pt x="165282" y="3941"/>
                </a:cubicBezTo>
                <a:lnTo>
                  <a:pt x="204370" y="0"/>
                </a:lnTo>
                <a:lnTo>
                  <a:pt x="202904" y="1961"/>
                </a:lnTo>
              </a:path>
            </a:pathLst>
          </a:custGeom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E96DA331-8E91-4F79-8D72-BE6990A0397C}"/>
              </a:ext>
            </a:extLst>
          </p:cNvPr>
          <p:cNvSpPr>
            <a:spLocks xmlns:a="http://schemas.openxmlformats.org/drawingml/2006/main" noGrp="1"/>
          </p:cNvSpPr>
          <p:nvPr>
            <p:ph type="body" idx="16389" hasCustomPrompt="1"/>
          </p:nvPr>
        </p:nvSpPr>
        <p:spPr>
          <a:xfrm xmlns:a="http://schemas.openxmlformats.org/drawingml/2006/main">
            <a:off x="1016000" y="1651000"/>
            <a:ext cx="60970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20XX YEAR</a:t>
            </a:r>
          </a:p>
        </p:txBody>
      </p:sp>
      <p:sp>
        <p:nvSpPr>
          <p:cNvPr id="55" name="任意多边形: 形状 54">
            <a:extLst xmlns:a="http://schemas.openxmlformats.org/drawingml/2006/main">
              <a:ext uri="{FF2B5EF4-FFF2-40B4-BE49-F238E27FC236}">
                <a16:creationId xmlns:a16="http://schemas.microsoft.com/office/drawing/2014/main" id="{97B5858C-07A9-4FFE-9C56-810D1F0D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2640" y="1891430"/>
            <a:ext cx="1489360" cy="3075142"/>
          </a:xfrm>
          <a:custGeom xmlns:a="http://schemas.openxmlformats.org/drawingml/2006/main">
            <a:rect l="l" t="t" r="r" b="b"/>
            <a:pathLst>
              <a:path w="1489360" h="3075142">
                <a:moveTo>
                  <a:pt x="1489360" y="0"/>
                </a:moveTo>
                <a:lnTo>
                  <a:pt x="1489360" y="3075142"/>
                </a:lnTo>
                <a:lnTo>
                  <a:pt x="1382665" y="3069755"/>
                </a:lnTo>
                <a:cubicBezTo>
                  <a:pt x="606043" y="2990884"/>
                  <a:pt x="0" y="2335002"/>
                  <a:pt x="0" y="1537571"/>
                </a:cubicBezTo>
                <a:cubicBezTo>
                  <a:pt x="0" y="740140"/>
                  <a:pt x="606043" y="84258"/>
                  <a:pt x="1382665" y="538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0FF0BD9A-B0A6-49C2-9704-17154AD9953F}"/>
              </a:ext>
            </a:extLst>
          </p:cNvPr>
          <p:cNvSpPr>
            <a:spLocks xmlns:a="http://schemas.openxmlformats.org/drawingml/2006/main" noGrp="1"/>
          </p:cNvSpPr>
          <p:nvPr>
            <p:ph type="ctrTitle" idx="16388" hasCustomPrompt="1"/>
          </p:nvPr>
        </p:nvSpPr>
        <p:spPr>
          <a:xfrm xmlns:a="http://schemas.openxmlformats.org/drawingml/2006/main">
            <a:off x="1016000" y="2159000"/>
            <a:ext cx="6352646" cy="2540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单击此处
添加文档标题</a:t>
            </a:r>
          </a:p>
        </p:txBody>
      </p:sp>
      <p:sp>
        <p:nvSpPr>
          <p:cNvPr id="24" name="署名占位符 10">
            <a:extLst xmlns:a="http://schemas.openxmlformats.org/drawingml/2006/main">
              <a:ext uri="{FF2B5EF4-FFF2-40B4-BE49-F238E27FC236}">
                <a16:creationId xmlns:a16="http://schemas.microsoft.com/office/drawing/2014/main" id="{D2165E28-7DFA-44AF-B1E3-266C25013DE1}"/>
              </a:ext>
            </a:extLst>
          </p:cNvPr>
          <p:cNvSpPr>
            <a:spLocks xmlns:a="http://schemas.openxmlformats.org/drawingml/2006/main" noGrp="1"/>
          </p:cNvSpPr>
          <p:nvPr>
            <p:ph type="body" idx="16390" hasCustomPrompt="1"/>
          </p:nvPr>
        </p:nvSpPr>
        <p:spPr>
          <a:xfrm xmlns:a="http://schemas.openxmlformats.org/drawingml/2006/main">
            <a:off x="1016000" y="4749800"/>
            <a:ext cx="2540882" cy="533400"/>
          </a:xfrm>
        </p:spPr>
        <p:txBody>
          <a:bodyPr xmlns:a="http://schemas.openxmlformats.org/drawingml/2006/main" vert="horz" wrap="square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 spc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BY WPS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showMasterSp="0" preserve="1" userDrawn="1">
  <p:cSld name="章节页_1_3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矩形 2">
            <a:extLst xmlns:a="http://schemas.openxmlformats.org/drawingml/2006/main">
              <a:ext uri="{FF2B5EF4-FFF2-40B4-BE49-F238E27FC236}">
                <a16:creationId xmlns:a16="http://schemas.microsoft.com/office/drawing/2014/main" id="{236B8486-DD76-451B-86DD-BE90D651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259503F9-1A53-4A33-B4FD-8345F45BE6F1}"/>
              </a:ext>
            </a:extLst>
          </p:cNvPr>
          <p:cNvSpPr>
            <a:spLocks xmlns:a="http://schemas.openxmlformats.org/drawingml/2006/main" noGrp="1"/>
          </p:cNvSpPr>
          <p:nvPr>
            <p:ph type="dt" idx="16385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5809A8E-61BD-41B8-8909-411C1D8B45E6}"/>
              </a:ext>
            </a:extLst>
          </p:cNvPr>
          <p:cNvSpPr>
            <a:spLocks xmlns:a="http://schemas.openxmlformats.org/drawingml/2006/main" noGrp="1"/>
          </p:cNvSpPr>
          <p:nvPr>
            <p:ph type="ftr" idx="1638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02E9084F-FE38-4088-8EA9-7CCFAA1EFC48}"/>
              </a:ext>
            </a:extLst>
          </p:cNvPr>
          <p:cNvSpPr>
            <a:spLocks xmlns:a="http://schemas.openxmlformats.org/drawingml/2006/main" noGrp="1"/>
          </p:cNvSpPr>
          <p:nvPr>
            <p:ph type="sldNum" idx="16387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2" name="任意多边形: 形状 11">
            <a:extLst xmlns:a="http://schemas.openxmlformats.org/drawingml/2006/main">
              <a:ext uri="{FF2B5EF4-FFF2-40B4-BE49-F238E27FC236}">
                <a16:creationId xmlns:a16="http://schemas.microsoft.com/office/drawing/2014/main" id="{570F68B5-A43E-4C23-B125-A51FDD49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44335" y="3182620"/>
            <a:ext cx="1957070" cy="2042795"/>
          </a:xfrm>
          <a:custGeom xmlns:a="http://schemas.openxmlformats.org/drawingml/2006/main">
            <a:rect l="l" t="t" r="r" b="b"/>
            <a:pathLst>
              <a:path w="1957284" h="2042763">
                <a:moveTo>
                  <a:pt x="1957284" y="88055"/>
                </a:moveTo>
                <a:lnTo>
                  <a:pt x="1896235" y="65711"/>
                </a:lnTo>
                <a:cubicBezTo>
                  <a:pt x="1758934" y="23005"/>
                  <a:pt x="1612954" y="0"/>
                  <a:pt x="1461600" y="0"/>
                </a:cubicBezTo>
                <a:cubicBezTo>
                  <a:pt x="654381" y="0"/>
                  <a:pt x="0" y="654381"/>
                  <a:pt x="0" y="1461600"/>
                </a:cubicBezTo>
                <a:cubicBezTo>
                  <a:pt x="0" y="1663405"/>
                  <a:pt x="40899" y="1855657"/>
                  <a:pt x="114860" y="2030521"/>
                </a:cubicBezTo>
                <a:lnTo>
                  <a:pt x="120757" y="204276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" name="任意多边形: 形状 12">
            <a:extLst xmlns:a="http://schemas.openxmlformats.org/drawingml/2006/main">
              <a:ext uri="{FF2B5EF4-FFF2-40B4-BE49-F238E27FC236}">
                <a16:creationId xmlns:a16="http://schemas.microsoft.com/office/drawing/2014/main" id="{1EF8A285-8C9C-4087-9B97-13788AB1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098665" y="4226560"/>
            <a:ext cx="363220" cy="381635"/>
          </a:xfrm>
          <a:custGeom xmlns:a="http://schemas.openxmlformats.org/drawingml/2006/main">
            <a:rect l="l" t="t" r="r" b="b"/>
            <a:pathLst>
              <a:path w="363138" h="381923">
                <a:moveTo>
                  <a:pt x="12546" y="381923"/>
                </a:moveTo>
                <a:lnTo>
                  <a:pt x="6107" y="361181"/>
                </a:lnTo>
                <a:cubicBezTo>
                  <a:pt x="2103" y="341613"/>
                  <a:pt x="0" y="321352"/>
                  <a:pt x="0" y="300600"/>
                </a:cubicBezTo>
                <a:cubicBezTo>
                  <a:pt x="0" y="134583"/>
                  <a:pt x="134583" y="0"/>
                  <a:pt x="300600" y="0"/>
                </a:cubicBezTo>
                <a:cubicBezTo>
                  <a:pt x="321352" y="0"/>
                  <a:pt x="341613" y="2103"/>
                  <a:pt x="361181" y="6107"/>
                </a:cubicBezTo>
                <a:lnTo>
                  <a:pt x="363138" y="671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" name="任意多边形: 形状 13">
            <a:extLst xmlns:a="http://schemas.openxmlformats.org/drawingml/2006/main">
              <a:ext uri="{FF2B5EF4-FFF2-40B4-BE49-F238E27FC236}">
                <a16:creationId xmlns:a16="http://schemas.microsoft.com/office/drawing/2014/main" id="{1DC7C0F3-9E03-4342-88D8-F8821206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10613390" y="1965960"/>
            <a:ext cx="1207770" cy="1283335"/>
          </a:xfrm>
          <a:custGeom xmlns:a="http://schemas.openxmlformats.org/drawingml/2006/main">
            <a:rect l="l" t="t" r="r" b="b"/>
            <a:pathLst>
              <a:path w="1207728" h="1283476">
                <a:moveTo>
                  <a:pt x="1207728" y="0"/>
                </a:moveTo>
                <a:lnTo>
                  <a:pt x="1136917" y="50355"/>
                </a:lnTo>
                <a:cubicBezTo>
                  <a:pt x="725367" y="358134"/>
                  <a:pt x="367298" y="733498"/>
                  <a:pt x="79165" y="1159992"/>
                </a:cubicBezTo>
                <a:lnTo>
                  <a:pt x="0" y="128347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" name="任意多边形: 形状 14">
            <a:extLst xmlns:a="http://schemas.openxmlformats.org/drawingml/2006/main">
              <a:ext uri="{FF2B5EF4-FFF2-40B4-BE49-F238E27FC236}">
                <a16:creationId xmlns:a16="http://schemas.microsoft.com/office/drawing/2014/main" id="{75F1EE16-A689-41FC-9168-8AA9363D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8493760" y="1609090"/>
            <a:ext cx="2945130" cy="3138805"/>
          </a:xfrm>
          <a:custGeom xmlns:a="http://schemas.openxmlformats.org/drawingml/2006/main">
            <a:rect l="l" t="t" r="r" b="b"/>
            <a:pathLst>
              <a:path w="2945236" h="3138693">
                <a:moveTo>
                  <a:pt x="0" y="3138693"/>
                </a:moveTo>
                <a:lnTo>
                  <a:pt x="1500" y="3126894"/>
                </a:lnTo>
                <a:cubicBezTo>
                  <a:pt x="231547" y="1621315"/>
                  <a:pt x="1347493" y="407251"/>
                  <a:pt x="2800676" y="33364"/>
                </a:cubicBezTo>
                <a:lnTo>
                  <a:pt x="2945236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" name="任意多边形: 形状 15">
            <a:extLst xmlns:a="http://schemas.openxmlformats.org/drawingml/2006/main">
              <a:ext uri="{FF2B5EF4-FFF2-40B4-BE49-F238E27FC236}">
                <a16:creationId xmlns:a16="http://schemas.microsoft.com/office/drawing/2014/main" id="{D3425A13-09CB-4167-B882-F73EA21A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8245475" y="1659890"/>
            <a:ext cx="3030220" cy="3228340"/>
          </a:xfrm>
          <a:custGeom xmlns:a="http://schemas.openxmlformats.org/drawingml/2006/main">
            <a:rect l="l" t="t" r="r" b="b"/>
            <a:pathLst>
              <a:path w="3030313" h="3228280">
                <a:moveTo>
                  <a:pt x="3030313" y="0"/>
                </a:moveTo>
                <a:lnTo>
                  <a:pt x="2890285" y="25006"/>
                </a:lnTo>
                <a:cubicBezTo>
                  <a:pt x="1348940" y="340411"/>
                  <a:pt x="162205" y="1629308"/>
                  <a:pt x="536" y="3221241"/>
                </a:cubicBezTo>
                <a:cubicBezTo>
                  <a:pt x="357" y="3223587"/>
                  <a:pt x="179" y="3225934"/>
                  <a:pt x="0" y="3228280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7" name="任意多边形: 形状 16">
            <a:extLst xmlns:a="http://schemas.openxmlformats.org/drawingml/2006/main">
              <a:ext uri="{FF2B5EF4-FFF2-40B4-BE49-F238E27FC236}">
                <a16:creationId xmlns:a16="http://schemas.microsoft.com/office/drawing/2014/main" id="{34A10B89-BA11-4C48-8BA5-3391D7C9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654290" y="1880235"/>
            <a:ext cx="3099435" cy="3300095"/>
          </a:xfrm>
          <a:custGeom xmlns:a="http://schemas.openxmlformats.org/drawingml/2006/main">
            <a:rect l="l" t="t" r="r" b="b"/>
            <a:pathLst>
              <a:path w="3099797" h="3300200">
                <a:moveTo>
                  <a:pt x="2277" y="3300200"/>
                </a:moveTo>
                <a:lnTo>
                  <a:pt x="0" y="3210137"/>
                </a:lnTo>
                <a:cubicBezTo>
                  <a:pt x="0" y="1491099"/>
                  <a:pt x="1350007" y="87372"/>
                  <a:pt x="3047659" y="1318"/>
                </a:cubicBezTo>
                <a:lnTo>
                  <a:pt x="3099797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8" name="任意多边形: 形状 17">
            <a:extLst xmlns:a="http://schemas.openxmlformats.org/drawingml/2006/main">
              <a:ext uri="{FF2B5EF4-FFF2-40B4-BE49-F238E27FC236}">
                <a16:creationId xmlns:a16="http://schemas.microsoft.com/office/drawing/2014/main" id="{03E8DC5E-165F-4290-8E3D-83946426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506335" y="1964690"/>
            <a:ext cx="3083560" cy="3275330"/>
          </a:xfrm>
          <a:custGeom xmlns:a="http://schemas.openxmlformats.org/drawingml/2006/main">
            <a:rect l="l" t="t" r="r" b="b"/>
            <a:pathLst>
              <a:path w="3083468" h="3275088">
                <a:moveTo>
                  <a:pt x="3083468" y="93"/>
                </a:moveTo>
                <a:lnTo>
                  <a:pt x="3079800" y="0"/>
                </a:lnTo>
                <a:cubicBezTo>
                  <a:pt x="1378873" y="0"/>
                  <a:pt x="0" y="1378873"/>
                  <a:pt x="0" y="3079800"/>
                </a:cubicBezTo>
                <a:cubicBezTo>
                  <a:pt x="0" y="3132954"/>
                  <a:pt x="1346" y="3185794"/>
                  <a:pt x="4007" y="3238286"/>
                </a:cubicBezTo>
                <a:lnTo>
                  <a:pt x="6805" y="327508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" name="任意多边形: 形状 18">
            <a:extLst xmlns:a="http://schemas.openxmlformats.org/drawingml/2006/main">
              <a:ext uri="{FF2B5EF4-FFF2-40B4-BE49-F238E27FC236}">
                <a16:creationId xmlns:a16="http://schemas.microsoft.com/office/drawing/2014/main" id="{DC8A91DC-48D6-4C06-BDA6-29DF5BDB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9504045" y="1605915"/>
            <a:ext cx="2335530" cy="2491740"/>
          </a:xfrm>
          <a:custGeom xmlns:a="http://schemas.openxmlformats.org/drawingml/2006/main">
            <a:rect l="l" t="t" r="r" b="b"/>
            <a:pathLst>
              <a:path w="2335534" h="2491287">
                <a:moveTo>
                  <a:pt x="2335534" y="0"/>
                </a:moveTo>
                <a:lnTo>
                  <a:pt x="2166244" y="76534"/>
                </a:lnTo>
                <a:cubicBezTo>
                  <a:pt x="1174276" y="554513"/>
                  <a:pt x="396178" y="1406038"/>
                  <a:pt x="14436" y="2448623"/>
                </a:cubicBezTo>
                <a:lnTo>
                  <a:pt x="0" y="249128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" name="任意多边形: 形状 19">
            <a:extLst xmlns:a="http://schemas.openxmlformats.org/drawingml/2006/main">
              <a:ext uri="{FF2B5EF4-FFF2-40B4-BE49-F238E27FC236}">
                <a16:creationId xmlns:a16="http://schemas.microsoft.com/office/drawing/2014/main" id="{BD915714-8CE3-445B-87A4-0D4E4108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10022840" y="1715770"/>
            <a:ext cx="1868805" cy="2000885"/>
          </a:xfrm>
          <a:custGeom xmlns:a="http://schemas.openxmlformats.org/drawingml/2006/main">
            <a:rect l="l" t="t" r="r" b="b"/>
            <a:pathLst>
              <a:path w="1869053" h="2000692">
                <a:moveTo>
                  <a:pt x="0" y="2000692"/>
                </a:moveTo>
                <a:lnTo>
                  <a:pt x="1568" y="1990416"/>
                </a:lnTo>
                <a:lnTo>
                  <a:pt x="15892" y="1958733"/>
                </a:lnTo>
                <a:cubicBezTo>
                  <a:pt x="389303" y="1183777"/>
                  <a:pt x="981584" y="534133"/>
                  <a:pt x="1712542" y="89993"/>
                </a:cubicBezTo>
                <a:lnTo>
                  <a:pt x="186905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" name="任意多边形: 形状 20">
            <a:extLst xmlns:a="http://schemas.openxmlformats.org/drawingml/2006/main">
              <a:ext uri="{FF2B5EF4-FFF2-40B4-BE49-F238E27FC236}">
                <a16:creationId xmlns:a16="http://schemas.microsoft.com/office/drawing/2014/main" id="{3C35FEE8-B680-45B8-B8E1-61C5964B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9123680" y="1576705"/>
            <a:ext cx="2613025" cy="2781300"/>
          </a:xfrm>
          <a:custGeom xmlns:a="http://schemas.openxmlformats.org/drawingml/2006/main">
            <a:rect l="l" t="t" r="r" b="b"/>
            <a:pathLst>
              <a:path w="2612863" h="2781134">
                <a:moveTo>
                  <a:pt x="0" y="2781134"/>
                </a:moveTo>
                <a:lnTo>
                  <a:pt x="35434" y="2656357"/>
                </a:lnTo>
                <a:cubicBezTo>
                  <a:pt x="414818" y="1436598"/>
                  <a:pt x="1348392" y="461005"/>
                  <a:pt x="2541633" y="24101"/>
                </a:cubicBezTo>
                <a:lnTo>
                  <a:pt x="261286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" name="任意多边形: 形状 21">
            <a:extLst xmlns:a="http://schemas.openxmlformats.org/drawingml/2006/main">
              <a:ext uri="{FF2B5EF4-FFF2-40B4-BE49-F238E27FC236}">
                <a16:creationId xmlns:a16="http://schemas.microsoft.com/office/drawing/2014/main" id="{5DDDF18B-35D1-4817-8840-F8C4A628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8778875" y="1580515"/>
            <a:ext cx="2815590" cy="2996565"/>
          </a:xfrm>
          <a:custGeom xmlns:a="http://schemas.openxmlformats.org/drawingml/2006/main">
            <a:rect l="l" t="t" r="r" b="b"/>
            <a:pathLst>
              <a:path w="2815694" h="2996646">
                <a:moveTo>
                  <a:pt x="2815694" y="0"/>
                </a:moveTo>
                <a:lnTo>
                  <a:pt x="2686366" y="36725"/>
                </a:lnTo>
                <a:cubicBezTo>
                  <a:pt x="1390883" y="439662"/>
                  <a:pt x="382022" y="1493150"/>
                  <a:pt x="41909" y="2815064"/>
                </a:cubicBezTo>
                <a:lnTo>
                  <a:pt x="0" y="299664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CE85D096-953B-48E5-A639-A1F08962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8034020" y="1720215"/>
            <a:ext cx="3078480" cy="3280410"/>
          </a:xfrm>
          <a:custGeom xmlns:a="http://schemas.openxmlformats.org/drawingml/2006/main">
            <a:rect l="l" t="t" r="r" b="b"/>
            <a:pathLst>
              <a:path w="3078620" h="3280097">
                <a:moveTo>
                  <a:pt x="0" y="3280097"/>
                </a:moveTo>
                <a:lnTo>
                  <a:pt x="12149" y="3120339"/>
                </a:lnTo>
                <a:cubicBezTo>
                  <a:pt x="173672" y="1529845"/>
                  <a:pt x="1398725" y="253757"/>
                  <a:pt x="2964939" y="14445"/>
                </a:cubicBezTo>
                <a:lnTo>
                  <a:pt x="3078620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" name="任意多边形: 形状 23">
            <a:extLst xmlns:a="http://schemas.openxmlformats.org/drawingml/2006/main">
              <a:ext uri="{FF2B5EF4-FFF2-40B4-BE49-F238E27FC236}">
                <a16:creationId xmlns:a16="http://schemas.microsoft.com/office/drawing/2014/main" id="{E279CCA0-4D38-4CB7-96EC-431766F7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843520" y="1791970"/>
            <a:ext cx="3100070" cy="3303905"/>
          </a:xfrm>
          <a:custGeom xmlns:a="http://schemas.openxmlformats.org/drawingml/2006/main">
            <a:rect l="l" t="t" r="r" b="b"/>
            <a:pathLst>
              <a:path w="3100310" h="3303501">
                <a:moveTo>
                  <a:pt x="3100310" y="0"/>
                </a:moveTo>
                <a:lnTo>
                  <a:pt x="3020552" y="6065"/>
                </a:lnTo>
                <a:cubicBezTo>
                  <a:pt x="1379804" y="172692"/>
                  <a:pt x="87421" y="1517722"/>
                  <a:pt x="3086" y="3181473"/>
                </a:cubicBezTo>
                <a:cubicBezTo>
                  <a:pt x="2057" y="3222149"/>
                  <a:pt x="1029" y="3262825"/>
                  <a:pt x="0" y="3303501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" name="任意多边形: 形状 24">
            <a:extLst xmlns:a="http://schemas.openxmlformats.org/drawingml/2006/main">
              <a:ext uri="{FF2B5EF4-FFF2-40B4-BE49-F238E27FC236}">
                <a16:creationId xmlns:a16="http://schemas.microsoft.com/office/drawing/2014/main" id="{1238F5F7-1CF9-4051-B9D3-385A6716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368540" y="2054860"/>
            <a:ext cx="3050540" cy="3232785"/>
          </a:xfrm>
          <a:custGeom xmlns:a="http://schemas.openxmlformats.org/drawingml/2006/main">
            <a:rect l="l" t="t" r="r" b="b"/>
            <a:pathLst>
              <a:path w="3050508" h="3232460">
                <a:moveTo>
                  <a:pt x="14465" y="3232460"/>
                </a:moveTo>
                <a:lnTo>
                  <a:pt x="3827" y="3092554"/>
                </a:lnTo>
                <a:cubicBezTo>
                  <a:pt x="1286" y="3042424"/>
                  <a:pt x="0" y="2991962"/>
                  <a:pt x="0" y="2941200"/>
                </a:cubicBezTo>
                <a:cubicBezTo>
                  <a:pt x="0" y="1316820"/>
                  <a:pt x="1316820" y="0"/>
                  <a:pt x="2941200" y="0"/>
                </a:cubicBezTo>
                <a:lnTo>
                  <a:pt x="3050508" y="276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" name="任意多边形: 形状 25">
            <a:extLst xmlns:a="http://schemas.openxmlformats.org/drawingml/2006/main">
              <a:ext uri="{FF2B5EF4-FFF2-40B4-BE49-F238E27FC236}">
                <a16:creationId xmlns:a16="http://schemas.microsoft.com/office/drawing/2014/main" id="{F6FB62D0-2E1E-4312-A4BE-34ABDA3A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244080" y="2147570"/>
            <a:ext cx="3003550" cy="3178810"/>
          </a:xfrm>
          <a:custGeom xmlns:a="http://schemas.openxmlformats.org/drawingml/2006/main">
            <a:rect l="l" t="t" r="r" b="b"/>
            <a:pathLst>
              <a:path w="3003593" h="3178430">
                <a:moveTo>
                  <a:pt x="3003593" y="10180"/>
                </a:moveTo>
                <a:lnTo>
                  <a:pt x="2801987" y="0"/>
                </a:lnTo>
                <a:cubicBezTo>
                  <a:pt x="1254492" y="0"/>
                  <a:pt x="0" y="1254492"/>
                  <a:pt x="0" y="2801987"/>
                </a:cubicBezTo>
                <a:cubicBezTo>
                  <a:pt x="0" y="2898706"/>
                  <a:pt x="4900" y="2994280"/>
                  <a:pt x="14466" y="3088474"/>
                </a:cubicBezTo>
                <a:lnTo>
                  <a:pt x="28195" y="317843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" name="任意多边形: 形状 26">
            <a:extLst xmlns:a="http://schemas.openxmlformats.org/drawingml/2006/main">
              <a:ext uri="{FF2B5EF4-FFF2-40B4-BE49-F238E27FC236}">
                <a16:creationId xmlns:a16="http://schemas.microsoft.com/office/drawing/2014/main" id="{69427837-BC02-4EAD-BF48-3E5F81F3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138035" y="2240915"/>
            <a:ext cx="2941955" cy="3111500"/>
          </a:xfrm>
          <a:custGeom xmlns:a="http://schemas.openxmlformats.org/drawingml/2006/main">
            <a:rect l="l" t="t" r="r" b="b"/>
            <a:pathLst>
              <a:path w="2942190" h="3111259">
                <a:moveTo>
                  <a:pt x="40443" y="3111259"/>
                </a:moveTo>
                <a:lnTo>
                  <a:pt x="13754" y="2936379"/>
                </a:lnTo>
                <a:cubicBezTo>
                  <a:pt x="4659" y="2846823"/>
                  <a:pt x="0" y="2755956"/>
                  <a:pt x="0" y="2664000"/>
                </a:cubicBezTo>
                <a:cubicBezTo>
                  <a:pt x="0" y="1192713"/>
                  <a:pt x="1192713" y="0"/>
                  <a:pt x="2664000" y="0"/>
                </a:cubicBezTo>
                <a:cubicBezTo>
                  <a:pt x="2755955" y="0"/>
                  <a:pt x="2846823" y="4659"/>
                  <a:pt x="2936379" y="13754"/>
                </a:cubicBezTo>
                <a:lnTo>
                  <a:pt x="2942190" y="146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3A398E4D-A36E-445E-8FB2-9C29E2E7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052310" y="2334260"/>
            <a:ext cx="2880360" cy="3034665"/>
          </a:xfrm>
          <a:custGeom xmlns:a="http://schemas.openxmlformats.org/drawingml/2006/main">
            <a:rect l="l" t="t" r="r" b="b"/>
            <a:pathLst>
              <a:path w="2880145" h="3034614">
                <a:moveTo>
                  <a:pt x="2880145" y="25717"/>
                </a:moveTo>
                <a:lnTo>
                  <a:pt x="2797496" y="13103"/>
                </a:lnTo>
                <a:cubicBezTo>
                  <a:pt x="2712176" y="4439"/>
                  <a:pt x="2625606" y="0"/>
                  <a:pt x="2538000" y="0"/>
                </a:cubicBezTo>
                <a:cubicBezTo>
                  <a:pt x="1136301" y="0"/>
                  <a:pt x="0" y="1136301"/>
                  <a:pt x="0" y="2538000"/>
                </a:cubicBezTo>
                <a:cubicBezTo>
                  <a:pt x="0" y="2625606"/>
                  <a:pt x="4438" y="2712176"/>
                  <a:pt x="13103" y="2797496"/>
                </a:cubicBezTo>
                <a:lnTo>
                  <a:pt x="49291" y="303461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" name="任意多边形: 形状 28">
            <a:extLst xmlns:a="http://schemas.openxmlformats.org/drawingml/2006/main">
              <a:ext uri="{FF2B5EF4-FFF2-40B4-BE49-F238E27FC236}">
                <a16:creationId xmlns:a16="http://schemas.microsoft.com/office/drawing/2014/main" id="{E3BD031C-5F53-4AA9-9929-BEFE8004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969760" y="2439670"/>
            <a:ext cx="2792730" cy="2938145"/>
          </a:xfrm>
          <a:custGeom xmlns:a="http://schemas.openxmlformats.org/drawingml/2006/main">
            <a:rect l="l" t="t" r="r" b="b"/>
            <a:pathLst>
              <a:path w="2792551" h="2938086">
                <a:moveTo>
                  <a:pt x="64479" y="2938086"/>
                </a:moveTo>
                <a:lnTo>
                  <a:pt x="48638" y="2876475"/>
                </a:lnTo>
                <a:cubicBezTo>
                  <a:pt x="16747" y="2720631"/>
                  <a:pt x="0" y="2559271"/>
                  <a:pt x="0" y="2394000"/>
                </a:cubicBezTo>
                <a:cubicBezTo>
                  <a:pt x="0" y="1071830"/>
                  <a:pt x="1071830" y="0"/>
                  <a:pt x="2394000" y="0"/>
                </a:cubicBezTo>
                <a:cubicBezTo>
                  <a:pt x="2476636" y="0"/>
                  <a:pt x="2558293" y="4187"/>
                  <a:pt x="2638773" y="12360"/>
                </a:cubicBezTo>
                <a:lnTo>
                  <a:pt x="2792551" y="3582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" name="任意多边形: 形状 29">
            <a:extLst xmlns:a="http://schemas.openxmlformats.org/drawingml/2006/main">
              <a:ext uri="{FF2B5EF4-FFF2-40B4-BE49-F238E27FC236}">
                <a16:creationId xmlns:a16="http://schemas.microsoft.com/office/drawing/2014/main" id="{F61C85D0-DDC2-4214-9E5F-AA6CDBA5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906895" y="2534920"/>
            <a:ext cx="2701925" cy="2842895"/>
          </a:xfrm>
          <a:custGeom xmlns:a="http://schemas.openxmlformats.org/drawingml/2006/main">
            <a:rect l="l" t="t" r="r" b="b"/>
            <a:pathLst>
              <a:path w="2702112" h="2842584">
                <a:moveTo>
                  <a:pt x="2702112" y="43159"/>
                </a:moveTo>
                <a:lnTo>
                  <a:pt x="2495922" y="11691"/>
                </a:lnTo>
                <a:cubicBezTo>
                  <a:pt x="2419799" y="3960"/>
                  <a:pt x="2342562" y="0"/>
                  <a:pt x="2264400" y="0"/>
                </a:cubicBezTo>
                <a:cubicBezTo>
                  <a:pt x="1013806" y="0"/>
                  <a:pt x="0" y="1013806"/>
                  <a:pt x="0" y="2264400"/>
                </a:cubicBezTo>
                <a:cubicBezTo>
                  <a:pt x="0" y="2420724"/>
                  <a:pt x="15841" y="2573349"/>
                  <a:pt x="46005" y="2720756"/>
                </a:cubicBezTo>
                <a:lnTo>
                  <a:pt x="77330" y="284258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" name="任意多边形: 形状 30">
            <a:extLst xmlns:a="http://schemas.openxmlformats.org/drawingml/2006/main">
              <a:ext uri="{FF2B5EF4-FFF2-40B4-BE49-F238E27FC236}">
                <a16:creationId xmlns:a16="http://schemas.microsoft.com/office/drawing/2014/main" id="{879AFE8B-6777-4E44-914D-DE4DACA3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858000" y="2629535"/>
            <a:ext cx="2613660" cy="2741930"/>
          </a:xfrm>
          <a:custGeom xmlns:a="http://schemas.openxmlformats.org/drawingml/2006/main">
            <a:rect l="l" t="t" r="r" b="b"/>
            <a:pathLst>
              <a:path w="2613744" h="2741829">
                <a:moveTo>
                  <a:pt x="86203" y="2741829"/>
                </a:moveTo>
                <a:lnTo>
                  <a:pt x="43556" y="2575971"/>
                </a:lnTo>
                <a:cubicBezTo>
                  <a:pt x="14998" y="2436408"/>
                  <a:pt x="0" y="2291906"/>
                  <a:pt x="0" y="2143900"/>
                </a:cubicBezTo>
                <a:cubicBezTo>
                  <a:pt x="0" y="959857"/>
                  <a:pt x="959857" y="0"/>
                  <a:pt x="2143900" y="0"/>
                </a:cubicBezTo>
                <a:cubicBezTo>
                  <a:pt x="2291905" y="0"/>
                  <a:pt x="2436408" y="14998"/>
                  <a:pt x="2575971" y="43556"/>
                </a:cubicBezTo>
                <a:lnTo>
                  <a:pt x="2613744" y="5326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2" name="任意多边形: 形状 31">
            <a:extLst xmlns:a="http://schemas.openxmlformats.org/drawingml/2006/main">
              <a:ext uri="{FF2B5EF4-FFF2-40B4-BE49-F238E27FC236}">
                <a16:creationId xmlns:a16="http://schemas.microsoft.com/office/drawing/2014/main" id="{1432159E-6786-453D-AF53-E063DB94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817360" y="2727960"/>
            <a:ext cx="2507615" cy="2628900"/>
          </a:xfrm>
          <a:custGeom xmlns:a="http://schemas.openxmlformats.org/drawingml/2006/main">
            <a:rect l="l" t="t" r="r" b="b"/>
            <a:pathLst>
              <a:path w="2507554" h="2629009">
                <a:moveTo>
                  <a:pt x="2507554" y="62621"/>
                </a:moveTo>
                <a:lnTo>
                  <a:pt x="2423376" y="40976"/>
                </a:lnTo>
                <a:cubicBezTo>
                  <a:pt x="2292080" y="14109"/>
                  <a:pt x="2156138" y="0"/>
                  <a:pt x="2016900" y="0"/>
                </a:cubicBezTo>
                <a:cubicBezTo>
                  <a:pt x="902997" y="0"/>
                  <a:pt x="0" y="902997"/>
                  <a:pt x="0" y="2016900"/>
                </a:cubicBezTo>
                <a:cubicBezTo>
                  <a:pt x="0" y="2225757"/>
                  <a:pt x="31746" y="2427199"/>
                  <a:pt x="90676" y="2616664"/>
                </a:cubicBezTo>
                <a:lnTo>
                  <a:pt x="95194" y="262900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" name="任意多边形: 形状 32">
            <a:extLst xmlns:a="http://schemas.openxmlformats.org/drawingml/2006/main">
              <a:ext uri="{FF2B5EF4-FFF2-40B4-BE49-F238E27FC236}">
                <a16:creationId xmlns:a16="http://schemas.microsoft.com/office/drawing/2014/main" id="{7B9AC97C-2163-46C6-86C2-42CA05CB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88150" y="2818765"/>
            <a:ext cx="2407285" cy="2520950"/>
          </a:xfrm>
          <a:custGeom xmlns:a="http://schemas.openxmlformats.org/drawingml/2006/main">
            <a:rect l="l" t="t" r="r" b="b"/>
            <a:pathLst>
              <a:path w="2407041" h="2520965">
                <a:moveTo>
                  <a:pt x="104785" y="2520965"/>
                </a:moveTo>
                <a:lnTo>
                  <a:pt x="85537" y="2468375"/>
                </a:lnTo>
                <a:cubicBezTo>
                  <a:pt x="29947" y="2289647"/>
                  <a:pt x="0" y="2099621"/>
                  <a:pt x="0" y="1902600"/>
                </a:cubicBezTo>
                <a:cubicBezTo>
                  <a:pt x="0" y="851823"/>
                  <a:pt x="851823" y="0"/>
                  <a:pt x="1902600" y="0"/>
                </a:cubicBezTo>
                <a:cubicBezTo>
                  <a:pt x="2033947" y="0"/>
                  <a:pt x="2162186" y="13310"/>
                  <a:pt x="2286040" y="38654"/>
                </a:cubicBezTo>
                <a:lnTo>
                  <a:pt x="2407041" y="6976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4" name="任意多边形: 形状 33">
            <a:extLst xmlns:a="http://schemas.openxmlformats.org/drawingml/2006/main">
              <a:ext uri="{FF2B5EF4-FFF2-40B4-BE49-F238E27FC236}">
                <a16:creationId xmlns:a16="http://schemas.microsoft.com/office/drawing/2014/main" id="{AF032CBF-BF17-4FDB-B3A9-6277214E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68465" y="2905125"/>
            <a:ext cx="2306320" cy="2413635"/>
          </a:xfrm>
          <a:custGeom xmlns:a="http://schemas.openxmlformats.org/drawingml/2006/main">
            <a:rect l="l" t="t" r="r" b="b"/>
            <a:pathLst>
              <a:path w="2306398" h="2413436">
                <a:moveTo>
                  <a:pt x="2306398" y="74555"/>
                </a:moveTo>
                <a:lnTo>
                  <a:pt x="2158377" y="36495"/>
                </a:lnTo>
                <a:cubicBezTo>
                  <a:pt x="2041439" y="12566"/>
                  <a:pt x="1920362" y="0"/>
                  <a:pt x="1796350" y="0"/>
                </a:cubicBezTo>
                <a:cubicBezTo>
                  <a:pt x="804253" y="0"/>
                  <a:pt x="0" y="804253"/>
                  <a:pt x="0" y="1796350"/>
                </a:cubicBezTo>
                <a:cubicBezTo>
                  <a:pt x="0" y="1982368"/>
                  <a:pt x="28275" y="2161783"/>
                  <a:pt x="80760" y="2330530"/>
                </a:cubicBezTo>
                <a:lnTo>
                  <a:pt x="111104" y="241343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" name="任意多边形: 形状 34">
            <a:extLst xmlns:a="http://schemas.openxmlformats.org/drawingml/2006/main">
              <a:ext uri="{FF2B5EF4-FFF2-40B4-BE49-F238E27FC236}">
                <a16:creationId xmlns:a16="http://schemas.microsoft.com/office/drawing/2014/main" id="{5DC5D895-F7CD-4E98-B6BD-A0048709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53860" y="2993390"/>
            <a:ext cx="2200275" cy="2299970"/>
          </a:xfrm>
          <a:custGeom xmlns:a="http://schemas.openxmlformats.org/drawingml/2006/main">
            <a:rect l="l" t="t" r="r" b="b"/>
            <a:pathLst>
              <a:path w="2200258" h="2299792">
                <a:moveTo>
                  <a:pt x="115916" y="2299792"/>
                </a:moveTo>
                <a:lnTo>
                  <a:pt x="75907" y="2190479"/>
                </a:lnTo>
                <a:cubicBezTo>
                  <a:pt x="26575" y="2031872"/>
                  <a:pt x="0" y="1863240"/>
                  <a:pt x="0" y="1688400"/>
                </a:cubicBezTo>
                <a:cubicBezTo>
                  <a:pt x="0" y="755922"/>
                  <a:pt x="755922" y="0"/>
                  <a:pt x="1688400" y="0"/>
                </a:cubicBezTo>
                <a:cubicBezTo>
                  <a:pt x="1863240" y="0"/>
                  <a:pt x="2031872" y="26575"/>
                  <a:pt x="2190479" y="75907"/>
                </a:cubicBezTo>
                <a:lnTo>
                  <a:pt x="2200258" y="7948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" name="任意多边形: 形状 35">
            <a:extLst xmlns:a="http://schemas.openxmlformats.org/drawingml/2006/main">
              <a:ext uri="{FF2B5EF4-FFF2-40B4-BE49-F238E27FC236}">
                <a16:creationId xmlns:a16="http://schemas.microsoft.com/office/drawing/2014/main" id="{22009281-39B6-4360-9C99-E6FC3927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46240" y="3090545"/>
            <a:ext cx="2077085" cy="2169795"/>
          </a:xfrm>
          <a:custGeom xmlns:a="http://schemas.openxmlformats.org/drawingml/2006/main">
            <a:rect l="l" t="t" r="r" b="b"/>
            <a:pathLst>
              <a:path w="2077087" h="2169653">
                <a:moveTo>
                  <a:pt x="2077087" y="84702"/>
                </a:moveTo>
                <a:lnTo>
                  <a:pt x="2038686" y="70647"/>
                </a:lnTo>
                <a:cubicBezTo>
                  <a:pt x="1891071" y="24734"/>
                  <a:pt x="1734124" y="0"/>
                  <a:pt x="1571400" y="0"/>
                </a:cubicBezTo>
                <a:cubicBezTo>
                  <a:pt x="703540" y="0"/>
                  <a:pt x="0" y="703540"/>
                  <a:pt x="0" y="1571400"/>
                </a:cubicBezTo>
                <a:cubicBezTo>
                  <a:pt x="0" y="1734124"/>
                  <a:pt x="24734" y="1891071"/>
                  <a:pt x="70647" y="2038686"/>
                </a:cubicBezTo>
                <a:lnTo>
                  <a:pt x="118581" y="216965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" name="任意多边形: 形状 36">
            <a:extLst xmlns:a="http://schemas.openxmlformats.org/drawingml/2006/main">
              <a:ext uri="{FF2B5EF4-FFF2-40B4-BE49-F238E27FC236}">
                <a16:creationId xmlns:a16="http://schemas.microsoft.com/office/drawing/2014/main" id="{5C4D4F19-12BF-49B6-8C36-B9D8638A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50685" y="3274695"/>
            <a:ext cx="1832610" cy="1911350"/>
          </a:xfrm>
          <a:custGeom xmlns:a="http://schemas.openxmlformats.org/drawingml/2006/main">
            <a:rect l="l" t="t" r="r" b="b"/>
            <a:pathLst>
              <a:path w="1832676" h="1911428">
                <a:moveTo>
                  <a:pt x="121280" y="1911428"/>
                </a:moveTo>
                <a:lnTo>
                  <a:pt x="106373" y="1880482"/>
                </a:lnTo>
                <a:cubicBezTo>
                  <a:pt x="37877" y="1718540"/>
                  <a:pt x="0" y="1540493"/>
                  <a:pt x="0" y="1353600"/>
                </a:cubicBezTo>
                <a:cubicBezTo>
                  <a:pt x="0" y="606027"/>
                  <a:pt x="606027" y="0"/>
                  <a:pt x="1353600" y="0"/>
                </a:cubicBezTo>
                <a:cubicBezTo>
                  <a:pt x="1493770" y="0"/>
                  <a:pt x="1628964" y="21306"/>
                  <a:pt x="1756119" y="60855"/>
                </a:cubicBezTo>
                <a:lnTo>
                  <a:pt x="1832676" y="8887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" name="任意多边形: 形状 37">
            <a:extLst xmlns:a="http://schemas.openxmlformats.org/drawingml/2006/main">
              <a:ext uri="{FF2B5EF4-FFF2-40B4-BE49-F238E27FC236}">
                <a16:creationId xmlns:a16="http://schemas.microsoft.com/office/drawing/2014/main" id="{B00C6691-0264-40B7-ACC5-F02A4C02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60210" y="3365500"/>
            <a:ext cx="1709420" cy="1780540"/>
          </a:xfrm>
          <a:custGeom xmlns:a="http://schemas.openxmlformats.org/drawingml/2006/main">
            <a:rect l="l" t="t" r="r" b="b"/>
            <a:pathLst>
              <a:path w="1709277" h="1780541">
                <a:moveTo>
                  <a:pt x="1709277" y="88591"/>
                </a:moveTo>
                <a:lnTo>
                  <a:pt x="1620674" y="56162"/>
                </a:lnTo>
                <a:cubicBezTo>
                  <a:pt x="1503325" y="19662"/>
                  <a:pt x="1378559" y="0"/>
                  <a:pt x="1249200" y="0"/>
                </a:cubicBezTo>
                <a:cubicBezTo>
                  <a:pt x="559286" y="0"/>
                  <a:pt x="0" y="559286"/>
                  <a:pt x="0" y="1249200"/>
                </a:cubicBezTo>
                <a:cubicBezTo>
                  <a:pt x="0" y="1421679"/>
                  <a:pt x="34955" y="1585993"/>
                  <a:pt x="98168" y="1735445"/>
                </a:cubicBezTo>
                <a:lnTo>
                  <a:pt x="119892" y="17805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" name="任意多边形: 形状 38">
            <a:extLst xmlns:a="http://schemas.openxmlformats.org/drawingml/2006/main">
              <a:ext uri="{FF2B5EF4-FFF2-40B4-BE49-F238E27FC236}">
                <a16:creationId xmlns:a16="http://schemas.microsoft.com/office/drawing/2014/main" id="{84C455AA-D246-496A-A386-82F62E15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983095" y="4025265"/>
            <a:ext cx="699770" cy="730250"/>
          </a:xfrm>
          <a:custGeom xmlns:a="http://schemas.openxmlformats.org/drawingml/2006/main">
            <a:rect l="l" t="t" r="r" b="b"/>
            <a:pathLst>
              <a:path w="699728" h="730385">
                <a:moveTo>
                  <a:pt x="49502" y="730385"/>
                </a:moveTo>
                <a:lnTo>
                  <a:pt x="40363" y="713547"/>
                </a:lnTo>
                <a:cubicBezTo>
                  <a:pt x="14372" y="652098"/>
                  <a:pt x="0" y="584539"/>
                  <a:pt x="0" y="513622"/>
                </a:cubicBezTo>
                <a:cubicBezTo>
                  <a:pt x="0" y="229956"/>
                  <a:pt x="229956" y="0"/>
                  <a:pt x="513622" y="0"/>
                </a:cubicBezTo>
                <a:cubicBezTo>
                  <a:pt x="549080" y="0"/>
                  <a:pt x="583699" y="3593"/>
                  <a:pt x="617135" y="10435"/>
                </a:cubicBezTo>
                <a:lnTo>
                  <a:pt x="699728" y="3607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" name="任意多边形: 形状 39">
            <a:extLst xmlns:a="http://schemas.openxmlformats.org/drawingml/2006/main">
              <a:ext uri="{FF2B5EF4-FFF2-40B4-BE49-F238E27FC236}">
                <a16:creationId xmlns:a16="http://schemas.microsoft.com/office/drawing/2014/main" id="{1678E129-E108-447C-9F3C-85C350E1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042150" y="4137025"/>
            <a:ext cx="518795" cy="541020"/>
          </a:xfrm>
          <a:custGeom xmlns:a="http://schemas.openxmlformats.org/drawingml/2006/main">
            <a:rect l="l" t="t" r="r" b="b"/>
            <a:pathLst>
              <a:path w="518882" h="540737">
                <a:moveTo>
                  <a:pt x="518882" y="21416"/>
                </a:moveTo>
                <a:lnTo>
                  <a:pt x="475808" y="8045"/>
                </a:lnTo>
                <a:cubicBezTo>
                  <a:pt x="450029" y="2770"/>
                  <a:pt x="423338" y="0"/>
                  <a:pt x="396000" y="0"/>
                </a:cubicBezTo>
                <a:cubicBezTo>
                  <a:pt x="177295" y="0"/>
                  <a:pt x="0" y="177295"/>
                  <a:pt x="0" y="396000"/>
                </a:cubicBezTo>
                <a:cubicBezTo>
                  <a:pt x="0" y="423338"/>
                  <a:pt x="2770" y="450029"/>
                  <a:pt x="8045" y="475808"/>
                </a:cubicBezTo>
                <a:lnTo>
                  <a:pt x="28201" y="54073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" name="任意多边形: 形状 40">
            <a:extLst xmlns:a="http://schemas.openxmlformats.org/drawingml/2006/main">
              <a:ext uri="{FF2B5EF4-FFF2-40B4-BE49-F238E27FC236}">
                <a16:creationId xmlns:a16="http://schemas.microsoft.com/office/drawing/2014/main" id="{4D3A04A3-90F2-4FD9-8253-7F37FFE9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888480" y="3819525"/>
            <a:ext cx="1031240" cy="1073150"/>
          </a:xfrm>
          <a:custGeom xmlns:a="http://schemas.openxmlformats.org/drawingml/2006/main">
            <a:rect l="l" t="t" r="r" b="b"/>
            <a:pathLst>
              <a:path w="1031244" h="1073200">
                <a:moveTo>
                  <a:pt x="84015" y="1073200"/>
                </a:moveTo>
                <a:lnTo>
                  <a:pt x="57996" y="1025263"/>
                </a:lnTo>
                <a:cubicBezTo>
                  <a:pt x="20651" y="936970"/>
                  <a:pt x="0" y="839897"/>
                  <a:pt x="0" y="738000"/>
                </a:cubicBezTo>
                <a:cubicBezTo>
                  <a:pt x="0" y="330414"/>
                  <a:pt x="330414" y="0"/>
                  <a:pt x="738000" y="0"/>
                </a:cubicBezTo>
                <a:cubicBezTo>
                  <a:pt x="839897" y="0"/>
                  <a:pt x="936970" y="20651"/>
                  <a:pt x="1025263" y="57996"/>
                </a:cubicBezTo>
                <a:lnTo>
                  <a:pt x="1031244" y="6124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" name="任意多边形: 形状 41">
            <a:extLst xmlns:a="http://schemas.openxmlformats.org/drawingml/2006/main">
              <a:ext uri="{FF2B5EF4-FFF2-40B4-BE49-F238E27FC236}">
                <a16:creationId xmlns:a16="http://schemas.microsoft.com/office/drawing/2014/main" id="{FEF4FF47-464E-4931-BA1F-0991353D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930390" y="3920490"/>
            <a:ext cx="875030" cy="908050"/>
          </a:xfrm>
          <a:custGeom xmlns:a="http://schemas.openxmlformats.org/drawingml/2006/main">
            <a:rect l="l" t="t" r="r" b="b"/>
            <a:pathLst>
              <a:path w="875351" h="908062">
                <a:moveTo>
                  <a:pt x="875351" y="50133"/>
                </a:moveTo>
                <a:lnTo>
                  <a:pt x="874082" y="49444"/>
                </a:lnTo>
                <a:cubicBezTo>
                  <a:pt x="798808" y="17606"/>
                  <a:pt x="716049" y="0"/>
                  <a:pt x="629178" y="0"/>
                </a:cubicBezTo>
                <a:cubicBezTo>
                  <a:pt x="281693" y="0"/>
                  <a:pt x="0" y="281693"/>
                  <a:pt x="0" y="629178"/>
                </a:cubicBezTo>
                <a:cubicBezTo>
                  <a:pt x="0" y="716049"/>
                  <a:pt x="17606" y="798809"/>
                  <a:pt x="49444" y="874082"/>
                </a:cubicBezTo>
                <a:lnTo>
                  <a:pt x="67888" y="90806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320D78E2-EDF6-4000-9CB4-DE4CA7F5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823075" y="3637280"/>
            <a:ext cx="1311275" cy="1365250"/>
          </a:xfrm>
          <a:custGeom xmlns:a="http://schemas.openxmlformats.org/drawingml/2006/main">
            <a:rect l="l" t="t" r="r" b="b"/>
            <a:pathLst>
              <a:path w="1311055" h="1365195">
                <a:moveTo>
                  <a:pt x="102721" y="1365195"/>
                </a:moveTo>
                <a:lnTo>
                  <a:pt x="73832" y="1305225"/>
                </a:lnTo>
                <a:cubicBezTo>
                  <a:pt x="26290" y="1192822"/>
                  <a:pt x="0" y="1069242"/>
                  <a:pt x="0" y="939521"/>
                </a:cubicBezTo>
                <a:cubicBezTo>
                  <a:pt x="0" y="420638"/>
                  <a:pt x="420638" y="0"/>
                  <a:pt x="939521" y="0"/>
                </a:cubicBezTo>
                <a:cubicBezTo>
                  <a:pt x="1069242" y="0"/>
                  <a:pt x="1192822" y="26290"/>
                  <a:pt x="1305225" y="73832"/>
                </a:cubicBezTo>
                <a:lnTo>
                  <a:pt x="1311055" y="7664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" name="任意多边形: 形状 43">
            <a:extLst xmlns:a="http://schemas.openxmlformats.org/drawingml/2006/main">
              <a:ext uri="{FF2B5EF4-FFF2-40B4-BE49-F238E27FC236}">
                <a16:creationId xmlns:a16="http://schemas.microsoft.com/office/drawing/2014/main" id="{43CE87A3-A069-416D-ACCE-FCBD289D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853555" y="3731895"/>
            <a:ext cx="1172845" cy="1217295"/>
          </a:xfrm>
          <a:custGeom xmlns:a="http://schemas.openxmlformats.org/drawingml/2006/main">
            <a:rect l="l" t="t" r="r" b="b"/>
            <a:pathLst>
              <a:path w="1172967" h="1216931">
                <a:moveTo>
                  <a:pt x="1172967" y="71295"/>
                </a:moveTo>
                <a:lnTo>
                  <a:pt x="1162798" y="65776"/>
                </a:lnTo>
                <a:cubicBezTo>
                  <a:pt x="1062661" y="23421"/>
                  <a:pt x="952565" y="0"/>
                  <a:pt x="837000" y="0"/>
                </a:cubicBezTo>
                <a:cubicBezTo>
                  <a:pt x="374738" y="0"/>
                  <a:pt x="0" y="374738"/>
                  <a:pt x="0" y="837000"/>
                </a:cubicBezTo>
                <a:cubicBezTo>
                  <a:pt x="0" y="952566"/>
                  <a:pt x="23421" y="1062661"/>
                  <a:pt x="65776" y="1162798"/>
                </a:cubicBezTo>
                <a:lnTo>
                  <a:pt x="95158" y="121693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" name="任意多边形: 形状 44">
            <a:extLst xmlns:a="http://schemas.openxmlformats.org/drawingml/2006/main">
              <a:ext uri="{FF2B5EF4-FFF2-40B4-BE49-F238E27FC236}">
                <a16:creationId xmlns:a16="http://schemas.microsoft.com/office/drawing/2014/main" id="{7F34AFF9-AED2-4C80-BE3A-6BAE24BB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77355" y="3457575"/>
            <a:ext cx="1576705" cy="1642110"/>
          </a:xfrm>
          <a:custGeom xmlns:a="http://schemas.openxmlformats.org/drawingml/2006/main">
            <a:rect l="l" t="t" r="r" b="b"/>
            <a:pathLst>
              <a:path w="1576525" h="1642284">
                <a:moveTo>
                  <a:pt x="116018" y="1642284"/>
                </a:moveTo>
                <a:lnTo>
                  <a:pt x="89823" y="1587907"/>
                </a:lnTo>
                <a:cubicBezTo>
                  <a:pt x="31984" y="1451161"/>
                  <a:pt x="0" y="1300815"/>
                  <a:pt x="0" y="1143000"/>
                </a:cubicBezTo>
                <a:cubicBezTo>
                  <a:pt x="0" y="511739"/>
                  <a:pt x="511739" y="0"/>
                  <a:pt x="1143000" y="0"/>
                </a:cubicBezTo>
                <a:cubicBezTo>
                  <a:pt x="1261361" y="0"/>
                  <a:pt x="1375521" y="17991"/>
                  <a:pt x="1482893" y="51387"/>
                </a:cubicBezTo>
                <a:lnTo>
                  <a:pt x="1576525" y="8565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" name="任意多边形: 形状 45">
            <a:extLst xmlns:a="http://schemas.openxmlformats.org/drawingml/2006/main">
              <a:ext uri="{FF2B5EF4-FFF2-40B4-BE49-F238E27FC236}">
                <a16:creationId xmlns:a16="http://schemas.microsoft.com/office/drawing/2014/main" id="{D9F2D113-9852-4311-8E8D-199267A0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96405" y="3547745"/>
            <a:ext cx="1447800" cy="1505585"/>
          </a:xfrm>
          <a:custGeom xmlns:a="http://schemas.openxmlformats.org/drawingml/2006/main">
            <a:rect l="l" t="t" r="r" b="b"/>
            <a:pathLst>
              <a:path w="1447763" h="1505306">
                <a:moveTo>
                  <a:pt x="1447763" y="82463"/>
                </a:moveTo>
                <a:lnTo>
                  <a:pt x="1446428" y="81820"/>
                </a:lnTo>
                <a:cubicBezTo>
                  <a:pt x="1321865" y="29134"/>
                  <a:pt x="1184915" y="0"/>
                  <a:pt x="1041161" y="0"/>
                </a:cubicBezTo>
                <a:cubicBezTo>
                  <a:pt x="466144" y="0"/>
                  <a:pt x="0" y="466144"/>
                  <a:pt x="0" y="1041161"/>
                </a:cubicBezTo>
                <a:cubicBezTo>
                  <a:pt x="0" y="1184915"/>
                  <a:pt x="29134" y="1321865"/>
                  <a:pt x="81820" y="1446428"/>
                </a:cubicBezTo>
                <a:lnTo>
                  <a:pt x="110183" y="150530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" name="任意多边形: 形状 10">
            <a:extLst xmlns:a="http://schemas.openxmlformats.org/drawingml/2006/main">
              <a:ext uri="{FF2B5EF4-FFF2-40B4-BE49-F238E27FC236}">
                <a16:creationId xmlns:a16="http://schemas.microsoft.com/office/drawing/2014/main" id="{EC2F8F95-F15F-4CCC-A407-3B2DC56D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136765" y="4328795"/>
            <a:ext cx="204470" cy="213995"/>
          </a:xfrm>
          <a:custGeom xmlns:a="http://schemas.openxmlformats.org/drawingml/2006/main">
            <a:rect l="l" t="t" r="r" b="b"/>
            <a:pathLst>
              <a:path w="204370" h="213748">
                <a:moveTo>
                  <a:pt x="706" y="213748"/>
                </a:moveTo>
                <a:cubicBezTo>
                  <a:pt x="471" y="211410"/>
                  <a:pt x="235" y="209073"/>
                  <a:pt x="0" y="206735"/>
                </a:cubicBezTo>
                <a:cubicBezTo>
                  <a:pt x="0" y="106703"/>
                  <a:pt x="70956" y="23243"/>
                  <a:pt x="165282" y="3941"/>
                </a:cubicBezTo>
                <a:lnTo>
                  <a:pt x="204370" y="0"/>
                </a:lnTo>
                <a:lnTo>
                  <a:pt x="202904" y="1961"/>
                </a:lnTo>
              </a:path>
            </a:pathLst>
          </a:custGeom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" name="椭圆 46">
            <a:extLst xmlns:a="http://schemas.openxmlformats.org/drawingml/2006/main">
              <a:ext uri="{FF2B5EF4-FFF2-40B4-BE49-F238E27FC236}">
                <a16:creationId xmlns:a16="http://schemas.microsoft.com/office/drawing/2014/main" id="{EB17DDF7-C392-420E-9441-8D4F17AC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335" y="1164515"/>
            <a:ext cx="1628128" cy="162812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标题 1">
            <a:extLst xmlns:a="http://schemas.openxmlformats.org/drawingml/2006/main">
              <a:ext uri="{FF2B5EF4-FFF2-40B4-BE49-F238E27FC236}">
                <a16:creationId xmlns:a16="http://schemas.microsoft.com/office/drawing/2014/main" id="{F337E808-C7E4-4114-899D-08AF51948CA7}"/>
              </a:ext>
            </a:extLst>
          </p:cNvPr>
          <p:cNvSpPr>
            <a:spLocks xmlns:a="http://schemas.openxmlformats.org/drawingml/2006/main" noGrp="1"/>
          </p:cNvSpPr>
          <p:nvPr>
            <p:ph type="title" idx="16388" hasCustomPrompt="1"/>
          </p:nvPr>
        </p:nvSpPr>
        <p:spPr>
          <a:xfrm xmlns:a="http://schemas.openxmlformats.org/drawingml/2006/main">
            <a:off x="1016000" y="3530600"/>
            <a:ext cx="6352117" cy="1524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0" spc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 xmlns:a="http://schemas.openxmlformats.org/drawingml/2006/main">
            <a:r>
              <a:t>单击此处添加章节标题</a:t>
            </a:r>
          </a:p>
        </p:txBody>
      </p:sp>
      <p:sp>
        <p:nvSpPr>
          <p:cNvPr id="8" name="节编号 3">
            <a:extLst xmlns:a="http://schemas.openxmlformats.org/drawingml/2006/main">
              <a:ext uri="{FF2B5EF4-FFF2-40B4-BE49-F238E27FC236}">
                <a16:creationId xmlns:a16="http://schemas.microsoft.com/office/drawing/2014/main" id="{7A1E6D74-881D-42A3-A5C3-F45C2D952CBB}"/>
              </a:ext>
            </a:extLst>
          </p:cNvPr>
          <p:cNvSpPr>
            <a:spLocks xmlns:a="http://schemas.openxmlformats.org/drawingml/2006/main" noGrp="1"/>
          </p:cNvSpPr>
          <p:nvPr>
            <p:ph type="body" idx="16389" hasCustomPrompt="1"/>
          </p:nvPr>
        </p:nvSpPr>
        <p:spPr>
          <a:xfrm xmlns:a="http://schemas.openxmlformats.org/drawingml/2006/main">
            <a:off x="1016000" y="1905000"/>
            <a:ext cx="1527175" cy="1524000"/>
          </a:xfrm>
        </p:spPr>
        <p:txBody>
          <a:bodyPr xmlns:a="http://schemas.openxmlformats.org/drawingml/2006/main" vert="horz" wrap="none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7200" b="1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showMasterSp="0" preserve="1" userDrawn="1">
  <p:cSld name="结束页_1_5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22C438E-0BE9-4605-8D02-08A5C9E4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任意多边形: 形状 15">
            <a:extLst xmlns:a="http://schemas.openxmlformats.org/drawingml/2006/main">
              <a:ext uri="{FF2B5EF4-FFF2-40B4-BE49-F238E27FC236}">
                <a16:creationId xmlns:a16="http://schemas.microsoft.com/office/drawing/2014/main" id="{ABC91D72-3671-406E-A914-03E45232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915670" y="1011555"/>
            <a:ext cx="1957070" cy="2042795"/>
          </a:xfrm>
          <a:custGeom xmlns:a="http://schemas.openxmlformats.org/drawingml/2006/main">
            <a:rect l="l" t="t" r="r" b="b"/>
            <a:pathLst>
              <a:path w="1957284" h="2042763">
                <a:moveTo>
                  <a:pt x="1957284" y="88055"/>
                </a:moveTo>
                <a:lnTo>
                  <a:pt x="1896235" y="65711"/>
                </a:lnTo>
                <a:cubicBezTo>
                  <a:pt x="1758934" y="23005"/>
                  <a:pt x="1612954" y="0"/>
                  <a:pt x="1461600" y="0"/>
                </a:cubicBezTo>
                <a:cubicBezTo>
                  <a:pt x="654381" y="0"/>
                  <a:pt x="0" y="654381"/>
                  <a:pt x="0" y="1461600"/>
                </a:cubicBezTo>
                <a:cubicBezTo>
                  <a:pt x="0" y="1663405"/>
                  <a:pt x="40899" y="1855657"/>
                  <a:pt x="114860" y="2030521"/>
                </a:cubicBezTo>
                <a:lnTo>
                  <a:pt x="120757" y="204276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7" name="任意多边形: 形状 16">
            <a:extLst xmlns:a="http://schemas.openxmlformats.org/drawingml/2006/main">
              <a:ext uri="{FF2B5EF4-FFF2-40B4-BE49-F238E27FC236}">
                <a16:creationId xmlns:a16="http://schemas.microsoft.com/office/drawing/2014/main" id="{04B2E7BB-C2E7-4921-99F8-BE6EE327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407160" y="1456690"/>
            <a:ext cx="363220" cy="381635"/>
          </a:xfrm>
          <a:custGeom xmlns:a="http://schemas.openxmlformats.org/drawingml/2006/main">
            <a:rect l="l" t="t" r="r" b="b"/>
            <a:pathLst>
              <a:path w="363138" h="381923">
                <a:moveTo>
                  <a:pt x="12546" y="381923"/>
                </a:moveTo>
                <a:lnTo>
                  <a:pt x="6107" y="361181"/>
                </a:lnTo>
                <a:cubicBezTo>
                  <a:pt x="2103" y="341613"/>
                  <a:pt x="0" y="321352"/>
                  <a:pt x="0" y="300600"/>
                </a:cubicBezTo>
                <a:cubicBezTo>
                  <a:pt x="0" y="134583"/>
                  <a:pt x="134583" y="0"/>
                  <a:pt x="300600" y="0"/>
                </a:cubicBezTo>
                <a:cubicBezTo>
                  <a:pt x="321352" y="0"/>
                  <a:pt x="341613" y="2103"/>
                  <a:pt x="361181" y="6107"/>
                </a:cubicBezTo>
                <a:lnTo>
                  <a:pt x="363138" y="671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" name="任意多边形: 形状 18">
            <a:extLst xmlns:a="http://schemas.openxmlformats.org/drawingml/2006/main">
              <a:ext uri="{FF2B5EF4-FFF2-40B4-BE49-F238E27FC236}">
                <a16:creationId xmlns:a16="http://schemas.microsoft.com/office/drawing/2014/main" id="{2425191E-39F7-4890-AFBC-84F31931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3615055" y="4448810"/>
            <a:ext cx="1207770" cy="1283335"/>
          </a:xfrm>
          <a:custGeom xmlns:a="http://schemas.openxmlformats.org/drawingml/2006/main">
            <a:rect l="l" t="t" r="r" b="b"/>
            <a:pathLst>
              <a:path w="1207728" h="1283476">
                <a:moveTo>
                  <a:pt x="1207728" y="0"/>
                </a:moveTo>
                <a:lnTo>
                  <a:pt x="1136917" y="50355"/>
                </a:lnTo>
                <a:cubicBezTo>
                  <a:pt x="725367" y="358134"/>
                  <a:pt x="367298" y="733498"/>
                  <a:pt x="79165" y="1159992"/>
                </a:cubicBezTo>
                <a:lnTo>
                  <a:pt x="0" y="128347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" name="任意多边形: 形状 20">
            <a:extLst xmlns:a="http://schemas.openxmlformats.org/drawingml/2006/main">
              <a:ext uri="{FF2B5EF4-FFF2-40B4-BE49-F238E27FC236}">
                <a16:creationId xmlns:a16="http://schemas.microsoft.com/office/drawing/2014/main" id="{B9ECC6DA-E447-4667-8B57-385C5160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914525" y="2426970"/>
            <a:ext cx="2945130" cy="3138805"/>
          </a:xfrm>
          <a:custGeom xmlns:a="http://schemas.openxmlformats.org/drawingml/2006/main">
            <a:rect l="l" t="t" r="r" b="b"/>
            <a:pathLst>
              <a:path w="2945236" h="3138693">
                <a:moveTo>
                  <a:pt x="0" y="3138693"/>
                </a:moveTo>
                <a:lnTo>
                  <a:pt x="1500" y="3126894"/>
                </a:lnTo>
                <a:cubicBezTo>
                  <a:pt x="231547" y="1621315"/>
                  <a:pt x="1347493" y="407251"/>
                  <a:pt x="2800676" y="33364"/>
                </a:cubicBezTo>
                <a:lnTo>
                  <a:pt x="2945236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" name="任意多边形: 形状 21">
            <a:extLst xmlns:a="http://schemas.openxmlformats.org/drawingml/2006/main">
              <a:ext uri="{FF2B5EF4-FFF2-40B4-BE49-F238E27FC236}">
                <a16:creationId xmlns:a16="http://schemas.microsoft.com/office/drawing/2014/main" id="{2A95FA43-CB43-4523-B2C7-970F612A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733550" y="2201545"/>
            <a:ext cx="3030220" cy="3228340"/>
          </a:xfrm>
          <a:custGeom xmlns:a="http://schemas.openxmlformats.org/drawingml/2006/main">
            <a:rect l="l" t="t" r="r" b="b"/>
            <a:pathLst>
              <a:path w="3030313" h="3228280">
                <a:moveTo>
                  <a:pt x="3030313" y="0"/>
                </a:moveTo>
                <a:lnTo>
                  <a:pt x="2890285" y="25006"/>
                </a:lnTo>
                <a:cubicBezTo>
                  <a:pt x="1348940" y="340411"/>
                  <a:pt x="162205" y="1629308"/>
                  <a:pt x="536" y="3221241"/>
                </a:cubicBezTo>
                <a:cubicBezTo>
                  <a:pt x="357" y="3223587"/>
                  <a:pt x="179" y="3225934"/>
                  <a:pt x="0" y="3228280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4EE386E3-E112-4F73-9F50-3CBD24E0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326515" y="1679575"/>
            <a:ext cx="3099435" cy="3300095"/>
          </a:xfrm>
          <a:custGeom xmlns:a="http://schemas.openxmlformats.org/drawingml/2006/main">
            <a:rect l="l" t="t" r="r" b="b"/>
            <a:pathLst>
              <a:path w="3099797" h="3300200">
                <a:moveTo>
                  <a:pt x="2277" y="3300200"/>
                </a:moveTo>
                <a:lnTo>
                  <a:pt x="0" y="3210137"/>
                </a:lnTo>
                <a:cubicBezTo>
                  <a:pt x="0" y="1491099"/>
                  <a:pt x="1350007" y="87372"/>
                  <a:pt x="3047659" y="1318"/>
                </a:cubicBezTo>
                <a:lnTo>
                  <a:pt x="3099797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" name="任意多边形: 形状 24">
            <a:extLst xmlns:a="http://schemas.openxmlformats.org/drawingml/2006/main">
              <a:ext uri="{FF2B5EF4-FFF2-40B4-BE49-F238E27FC236}">
                <a16:creationId xmlns:a16="http://schemas.microsoft.com/office/drawing/2014/main" id="{44C038AB-14E7-4F63-9349-52BA961F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230630" y="1555115"/>
            <a:ext cx="3083560" cy="3275330"/>
          </a:xfrm>
          <a:custGeom xmlns:a="http://schemas.openxmlformats.org/drawingml/2006/main">
            <a:rect l="l" t="t" r="r" b="b"/>
            <a:pathLst>
              <a:path w="3083468" h="3275088">
                <a:moveTo>
                  <a:pt x="3083468" y="93"/>
                </a:moveTo>
                <a:lnTo>
                  <a:pt x="3079800" y="0"/>
                </a:lnTo>
                <a:cubicBezTo>
                  <a:pt x="1378873" y="0"/>
                  <a:pt x="0" y="1378873"/>
                  <a:pt x="0" y="3079800"/>
                </a:cubicBezTo>
                <a:cubicBezTo>
                  <a:pt x="0" y="3132954"/>
                  <a:pt x="1346" y="3185794"/>
                  <a:pt x="4007" y="3238286"/>
                </a:cubicBezTo>
                <a:lnTo>
                  <a:pt x="6805" y="327508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" name="任意多边形: 形状 25">
            <a:extLst xmlns:a="http://schemas.openxmlformats.org/drawingml/2006/main">
              <a:ext uri="{FF2B5EF4-FFF2-40B4-BE49-F238E27FC236}">
                <a16:creationId xmlns:a16="http://schemas.microsoft.com/office/drawing/2014/main" id="{8BEDC80A-696C-4924-941C-5691E2BD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2693035" y="3366770"/>
            <a:ext cx="2335530" cy="2491740"/>
          </a:xfrm>
          <a:custGeom xmlns:a="http://schemas.openxmlformats.org/drawingml/2006/main">
            <a:rect l="l" t="t" r="r" b="b"/>
            <a:pathLst>
              <a:path w="2335534" h="2491287">
                <a:moveTo>
                  <a:pt x="2335534" y="0"/>
                </a:moveTo>
                <a:lnTo>
                  <a:pt x="2166244" y="76534"/>
                </a:lnTo>
                <a:cubicBezTo>
                  <a:pt x="1174276" y="554513"/>
                  <a:pt x="396178" y="1406038"/>
                  <a:pt x="14436" y="2448623"/>
                </a:cubicBezTo>
                <a:lnTo>
                  <a:pt x="0" y="249128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" name="任意多边形: 形状 26">
            <a:extLst xmlns:a="http://schemas.openxmlformats.org/drawingml/2006/main">
              <a:ext uri="{FF2B5EF4-FFF2-40B4-BE49-F238E27FC236}">
                <a16:creationId xmlns:a16="http://schemas.microsoft.com/office/drawing/2014/main" id="{BCFBC94B-B739-4D28-B491-686F5647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3121660" y="3860800"/>
            <a:ext cx="1868805" cy="2000885"/>
          </a:xfrm>
          <a:custGeom xmlns:a="http://schemas.openxmlformats.org/drawingml/2006/main">
            <a:rect l="l" t="t" r="r" b="b"/>
            <a:pathLst>
              <a:path w="1869053" h="2000692">
                <a:moveTo>
                  <a:pt x="0" y="2000692"/>
                </a:moveTo>
                <a:lnTo>
                  <a:pt x="1568" y="1990416"/>
                </a:lnTo>
                <a:lnTo>
                  <a:pt x="15892" y="1958733"/>
                </a:lnTo>
                <a:cubicBezTo>
                  <a:pt x="389303" y="1183777"/>
                  <a:pt x="981584" y="534133"/>
                  <a:pt x="1712542" y="89993"/>
                </a:cubicBezTo>
                <a:lnTo>
                  <a:pt x="186905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200235AB-144A-45C5-BB1B-EA67EF3D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2388870" y="3011170"/>
            <a:ext cx="2613025" cy="2781300"/>
          </a:xfrm>
          <a:custGeom xmlns:a="http://schemas.openxmlformats.org/drawingml/2006/main">
            <a:rect l="l" t="t" r="r" b="b"/>
            <a:pathLst>
              <a:path w="2612863" h="2781134">
                <a:moveTo>
                  <a:pt x="0" y="2781134"/>
                </a:moveTo>
                <a:lnTo>
                  <a:pt x="35434" y="2656357"/>
                </a:lnTo>
                <a:cubicBezTo>
                  <a:pt x="414818" y="1436598"/>
                  <a:pt x="1348392" y="461005"/>
                  <a:pt x="2541633" y="24101"/>
                </a:cubicBezTo>
                <a:lnTo>
                  <a:pt x="261286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" name="任意多边形: 形状 28">
            <a:extLst xmlns:a="http://schemas.openxmlformats.org/drawingml/2006/main">
              <a:ext uri="{FF2B5EF4-FFF2-40B4-BE49-F238E27FC236}">
                <a16:creationId xmlns:a16="http://schemas.microsoft.com/office/drawing/2014/main" id="{AF4F1FE3-1673-4AF5-B4D1-C6140211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2124710" y="2690495"/>
            <a:ext cx="2815590" cy="2996565"/>
          </a:xfrm>
          <a:custGeom xmlns:a="http://schemas.openxmlformats.org/drawingml/2006/main">
            <a:rect l="l" t="t" r="r" b="b"/>
            <a:pathLst>
              <a:path w="2815694" h="2996646">
                <a:moveTo>
                  <a:pt x="2815694" y="0"/>
                </a:moveTo>
                <a:lnTo>
                  <a:pt x="2686366" y="36725"/>
                </a:lnTo>
                <a:cubicBezTo>
                  <a:pt x="1390883" y="439662"/>
                  <a:pt x="382022" y="1493150"/>
                  <a:pt x="41909" y="2815064"/>
                </a:cubicBezTo>
                <a:lnTo>
                  <a:pt x="0" y="299664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" name="任意多边形: 形状 29">
            <a:extLst xmlns:a="http://schemas.openxmlformats.org/drawingml/2006/main">
              <a:ext uri="{FF2B5EF4-FFF2-40B4-BE49-F238E27FC236}">
                <a16:creationId xmlns:a16="http://schemas.microsoft.com/office/drawing/2014/main" id="{E441EE2A-E9C2-4DE8-A6CD-FE97E3CE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584325" y="2012315"/>
            <a:ext cx="3078480" cy="3280410"/>
          </a:xfrm>
          <a:custGeom xmlns:a="http://schemas.openxmlformats.org/drawingml/2006/main">
            <a:rect l="l" t="t" r="r" b="b"/>
            <a:pathLst>
              <a:path w="3078620" h="3280097">
                <a:moveTo>
                  <a:pt x="0" y="3280097"/>
                </a:moveTo>
                <a:lnTo>
                  <a:pt x="12149" y="3120339"/>
                </a:lnTo>
                <a:cubicBezTo>
                  <a:pt x="173672" y="1529845"/>
                  <a:pt x="1398725" y="253757"/>
                  <a:pt x="2964939" y="14445"/>
                </a:cubicBezTo>
                <a:lnTo>
                  <a:pt x="3078620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" name="任意多边形: 形状 30">
            <a:extLst xmlns:a="http://schemas.openxmlformats.org/drawingml/2006/main">
              <a:ext uri="{FF2B5EF4-FFF2-40B4-BE49-F238E27FC236}">
                <a16:creationId xmlns:a16="http://schemas.microsoft.com/office/drawing/2014/main" id="{6C7E5F44-3DE9-4829-8652-23638E5C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452880" y="1843405"/>
            <a:ext cx="3100070" cy="3303905"/>
          </a:xfrm>
          <a:custGeom xmlns:a="http://schemas.openxmlformats.org/drawingml/2006/main">
            <a:rect l="l" t="t" r="r" b="b"/>
            <a:pathLst>
              <a:path w="3100310" h="3303501">
                <a:moveTo>
                  <a:pt x="3100310" y="0"/>
                </a:moveTo>
                <a:lnTo>
                  <a:pt x="3020552" y="6065"/>
                </a:lnTo>
                <a:cubicBezTo>
                  <a:pt x="1379804" y="172692"/>
                  <a:pt x="87421" y="1517722"/>
                  <a:pt x="3086" y="3181473"/>
                </a:cubicBezTo>
                <a:cubicBezTo>
                  <a:pt x="2057" y="3222149"/>
                  <a:pt x="1029" y="3262825"/>
                  <a:pt x="0" y="3303501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2" name="任意多边形: 形状 31">
            <a:extLst xmlns:a="http://schemas.openxmlformats.org/drawingml/2006/main">
              <a:ext uri="{FF2B5EF4-FFF2-40B4-BE49-F238E27FC236}">
                <a16:creationId xmlns:a16="http://schemas.microsoft.com/office/drawing/2014/main" id="{E10291FB-F9FC-43A8-869C-CBCA84D2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145540" y="1441450"/>
            <a:ext cx="3050540" cy="3232785"/>
          </a:xfrm>
          <a:custGeom xmlns:a="http://schemas.openxmlformats.org/drawingml/2006/main">
            <a:rect l="l" t="t" r="r" b="b"/>
            <a:pathLst>
              <a:path w="3050508" h="3232460">
                <a:moveTo>
                  <a:pt x="14465" y="3232460"/>
                </a:moveTo>
                <a:lnTo>
                  <a:pt x="3827" y="3092554"/>
                </a:lnTo>
                <a:cubicBezTo>
                  <a:pt x="1286" y="3042424"/>
                  <a:pt x="0" y="2991962"/>
                  <a:pt x="0" y="2941200"/>
                </a:cubicBezTo>
                <a:cubicBezTo>
                  <a:pt x="0" y="1316820"/>
                  <a:pt x="1316820" y="0"/>
                  <a:pt x="2941200" y="0"/>
                </a:cubicBezTo>
                <a:lnTo>
                  <a:pt x="3050508" y="276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" name="任意多边形: 形状 32">
            <a:extLst xmlns:a="http://schemas.openxmlformats.org/drawingml/2006/main">
              <a:ext uri="{FF2B5EF4-FFF2-40B4-BE49-F238E27FC236}">
                <a16:creationId xmlns:a16="http://schemas.microsoft.com/office/drawing/2014/main" id="{9B8F6D0F-4362-4029-A242-2CF75F35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073150" y="1338580"/>
            <a:ext cx="3003550" cy="3178810"/>
          </a:xfrm>
          <a:custGeom xmlns:a="http://schemas.openxmlformats.org/drawingml/2006/main">
            <a:rect l="l" t="t" r="r" b="b"/>
            <a:pathLst>
              <a:path w="3003593" h="3178430">
                <a:moveTo>
                  <a:pt x="3003593" y="10180"/>
                </a:moveTo>
                <a:lnTo>
                  <a:pt x="2801987" y="0"/>
                </a:lnTo>
                <a:cubicBezTo>
                  <a:pt x="1254492" y="0"/>
                  <a:pt x="0" y="1254492"/>
                  <a:pt x="0" y="2801987"/>
                </a:cubicBezTo>
                <a:cubicBezTo>
                  <a:pt x="0" y="2898706"/>
                  <a:pt x="4900" y="2994280"/>
                  <a:pt x="14466" y="3088474"/>
                </a:cubicBezTo>
                <a:lnTo>
                  <a:pt x="28195" y="317843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4" name="任意多边形: 形状 33">
            <a:extLst xmlns:a="http://schemas.openxmlformats.org/drawingml/2006/main">
              <a:ext uri="{FF2B5EF4-FFF2-40B4-BE49-F238E27FC236}">
                <a16:creationId xmlns:a16="http://schemas.microsoft.com/office/drawing/2014/main" id="{90923A00-2168-407F-804F-6EDC6D76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014730" y="1251585"/>
            <a:ext cx="2941955" cy="3111500"/>
          </a:xfrm>
          <a:custGeom xmlns:a="http://schemas.openxmlformats.org/drawingml/2006/main">
            <a:rect l="l" t="t" r="r" b="b"/>
            <a:pathLst>
              <a:path w="2942190" h="3111259">
                <a:moveTo>
                  <a:pt x="40443" y="3111259"/>
                </a:moveTo>
                <a:lnTo>
                  <a:pt x="13754" y="2936379"/>
                </a:lnTo>
                <a:cubicBezTo>
                  <a:pt x="4659" y="2846823"/>
                  <a:pt x="0" y="2755956"/>
                  <a:pt x="0" y="2664000"/>
                </a:cubicBezTo>
                <a:cubicBezTo>
                  <a:pt x="0" y="1192713"/>
                  <a:pt x="1192713" y="0"/>
                  <a:pt x="2664000" y="0"/>
                </a:cubicBezTo>
                <a:cubicBezTo>
                  <a:pt x="2755955" y="0"/>
                  <a:pt x="2846823" y="4659"/>
                  <a:pt x="2936379" y="13754"/>
                </a:cubicBezTo>
                <a:lnTo>
                  <a:pt x="2942190" y="146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" name="任意多边形: 形状 34">
            <a:extLst xmlns:a="http://schemas.openxmlformats.org/drawingml/2006/main">
              <a:ext uri="{FF2B5EF4-FFF2-40B4-BE49-F238E27FC236}">
                <a16:creationId xmlns:a16="http://schemas.microsoft.com/office/drawing/2014/main" id="{570733FD-EC7C-46A8-9950-803FCDE8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966470" y="1188085"/>
            <a:ext cx="2880360" cy="3034665"/>
          </a:xfrm>
          <a:custGeom xmlns:a="http://schemas.openxmlformats.org/drawingml/2006/main">
            <a:rect l="l" t="t" r="r" b="b"/>
            <a:pathLst>
              <a:path w="2880145" h="3034614">
                <a:moveTo>
                  <a:pt x="2880145" y="25717"/>
                </a:moveTo>
                <a:lnTo>
                  <a:pt x="2797496" y="13103"/>
                </a:lnTo>
                <a:cubicBezTo>
                  <a:pt x="2712176" y="4439"/>
                  <a:pt x="2625606" y="0"/>
                  <a:pt x="2538000" y="0"/>
                </a:cubicBezTo>
                <a:cubicBezTo>
                  <a:pt x="1136301" y="0"/>
                  <a:pt x="0" y="1136301"/>
                  <a:pt x="0" y="2538000"/>
                </a:cubicBezTo>
                <a:cubicBezTo>
                  <a:pt x="0" y="2625606"/>
                  <a:pt x="4438" y="2712176"/>
                  <a:pt x="13103" y="2797496"/>
                </a:cubicBezTo>
                <a:lnTo>
                  <a:pt x="49291" y="303461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" name="任意多边形: 形状 35">
            <a:extLst xmlns:a="http://schemas.openxmlformats.org/drawingml/2006/main">
              <a:ext uri="{FF2B5EF4-FFF2-40B4-BE49-F238E27FC236}">
                <a16:creationId xmlns:a16="http://schemas.microsoft.com/office/drawing/2014/main" id="{8404898A-9313-4D58-95A8-A52096D3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927100" y="1125855"/>
            <a:ext cx="2792730" cy="2938145"/>
          </a:xfrm>
          <a:custGeom xmlns:a="http://schemas.openxmlformats.org/drawingml/2006/main">
            <a:rect l="l" t="t" r="r" b="b"/>
            <a:pathLst>
              <a:path w="2792551" h="2938086">
                <a:moveTo>
                  <a:pt x="64479" y="2938086"/>
                </a:moveTo>
                <a:lnTo>
                  <a:pt x="48638" y="2876475"/>
                </a:lnTo>
                <a:cubicBezTo>
                  <a:pt x="16747" y="2720631"/>
                  <a:pt x="0" y="2559271"/>
                  <a:pt x="0" y="2394000"/>
                </a:cubicBezTo>
                <a:cubicBezTo>
                  <a:pt x="0" y="1071830"/>
                  <a:pt x="1071830" y="0"/>
                  <a:pt x="2394000" y="0"/>
                </a:cubicBezTo>
                <a:cubicBezTo>
                  <a:pt x="2476636" y="0"/>
                  <a:pt x="2558293" y="4187"/>
                  <a:pt x="2638773" y="12360"/>
                </a:cubicBezTo>
                <a:lnTo>
                  <a:pt x="2792551" y="3582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" name="任意多边形: 形状 36">
            <a:extLst xmlns:a="http://schemas.openxmlformats.org/drawingml/2006/main">
              <a:ext uri="{FF2B5EF4-FFF2-40B4-BE49-F238E27FC236}">
                <a16:creationId xmlns:a16="http://schemas.microsoft.com/office/drawing/2014/main" id="{7C60BA89-EAB1-4BDD-A684-C02BFCBE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902335" y="1078865"/>
            <a:ext cx="2701925" cy="2842895"/>
          </a:xfrm>
          <a:custGeom xmlns:a="http://schemas.openxmlformats.org/drawingml/2006/main">
            <a:rect l="l" t="t" r="r" b="b"/>
            <a:pathLst>
              <a:path w="2702112" h="2842584">
                <a:moveTo>
                  <a:pt x="2702112" y="43159"/>
                </a:moveTo>
                <a:lnTo>
                  <a:pt x="2495922" y="11691"/>
                </a:lnTo>
                <a:cubicBezTo>
                  <a:pt x="2419799" y="3960"/>
                  <a:pt x="2342562" y="0"/>
                  <a:pt x="2264400" y="0"/>
                </a:cubicBezTo>
                <a:cubicBezTo>
                  <a:pt x="1013806" y="0"/>
                  <a:pt x="0" y="1013806"/>
                  <a:pt x="0" y="2264400"/>
                </a:cubicBezTo>
                <a:cubicBezTo>
                  <a:pt x="0" y="2420724"/>
                  <a:pt x="15841" y="2573349"/>
                  <a:pt x="46005" y="2720756"/>
                </a:cubicBezTo>
                <a:lnTo>
                  <a:pt x="77330" y="284258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" name="任意多边形: 形状 37">
            <a:extLst xmlns:a="http://schemas.openxmlformats.org/drawingml/2006/main">
              <a:ext uri="{FF2B5EF4-FFF2-40B4-BE49-F238E27FC236}">
                <a16:creationId xmlns:a16="http://schemas.microsoft.com/office/drawing/2014/main" id="{6F96D2EE-1ED3-42EB-8593-11754329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882650" y="1047750"/>
            <a:ext cx="2613660" cy="2741930"/>
          </a:xfrm>
          <a:custGeom xmlns:a="http://schemas.openxmlformats.org/drawingml/2006/main">
            <a:rect l="l" t="t" r="r" b="b"/>
            <a:pathLst>
              <a:path w="2613744" h="2741829">
                <a:moveTo>
                  <a:pt x="86203" y="2741829"/>
                </a:moveTo>
                <a:lnTo>
                  <a:pt x="43556" y="2575971"/>
                </a:lnTo>
                <a:cubicBezTo>
                  <a:pt x="14998" y="2436408"/>
                  <a:pt x="0" y="2291906"/>
                  <a:pt x="0" y="2143900"/>
                </a:cubicBezTo>
                <a:cubicBezTo>
                  <a:pt x="0" y="959857"/>
                  <a:pt x="959857" y="0"/>
                  <a:pt x="2143900" y="0"/>
                </a:cubicBezTo>
                <a:cubicBezTo>
                  <a:pt x="2291905" y="0"/>
                  <a:pt x="2436408" y="14998"/>
                  <a:pt x="2575971" y="43556"/>
                </a:cubicBezTo>
                <a:lnTo>
                  <a:pt x="2613744" y="5326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" name="任意多边形: 形状 38">
            <a:extLst xmlns:a="http://schemas.openxmlformats.org/drawingml/2006/main">
              <a:ext uri="{FF2B5EF4-FFF2-40B4-BE49-F238E27FC236}">
                <a16:creationId xmlns:a16="http://schemas.microsoft.com/office/drawing/2014/main" id="{82E139AC-9306-4D19-BFB2-A6036CDE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874395" y="1022350"/>
            <a:ext cx="2507615" cy="2628900"/>
          </a:xfrm>
          <a:custGeom xmlns:a="http://schemas.openxmlformats.org/drawingml/2006/main">
            <a:rect l="l" t="t" r="r" b="b"/>
            <a:pathLst>
              <a:path w="2507554" h="2629009">
                <a:moveTo>
                  <a:pt x="2507554" y="62621"/>
                </a:moveTo>
                <a:lnTo>
                  <a:pt x="2423376" y="40976"/>
                </a:lnTo>
                <a:cubicBezTo>
                  <a:pt x="2292080" y="14109"/>
                  <a:pt x="2156138" y="0"/>
                  <a:pt x="2016900" y="0"/>
                </a:cubicBezTo>
                <a:cubicBezTo>
                  <a:pt x="902997" y="0"/>
                  <a:pt x="0" y="902997"/>
                  <a:pt x="0" y="2016900"/>
                </a:cubicBezTo>
                <a:cubicBezTo>
                  <a:pt x="0" y="2225757"/>
                  <a:pt x="31746" y="2427199"/>
                  <a:pt x="90676" y="2616664"/>
                </a:cubicBezTo>
                <a:lnTo>
                  <a:pt x="95194" y="262900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" name="任意多边形: 形状 39">
            <a:extLst xmlns:a="http://schemas.openxmlformats.org/drawingml/2006/main">
              <a:ext uri="{FF2B5EF4-FFF2-40B4-BE49-F238E27FC236}">
                <a16:creationId xmlns:a16="http://schemas.microsoft.com/office/drawing/2014/main" id="{AF64C569-DDCD-43FF-B502-263AA671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871220" y="1006475"/>
            <a:ext cx="2407285" cy="2520950"/>
          </a:xfrm>
          <a:custGeom xmlns:a="http://schemas.openxmlformats.org/drawingml/2006/main">
            <a:rect l="l" t="t" r="r" b="b"/>
            <a:pathLst>
              <a:path w="2407041" h="2520965">
                <a:moveTo>
                  <a:pt x="104785" y="2520965"/>
                </a:moveTo>
                <a:lnTo>
                  <a:pt x="85537" y="2468375"/>
                </a:lnTo>
                <a:cubicBezTo>
                  <a:pt x="29947" y="2289647"/>
                  <a:pt x="0" y="2099621"/>
                  <a:pt x="0" y="1902600"/>
                </a:cubicBezTo>
                <a:cubicBezTo>
                  <a:pt x="0" y="851823"/>
                  <a:pt x="851823" y="0"/>
                  <a:pt x="1902600" y="0"/>
                </a:cubicBezTo>
                <a:cubicBezTo>
                  <a:pt x="2033947" y="0"/>
                  <a:pt x="2162186" y="13310"/>
                  <a:pt x="2286040" y="38654"/>
                </a:cubicBezTo>
                <a:lnTo>
                  <a:pt x="2407041" y="6976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" name="任意多边形: 形状 40">
            <a:extLst xmlns:a="http://schemas.openxmlformats.org/drawingml/2006/main">
              <a:ext uri="{FF2B5EF4-FFF2-40B4-BE49-F238E27FC236}">
                <a16:creationId xmlns:a16="http://schemas.microsoft.com/office/drawing/2014/main" id="{69C74C0B-9CA0-4BEF-86A4-55549064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874395" y="999490"/>
            <a:ext cx="2306320" cy="2413635"/>
          </a:xfrm>
          <a:custGeom xmlns:a="http://schemas.openxmlformats.org/drawingml/2006/main">
            <a:rect l="l" t="t" r="r" b="b"/>
            <a:pathLst>
              <a:path w="2306398" h="2413436">
                <a:moveTo>
                  <a:pt x="2306398" y="74555"/>
                </a:moveTo>
                <a:lnTo>
                  <a:pt x="2158377" y="36495"/>
                </a:lnTo>
                <a:cubicBezTo>
                  <a:pt x="2041439" y="12566"/>
                  <a:pt x="1920362" y="0"/>
                  <a:pt x="1796350" y="0"/>
                </a:cubicBezTo>
                <a:cubicBezTo>
                  <a:pt x="804253" y="0"/>
                  <a:pt x="0" y="804253"/>
                  <a:pt x="0" y="1796350"/>
                </a:cubicBezTo>
                <a:cubicBezTo>
                  <a:pt x="0" y="1982368"/>
                  <a:pt x="28275" y="2161783"/>
                  <a:pt x="80760" y="2330530"/>
                </a:cubicBezTo>
                <a:lnTo>
                  <a:pt x="111104" y="241343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" name="任意多边形: 形状 41">
            <a:extLst xmlns:a="http://schemas.openxmlformats.org/drawingml/2006/main">
              <a:ext uri="{FF2B5EF4-FFF2-40B4-BE49-F238E27FC236}">
                <a16:creationId xmlns:a16="http://schemas.microsoft.com/office/drawing/2014/main" id="{9ED94071-4901-4893-B364-43E2BA12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882015" y="996950"/>
            <a:ext cx="2200275" cy="2299970"/>
          </a:xfrm>
          <a:custGeom xmlns:a="http://schemas.openxmlformats.org/drawingml/2006/main">
            <a:rect l="l" t="t" r="r" b="b"/>
            <a:pathLst>
              <a:path w="2200258" h="2299792">
                <a:moveTo>
                  <a:pt x="115916" y="2299792"/>
                </a:moveTo>
                <a:lnTo>
                  <a:pt x="75907" y="2190479"/>
                </a:lnTo>
                <a:cubicBezTo>
                  <a:pt x="26575" y="2031872"/>
                  <a:pt x="0" y="1863240"/>
                  <a:pt x="0" y="1688400"/>
                </a:cubicBezTo>
                <a:cubicBezTo>
                  <a:pt x="0" y="755922"/>
                  <a:pt x="755922" y="0"/>
                  <a:pt x="1688400" y="0"/>
                </a:cubicBezTo>
                <a:cubicBezTo>
                  <a:pt x="1863240" y="0"/>
                  <a:pt x="2031872" y="26575"/>
                  <a:pt x="2190479" y="75907"/>
                </a:cubicBezTo>
                <a:lnTo>
                  <a:pt x="2200258" y="7948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F604B767-41D9-4ED2-B6BA-18F67F63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897255" y="1002030"/>
            <a:ext cx="2077085" cy="2169795"/>
          </a:xfrm>
          <a:custGeom xmlns:a="http://schemas.openxmlformats.org/drawingml/2006/main">
            <a:rect l="l" t="t" r="r" b="b"/>
            <a:pathLst>
              <a:path w="2077087" h="2169653">
                <a:moveTo>
                  <a:pt x="2077087" y="84702"/>
                </a:moveTo>
                <a:lnTo>
                  <a:pt x="2038686" y="70647"/>
                </a:lnTo>
                <a:cubicBezTo>
                  <a:pt x="1891071" y="24734"/>
                  <a:pt x="1734124" y="0"/>
                  <a:pt x="1571400" y="0"/>
                </a:cubicBezTo>
                <a:cubicBezTo>
                  <a:pt x="703540" y="0"/>
                  <a:pt x="0" y="703540"/>
                  <a:pt x="0" y="1571400"/>
                </a:cubicBezTo>
                <a:cubicBezTo>
                  <a:pt x="0" y="1734124"/>
                  <a:pt x="24734" y="1891071"/>
                  <a:pt x="70647" y="2038686"/>
                </a:cubicBezTo>
                <a:lnTo>
                  <a:pt x="118581" y="216965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" name="任意多边形: 形状 43">
            <a:extLst xmlns:a="http://schemas.openxmlformats.org/drawingml/2006/main">
              <a:ext uri="{FF2B5EF4-FFF2-40B4-BE49-F238E27FC236}">
                <a16:creationId xmlns:a16="http://schemas.microsoft.com/office/drawing/2014/main" id="{990B81D3-925E-43DC-A674-D2A6491D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939800" y="1028065"/>
            <a:ext cx="1832610" cy="1911350"/>
          </a:xfrm>
          <a:custGeom xmlns:a="http://schemas.openxmlformats.org/drawingml/2006/main">
            <a:rect l="l" t="t" r="r" b="b"/>
            <a:pathLst>
              <a:path w="1832676" h="1911428">
                <a:moveTo>
                  <a:pt x="121280" y="1911428"/>
                </a:moveTo>
                <a:lnTo>
                  <a:pt x="106373" y="1880482"/>
                </a:lnTo>
                <a:cubicBezTo>
                  <a:pt x="37877" y="1718540"/>
                  <a:pt x="0" y="1540493"/>
                  <a:pt x="0" y="1353600"/>
                </a:cubicBezTo>
                <a:cubicBezTo>
                  <a:pt x="0" y="606027"/>
                  <a:pt x="606027" y="0"/>
                  <a:pt x="1353600" y="0"/>
                </a:cubicBezTo>
                <a:cubicBezTo>
                  <a:pt x="1493770" y="0"/>
                  <a:pt x="1628964" y="21306"/>
                  <a:pt x="1756119" y="60855"/>
                </a:cubicBezTo>
                <a:lnTo>
                  <a:pt x="1832676" y="8887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" name="任意多边形: 形状 44">
            <a:extLst xmlns:a="http://schemas.openxmlformats.org/drawingml/2006/main">
              <a:ext uri="{FF2B5EF4-FFF2-40B4-BE49-F238E27FC236}">
                <a16:creationId xmlns:a16="http://schemas.microsoft.com/office/drawing/2014/main" id="{711CBC2D-BA04-4F4A-B477-71C062CF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965200" y="1047750"/>
            <a:ext cx="1709420" cy="1780540"/>
          </a:xfrm>
          <a:custGeom xmlns:a="http://schemas.openxmlformats.org/drawingml/2006/main">
            <a:rect l="l" t="t" r="r" b="b"/>
            <a:pathLst>
              <a:path w="1709277" h="1780541">
                <a:moveTo>
                  <a:pt x="1709277" y="88591"/>
                </a:moveTo>
                <a:lnTo>
                  <a:pt x="1620674" y="56162"/>
                </a:lnTo>
                <a:cubicBezTo>
                  <a:pt x="1503325" y="19662"/>
                  <a:pt x="1378559" y="0"/>
                  <a:pt x="1249200" y="0"/>
                </a:cubicBezTo>
                <a:cubicBezTo>
                  <a:pt x="559286" y="0"/>
                  <a:pt x="0" y="559286"/>
                  <a:pt x="0" y="1249200"/>
                </a:cubicBezTo>
                <a:cubicBezTo>
                  <a:pt x="0" y="1421679"/>
                  <a:pt x="34955" y="1585993"/>
                  <a:pt x="98168" y="1735445"/>
                </a:cubicBezTo>
                <a:lnTo>
                  <a:pt x="119892" y="17805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" name="任意多边形: 形状 45">
            <a:extLst xmlns:a="http://schemas.openxmlformats.org/drawingml/2006/main">
              <a:ext uri="{FF2B5EF4-FFF2-40B4-BE49-F238E27FC236}">
                <a16:creationId xmlns:a16="http://schemas.microsoft.com/office/drawing/2014/main" id="{97C1CC54-F52D-470D-8ED4-378FEC74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276985" y="1327785"/>
            <a:ext cx="699770" cy="730250"/>
          </a:xfrm>
          <a:custGeom xmlns:a="http://schemas.openxmlformats.org/drawingml/2006/main">
            <a:rect l="l" t="t" r="r" b="b"/>
            <a:pathLst>
              <a:path w="699728" h="730385">
                <a:moveTo>
                  <a:pt x="49502" y="730385"/>
                </a:moveTo>
                <a:lnTo>
                  <a:pt x="40363" y="713547"/>
                </a:lnTo>
                <a:cubicBezTo>
                  <a:pt x="14372" y="652098"/>
                  <a:pt x="0" y="584539"/>
                  <a:pt x="0" y="513622"/>
                </a:cubicBezTo>
                <a:cubicBezTo>
                  <a:pt x="0" y="229956"/>
                  <a:pt x="229956" y="0"/>
                  <a:pt x="513622" y="0"/>
                </a:cubicBezTo>
                <a:cubicBezTo>
                  <a:pt x="549080" y="0"/>
                  <a:pt x="583699" y="3593"/>
                  <a:pt x="617135" y="10435"/>
                </a:cubicBezTo>
                <a:lnTo>
                  <a:pt x="699728" y="3607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" name="任意多边形: 形状 46">
            <a:extLst xmlns:a="http://schemas.openxmlformats.org/drawingml/2006/main">
              <a:ext uri="{FF2B5EF4-FFF2-40B4-BE49-F238E27FC236}">
                <a16:creationId xmlns:a16="http://schemas.microsoft.com/office/drawing/2014/main" id="{03CCBBD7-7126-4CBB-9FB5-AC094B38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344295" y="1395730"/>
            <a:ext cx="518795" cy="541020"/>
          </a:xfrm>
          <a:custGeom xmlns:a="http://schemas.openxmlformats.org/drawingml/2006/main">
            <a:rect l="l" t="t" r="r" b="b"/>
            <a:pathLst>
              <a:path w="518882" h="540737">
                <a:moveTo>
                  <a:pt x="518882" y="21416"/>
                </a:moveTo>
                <a:lnTo>
                  <a:pt x="475808" y="8045"/>
                </a:lnTo>
                <a:cubicBezTo>
                  <a:pt x="450029" y="2770"/>
                  <a:pt x="423338" y="0"/>
                  <a:pt x="396000" y="0"/>
                </a:cubicBezTo>
                <a:cubicBezTo>
                  <a:pt x="177295" y="0"/>
                  <a:pt x="0" y="177295"/>
                  <a:pt x="0" y="396000"/>
                </a:cubicBezTo>
                <a:cubicBezTo>
                  <a:pt x="0" y="423338"/>
                  <a:pt x="2770" y="450029"/>
                  <a:pt x="8045" y="475808"/>
                </a:cubicBezTo>
                <a:lnTo>
                  <a:pt x="28201" y="54073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" name="任意多边形: 形状 47">
            <a:extLst xmlns:a="http://schemas.openxmlformats.org/drawingml/2006/main">
              <a:ext uri="{FF2B5EF4-FFF2-40B4-BE49-F238E27FC236}">
                <a16:creationId xmlns:a16="http://schemas.microsoft.com/office/drawing/2014/main" id="{086D374B-0783-4D95-87B1-0B3A56B2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160145" y="1217930"/>
            <a:ext cx="1031240" cy="1073150"/>
          </a:xfrm>
          <a:custGeom xmlns:a="http://schemas.openxmlformats.org/drawingml/2006/main">
            <a:rect l="l" t="t" r="r" b="b"/>
            <a:pathLst>
              <a:path w="1031244" h="1073200">
                <a:moveTo>
                  <a:pt x="84015" y="1073200"/>
                </a:moveTo>
                <a:lnTo>
                  <a:pt x="57996" y="1025263"/>
                </a:lnTo>
                <a:cubicBezTo>
                  <a:pt x="20651" y="936970"/>
                  <a:pt x="0" y="839897"/>
                  <a:pt x="0" y="738000"/>
                </a:cubicBezTo>
                <a:cubicBezTo>
                  <a:pt x="0" y="330414"/>
                  <a:pt x="330414" y="0"/>
                  <a:pt x="738000" y="0"/>
                </a:cubicBezTo>
                <a:cubicBezTo>
                  <a:pt x="839897" y="0"/>
                  <a:pt x="936970" y="20651"/>
                  <a:pt x="1025263" y="57996"/>
                </a:cubicBezTo>
                <a:lnTo>
                  <a:pt x="1031244" y="6124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" name="任意多边形: 形状 48">
            <a:extLst xmlns:a="http://schemas.openxmlformats.org/drawingml/2006/main">
              <a:ext uri="{FF2B5EF4-FFF2-40B4-BE49-F238E27FC236}">
                <a16:creationId xmlns:a16="http://schemas.microsoft.com/office/drawing/2014/main" id="{F6C115B4-4692-4F65-A037-6B83FDD0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212215" y="1270000"/>
            <a:ext cx="875030" cy="908050"/>
          </a:xfrm>
          <a:custGeom xmlns:a="http://schemas.openxmlformats.org/drawingml/2006/main">
            <a:rect l="l" t="t" r="r" b="b"/>
            <a:pathLst>
              <a:path w="875351" h="908062">
                <a:moveTo>
                  <a:pt x="875351" y="50133"/>
                </a:moveTo>
                <a:lnTo>
                  <a:pt x="874082" y="49444"/>
                </a:lnTo>
                <a:cubicBezTo>
                  <a:pt x="798808" y="17606"/>
                  <a:pt x="716049" y="0"/>
                  <a:pt x="629178" y="0"/>
                </a:cubicBezTo>
                <a:cubicBezTo>
                  <a:pt x="281693" y="0"/>
                  <a:pt x="0" y="281693"/>
                  <a:pt x="0" y="629178"/>
                </a:cubicBezTo>
                <a:cubicBezTo>
                  <a:pt x="0" y="716049"/>
                  <a:pt x="17606" y="798809"/>
                  <a:pt x="49444" y="874082"/>
                </a:cubicBezTo>
                <a:lnTo>
                  <a:pt x="67888" y="90806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" name="任意多边形: 形状 49">
            <a:extLst xmlns:a="http://schemas.openxmlformats.org/drawingml/2006/main">
              <a:ext uri="{FF2B5EF4-FFF2-40B4-BE49-F238E27FC236}">
                <a16:creationId xmlns:a16="http://schemas.microsoft.com/office/drawing/2014/main" id="{4605B3D2-283C-4795-9985-1EE7D9C6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071880" y="1137285"/>
            <a:ext cx="1311275" cy="1365250"/>
          </a:xfrm>
          <a:custGeom xmlns:a="http://schemas.openxmlformats.org/drawingml/2006/main">
            <a:rect l="l" t="t" r="r" b="b"/>
            <a:pathLst>
              <a:path w="1311055" h="1365195">
                <a:moveTo>
                  <a:pt x="102721" y="1365195"/>
                </a:moveTo>
                <a:lnTo>
                  <a:pt x="73832" y="1305225"/>
                </a:lnTo>
                <a:cubicBezTo>
                  <a:pt x="26290" y="1192822"/>
                  <a:pt x="0" y="1069242"/>
                  <a:pt x="0" y="939521"/>
                </a:cubicBezTo>
                <a:cubicBezTo>
                  <a:pt x="0" y="420638"/>
                  <a:pt x="420638" y="0"/>
                  <a:pt x="939521" y="0"/>
                </a:cubicBezTo>
                <a:cubicBezTo>
                  <a:pt x="1069242" y="0"/>
                  <a:pt x="1192822" y="26290"/>
                  <a:pt x="1305225" y="73832"/>
                </a:cubicBezTo>
                <a:lnTo>
                  <a:pt x="1311055" y="7664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" name="任意多边形: 形状 50">
            <a:extLst xmlns:a="http://schemas.openxmlformats.org/drawingml/2006/main">
              <a:ext uri="{FF2B5EF4-FFF2-40B4-BE49-F238E27FC236}">
                <a16:creationId xmlns:a16="http://schemas.microsoft.com/office/drawing/2014/main" id="{7B0F6FD4-A64C-4EF1-92AC-FBAD80B7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112520" y="1177925"/>
            <a:ext cx="1172845" cy="1217295"/>
          </a:xfrm>
          <a:custGeom xmlns:a="http://schemas.openxmlformats.org/drawingml/2006/main">
            <a:rect l="l" t="t" r="r" b="b"/>
            <a:pathLst>
              <a:path w="1172967" h="1216931">
                <a:moveTo>
                  <a:pt x="1172967" y="71295"/>
                </a:moveTo>
                <a:lnTo>
                  <a:pt x="1162798" y="65776"/>
                </a:lnTo>
                <a:cubicBezTo>
                  <a:pt x="1062661" y="23421"/>
                  <a:pt x="952565" y="0"/>
                  <a:pt x="837000" y="0"/>
                </a:cubicBezTo>
                <a:cubicBezTo>
                  <a:pt x="374738" y="0"/>
                  <a:pt x="0" y="374738"/>
                  <a:pt x="0" y="837000"/>
                </a:cubicBezTo>
                <a:cubicBezTo>
                  <a:pt x="0" y="952566"/>
                  <a:pt x="23421" y="1062661"/>
                  <a:pt x="65776" y="1162798"/>
                </a:cubicBezTo>
                <a:lnTo>
                  <a:pt x="95158" y="121693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2" name="任意多边形: 形状 51">
            <a:extLst xmlns:a="http://schemas.openxmlformats.org/drawingml/2006/main">
              <a:ext uri="{FF2B5EF4-FFF2-40B4-BE49-F238E27FC236}">
                <a16:creationId xmlns:a16="http://schemas.microsoft.com/office/drawing/2014/main" id="{A70DCC0C-A52F-47AF-8A8B-FE31CC70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998855" y="1073785"/>
            <a:ext cx="1576705" cy="1642110"/>
          </a:xfrm>
          <a:custGeom xmlns:a="http://schemas.openxmlformats.org/drawingml/2006/main">
            <a:rect l="l" t="t" r="r" b="b"/>
            <a:pathLst>
              <a:path w="1576525" h="1642284">
                <a:moveTo>
                  <a:pt x="116018" y="1642284"/>
                </a:moveTo>
                <a:lnTo>
                  <a:pt x="89823" y="1587907"/>
                </a:lnTo>
                <a:cubicBezTo>
                  <a:pt x="31984" y="1451161"/>
                  <a:pt x="0" y="1300815"/>
                  <a:pt x="0" y="1143000"/>
                </a:cubicBezTo>
                <a:cubicBezTo>
                  <a:pt x="0" y="511739"/>
                  <a:pt x="511739" y="0"/>
                  <a:pt x="1143000" y="0"/>
                </a:cubicBezTo>
                <a:cubicBezTo>
                  <a:pt x="1261361" y="0"/>
                  <a:pt x="1375521" y="17991"/>
                  <a:pt x="1482893" y="51387"/>
                </a:cubicBezTo>
                <a:lnTo>
                  <a:pt x="1576525" y="8565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3" name="任意多边形: 形状 52">
            <a:extLst xmlns:a="http://schemas.openxmlformats.org/drawingml/2006/main">
              <a:ext uri="{FF2B5EF4-FFF2-40B4-BE49-F238E27FC236}">
                <a16:creationId xmlns:a16="http://schemas.microsoft.com/office/drawing/2014/main" id="{20702898-53CA-458C-BC06-F72183E2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031240" y="1103630"/>
            <a:ext cx="1447800" cy="1505585"/>
          </a:xfrm>
          <a:custGeom xmlns:a="http://schemas.openxmlformats.org/drawingml/2006/main">
            <a:rect l="l" t="t" r="r" b="b"/>
            <a:pathLst>
              <a:path w="1447763" h="1505306">
                <a:moveTo>
                  <a:pt x="1447763" y="82463"/>
                </a:moveTo>
                <a:lnTo>
                  <a:pt x="1446428" y="81820"/>
                </a:lnTo>
                <a:cubicBezTo>
                  <a:pt x="1321865" y="29134"/>
                  <a:pt x="1184915" y="0"/>
                  <a:pt x="1041161" y="0"/>
                </a:cubicBezTo>
                <a:cubicBezTo>
                  <a:pt x="466144" y="0"/>
                  <a:pt x="0" y="466144"/>
                  <a:pt x="0" y="1041161"/>
                </a:cubicBezTo>
                <a:cubicBezTo>
                  <a:pt x="0" y="1184915"/>
                  <a:pt x="29134" y="1321865"/>
                  <a:pt x="81820" y="1446428"/>
                </a:cubicBezTo>
                <a:lnTo>
                  <a:pt x="110183" y="150530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" name="任意多边形: 形状 14">
            <a:extLst xmlns:a="http://schemas.openxmlformats.org/drawingml/2006/main">
              <a:ext uri="{FF2B5EF4-FFF2-40B4-BE49-F238E27FC236}">
                <a16:creationId xmlns:a16="http://schemas.microsoft.com/office/drawing/2014/main" id="{4A194E2F-BC4B-44BD-9DED-545F0374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460500" y="1511300"/>
            <a:ext cx="204470" cy="213995"/>
          </a:xfrm>
          <a:custGeom xmlns:a="http://schemas.openxmlformats.org/drawingml/2006/main">
            <a:rect l="l" t="t" r="r" b="b"/>
            <a:pathLst>
              <a:path w="204370" h="213748">
                <a:moveTo>
                  <a:pt x="706" y="213748"/>
                </a:moveTo>
                <a:cubicBezTo>
                  <a:pt x="471" y="211410"/>
                  <a:pt x="235" y="209073"/>
                  <a:pt x="0" y="206735"/>
                </a:cubicBezTo>
                <a:cubicBezTo>
                  <a:pt x="0" y="106703"/>
                  <a:pt x="70956" y="23243"/>
                  <a:pt x="165282" y="3941"/>
                </a:cubicBezTo>
                <a:lnTo>
                  <a:pt x="204370" y="0"/>
                </a:lnTo>
                <a:lnTo>
                  <a:pt x="202904" y="1961"/>
                </a:lnTo>
              </a:path>
            </a:pathLst>
          </a:custGeom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" name="任意多边形: 形状 54">
            <a:extLst xmlns:a="http://schemas.openxmlformats.org/drawingml/2006/main">
              <a:ext uri="{FF2B5EF4-FFF2-40B4-BE49-F238E27FC236}">
                <a16:creationId xmlns:a16="http://schemas.microsoft.com/office/drawing/2014/main" id="{FFE5078E-DDCE-416A-BF51-482F81DD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895767"/>
            <a:ext cx="1493592" cy="3066466"/>
          </a:xfrm>
          <a:custGeom xmlns:a="http://schemas.openxmlformats.org/drawingml/2006/main">
            <a:rect l="l" t="t" r="r" b="b"/>
            <a:pathLst>
              <a:path w="1493592" h="3066466">
                <a:moveTo>
                  <a:pt x="1493592" y="0"/>
                </a:moveTo>
                <a:lnTo>
                  <a:pt x="1227781" y="26796"/>
                </a:lnTo>
                <a:cubicBezTo>
                  <a:pt x="527088" y="170179"/>
                  <a:pt x="0" y="790152"/>
                  <a:pt x="0" y="1533233"/>
                </a:cubicBezTo>
                <a:cubicBezTo>
                  <a:pt x="0" y="2276315"/>
                  <a:pt x="527088" y="2896288"/>
                  <a:pt x="1227781" y="3039670"/>
                </a:cubicBezTo>
                <a:lnTo>
                  <a:pt x="1493592" y="3066466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5297C55-4328-4117-8EDE-02E08F1F4232}"/>
              </a:ext>
            </a:extLst>
          </p:cNvPr>
          <p:cNvSpPr>
            <a:spLocks xmlns:a="http://schemas.openxmlformats.org/drawingml/2006/main" noGrp="1"/>
          </p:cNvSpPr>
          <p:nvPr>
            <p:ph type="dt" idx="16385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873070F-EB8A-4430-87FF-23601D695015}"/>
              </a:ext>
            </a:extLst>
          </p:cNvPr>
          <p:cNvSpPr>
            <a:spLocks xmlns:a="http://schemas.openxmlformats.org/drawingml/2006/main" noGrp="1"/>
          </p:cNvSpPr>
          <p:nvPr>
            <p:ph type="ftr" idx="1638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B0C93B4-C595-4287-9B0F-FA83B5F60050}"/>
              </a:ext>
            </a:extLst>
          </p:cNvPr>
          <p:cNvSpPr>
            <a:spLocks xmlns:a="http://schemas.openxmlformats.org/drawingml/2006/main" noGrp="1"/>
          </p:cNvSpPr>
          <p:nvPr>
            <p:ph type="sldNum" idx="16387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7" name="副标题 2">
            <a:extLst xmlns:a="http://schemas.openxmlformats.org/drawingml/2006/main">
              <a:ext uri="{FF2B5EF4-FFF2-40B4-BE49-F238E27FC236}">
                <a16:creationId xmlns:a16="http://schemas.microsoft.com/office/drawing/2014/main" id="{194C4F05-A9B5-413F-91DA-C22256FE5CE3}"/>
              </a:ext>
            </a:extLst>
          </p:cNvPr>
          <p:cNvSpPr>
            <a:spLocks xmlns:a="http://schemas.openxmlformats.org/drawingml/2006/main" noGrp="1"/>
          </p:cNvSpPr>
          <p:nvPr>
            <p:ph type="body" idx="16389" hasCustomPrompt="1"/>
          </p:nvPr>
        </p:nvSpPr>
        <p:spPr>
          <a:xfrm xmlns:a="http://schemas.openxmlformats.org/drawingml/2006/main">
            <a:off x="5726642" y="2667000"/>
            <a:ext cx="5449358" cy="4572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1" spc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THE END</a:t>
            </a:r>
          </a:p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0C2503D1-6843-4A81-8597-63C63FA596A0}"/>
              </a:ext>
            </a:extLst>
          </p:cNvPr>
          <p:cNvSpPr>
            <a:spLocks xmlns:a="http://schemas.openxmlformats.org/drawingml/2006/main" noGrp="1"/>
          </p:cNvSpPr>
          <p:nvPr>
            <p:ph type="ctrTitle" idx="16388" hasCustomPrompt="1"/>
          </p:nvPr>
        </p:nvSpPr>
        <p:spPr>
          <a:xfrm xmlns:a="http://schemas.openxmlformats.org/drawingml/2006/main">
            <a:off x="5724878" y="3175000"/>
            <a:ext cx="5451122" cy="1016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40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谢谢观看</a:t>
            </a:r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目录页-1-5-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310F58F-7715-476A-8194-D93C5659700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7CD68B9-E202-41FB-A021-3B5423E4EC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CF98579-73F7-4710-AA16-AE02D7D6D3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Subtitle 10">
            <a:extLst xmlns:a="http://schemas.openxmlformats.org/drawingml/2006/main">
              <a:ext uri="{FF2B5EF4-FFF2-40B4-BE49-F238E27FC236}">
                <a16:creationId xmlns:a16="http://schemas.microsoft.com/office/drawing/2014/main" id="{9822AE4F-0AD2-49FF-899D-A42180678813}"/>
              </a:ext>
            </a:extLst>
          </p:cNvPr>
          <p:cNvSpPr>
            <a:spLocks xmlns:a="http://schemas.openxmlformats.org/drawingml/2006/main" noGrp="1"/>
          </p:cNvSpPr>
          <p:nvPr>
            <p:ph type="subTitle" idx="17826305" hasCustomPrompt="1"/>
          </p:nvPr>
        </p:nvSpPr>
        <p:spPr>
          <a:xfrm xmlns:a="http://schemas.openxmlformats.org/drawingml/2006/main">
            <a:off x="761471" y="2667000"/>
            <a:ext cx="23632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CONTENTS</a:t>
            </a:r>
          </a:p>
        </p:txBody>
      </p:sp>
      <p:sp>
        <p:nvSpPr>
          <p:cNvPr id="12" name="Title 11">
            <a:extLst xmlns:a="http://schemas.openxmlformats.org/drawingml/2006/main">
              <a:ext uri="{FF2B5EF4-FFF2-40B4-BE49-F238E27FC236}">
                <a16:creationId xmlns:a16="http://schemas.microsoft.com/office/drawing/2014/main" id="{40CBCF4D-D352-4534-8304-041F83711F6A}"/>
              </a:ext>
            </a:extLst>
          </p:cNvPr>
          <p:cNvSpPr>
            <a:spLocks xmlns:a="http://schemas.openxmlformats.org/drawingml/2006/main" noGrp="1"/>
          </p:cNvSpPr>
          <p:nvPr>
            <p:ph type="ctrTitle" idx="17826049" hasCustomPrompt="1"/>
          </p:nvPr>
        </p:nvSpPr>
        <p:spPr>
          <a:xfrm xmlns:a="http://schemas.openxmlformats.org/drawingml/2006/main">
            <a:off x="760942" y="3175000"/>
            <a:ext cx="2364317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目录</a:t>
            </a:r>
          </a:p>
        </p:txBody>
      </p:sp>
      <p:sp>
        <p:nvSpPr>
          <p:cNvPr id="13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1105DD75-82AB-418D-8B41-0565685E537E}"/>
              </a:ext>
            </a:extLst>
          </p:cNvPr>
          <p:cNvSpPr>
            <a:spLocks xmlns:a="http://schemas.openxmlformats.org/drawingml/2006/main" noGrp="1"/>
          </p:cNvSpPr>
          <p:nvPr>
            <p:ph type="body" idx="319883777" hasCustomPrompt="1"/>
          </p:nvPr>
        </p:nvSpPr>
        <p:spPr>
          <a:xfrm xmlns:a="http://schemas.openxmlformats.org/drawingml/2006/main">
            <a:off x="40703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14" name="装饰  3">
            <a:extLst xmlns:a="http://schemas.openxmlformats.org/drawingml/2006/main">
              <a:ext uri="{FF2B5EF4-FFF2-40B4-BE49-F238E27FC236}">
                <a16:creationId xmlns:a16="http://schemas.microsoft.com/office/drawing/2014/main" id="{C25F4BA4-6A43-4F83-9854-979E1CD63582}"/>
              </a:ext>
            </a:extLst>
          </p:cNvPr>
          <p:cNvSpPr>
            <a:spLocks xmlns:a="http://schemas.openxmlformats.org/drawingml/2006/main" noGrp="1"/>
          </p:cNvSpPr>
          <p:nvPr>
            <p:ph type="body" idx="319883522" hasCustomPrompt="1"/>
          </p:nvPr>
        </p:nvSpPr>
        <p:spPr>
          <a:xfrm xmlns:a="http://schemas.openxmlformats.org/drawingml/2006/main">
            <a:off x="48514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64F5804F-47FF-416D-8ECB-C09F3A4B83E6}"/>
              </a:ext>
            </a:extLst>
          </p:cNvPr>
          <p:cNvSpPr>
            <a:spLocks xmlns:a="http://schemas.openxmlformats.org/drawingml/2006/main" noGrp="1"/>
          </p:cNvSpPr>
          <p:nvPr>
            <p:ph type="body" idx="51446017" hasCustomPrompt="1"/>
          </p:nvPr>
        </p:nvSpPr>
        <p:spPr>
          <a:xfrm xmlns:a="http://schemas.openxmlformats.org/drawingml/2006/main">
            <a:off x="50800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16" name="Text Placeholder 15">
            <a:extLst xmlns:a="http://schemas.openxmlformats.org/drawingml/2006/main">
              <a:ext uri="{FF2B5EF4-FFF2-40B4-BE49-F238E27FC236}">
                <a16:creationId xmlns:a16="http://schemas.microsoft.com/office/drawing/2014/main" id="{E51A88EF-1EF8-4365-8108-F4FCDF7B0AD3}"/>
              </a:ext>
            </a:extLst>
          </p:cNvPr>
          <p:cNvSpPr>
            <a:spLocks xmlns:a="http://schemas.openxmlformats.org/drawingml/2006/main" noGrp="1"/>
          </p:cNvSpPr>
          <p:nvPr>
            <p:ph type="body" idx="319949313" hasCustomPrompt="1"/>
          </p:nvPr>
        </p:nvSpPr>
        <p:spPr>
          <a:xfrm xmlns:a="http://schemas.openxmlformats.org/drawingml/2006/main">
            <a:off x="79946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02</a:t>
            </a:r>
          </a:p>
        </p:txBody>
      </p:sp>
      <p:sp>
        <p:nvSpPr>
          <p:cNvPr id="17" name="装饰  6">
            <a:extLst xmlns:a="http://schemas.openxmlformats.org/drawingml/2006/main">
              <a:ext uri="{FF2B5EF4-FFF2-40B4-BE49-F238E27FC236}">
                <a16:creationId xmlns:a16="http://schemas.microsoft.com/office/drawing/2014/main" id="{5C3C9064-BF7C-42DE-9A0C-49817E3F52D1}"/>
              </a:ext>
            </a:extLst>
          </p:cNvPr>
          <p:cNvSpPr>
            <a:spLocks xmlns:a="http://schemas.openxmlformats.org/drawingml/2006/main" noGrp="1"/>
          </p:cNvSpPr>
          <p:nvPr>
            <p:ph type="body" idx="319949058" hasCustomPrompt="1"/>
          </p:nvPr>
        </p:nvSpPr>
        <p:spPr>
          <a:xfrm xmlns:a="http://schemas.openxmlformats.org/drawingml/2006/main">
            <a:off x="87757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18" name="Text Placeholder 17">
            <a:extLst xmlns:a="http://schemas.openxmlformats.org/drawingml/2006/main">
              <a:ext uri="{FF2B5EF4-FFF2-40B4-BE49-F238E27FC236}">
                <a16:creationId xmlns:a16="http://schemas.microsoft.com/office/drawing/2014/main" id="{5844FFB7-9200-4783-B3BF-581A51056CDA}"/>
              </a:ext>
            </a:extLst>
          </p:cNvPr>
          <p:cNvSpPr>
            <a:spLocks xmlns:a="http://schemas.openxmlformats.org/drawingml/2006/main" noGrp="1"/>
          </p:cNvSpPr>
          <p:nvPr>
            <p:ph type="body" idx="51511553" hasCustomPrompt="1"/>
          </p:nvPr>
        </p:nvSpPr>
        <p:spPr>
          <a:xfrm xmlns:a="http://schemas.openxmlformats.org/drawingml/2006/main">
            <a:off x="90043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19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E45DD6C3-81FF-4DF0-BDD7-4731C0F992C9}"/>
              </a:ext>
            </a:extLst>
          </p:cNvPr>
          <p:cNvSpPr>
            <a:spLocks xmlns:a="http://schemas.openxmlformats.org/drawingml/2006/main" noGrp="1"/>
          </p:cNvSpPr>
          <p:nvPr>
            <p:ph type="body" idx="320014849" hasCustomPrompt="1"/>
          </p:nvPr>
        </p:nvSpPr>
        <p:spPr>
          <a:xfrm xmlns:a="http://schemas.openxmlformats.org/drawingml/2006/main">
            <a:off x="40703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FAF21473-6151-4CCE-A106-DDF2B4AC996F}"/>
              </a:ext>
            </a:extLst>
          </p:cNvPr>
          <p:cNvSpPr>
            <a:spLocks xmlns:a="http://schemas.openxmlformats.org/drawingml/2006/main" noGrp="1"/>
          </p:cNvSpPr>
          <p:nvPr>
            <p:ph type="body" idx="320014594" hasCustomPrompt="1"/>
          </p:nvPr>
        </p:nvSpPr>
        <p:spPr>
          <a:xfrm xmlns:a="http://schemas.openxmlformats.org/drawingml/2006/main">
            <a:off x="48514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21" name="Text Placeholder 20">
            <a:extLst xmlns:a="http://schemas.openxmlformats.org/drawingml/2006/main">
              <a:ext uri="{FF2B5EF4-FFF2-40B4-BE49-F238E27FC236}">
                <a16:creationId xmlns:a16="http://schemas.microsoft.com/office/drawing/2014/main" id="{48F7A47D-08F5-44B7-9D67-A40B9B0728D8}"/>
              </a:ext>
            </a:extLst>
          </p:cNvPr>
          <p:cNvSpPr>
            <a:spLocks xmlns:a="http://schemas.openxmlformats.org/drawingml/2006/main" noGrp="1"/>
          </p:cNvSpPr>
          <p:nvPr>
            <p:ph type="body" idx="51577089" hasCustomPrompt="1"/>
          </p:nvPr>
        </p:nvSpPr>
        <p:spPr>
          <a:xfrm xmlns:a="http://schemas.openxmlformats.org/drawingml/2006/main">
            <a:off x="50800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22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1AA53BEE-964F-42EA-A8B3-86A3D3B9439F}"/>
              </a:ext>
            </a:extLst>
          </p:cNvPr>
          <p:cNvSpPr>
            <a:spLocks xmlns:a="http://schemas.openxmlformats.org/drawingml/2006/main" noGrp="1"/>
          </p:cNvSpPr>
          <p:nvPr>
            <p:ph type="body" idx="320080385" hasCustomPrompt="1"/>
          </p:nvPr>
        </p:nvSpPr>
        <p:spPr>
          <a:xfrm xmlns:a="http://schemas.openxmlformats.org/drawingml/2006/main">
            <a:off x="79946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04</a:t>
            </a:r>
          </a:p>
        </p:txBody>
      </p:sp>
      <p:sp>
        <p:nvSpPr>
          <p:cNvPr id="23" name="装饰  2">
            <a:extLst xmlns:a="http://schemas.openxmlformats.org/drawingml/2006/main">
              <a:ext uri="{FF2B5EF4-FFF2-40B4-BE49-F238E27FC236}">
                <a16:creationId xmlns:a16="http://schemas.microsoft.com/office/drawing/2014/main" id="{90E71D22-4EF8-4469-AD8A-CB033BCC879A}"/>
              </a:ext>
            </a:extLst>
          </p:cNvPr>
          <p:cNvSpPr>
            <a:spLocks xmlns:a="http://schemas.openxmlformats.org/drawingml/2006/main" noGrp="1"/>
          </p:cNvSpPr>
          <p:nvPr>
            <p:ph type="body" idx="320080130" hasCustomPrompt="1"/>
          </p:nvPr>
        </p:nvSpPr>
        <p:spPr>
          <a:xfrm xmlns:a="http://schemas.openxmlformats.org/drawingml/2006/main">
            <a:off x="87757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24" name="Text Placeholder 23">
            <a:extLst xmlns:a="http://schemas.openxmlformats.org/drawingml/2006/main">
              <a:ext uri="{FF2B5EF4-FFF2-40B4-BE49-F238E27FC236}">
                <a16:creationId xmlns:a16="http://schemas.microsoft.com/office/drawing/2014/main" id="{72C69AD9-C207-400B-8D6F-E804B333F9AE}"/>
              </a:ext>
            </a:extLst>
          </p:cNvPr>
          <p:cNvSpPr>
            <a:spLocks xmlns:a="http://schemas.openxmlformats.org/drawingml/2006/main" noGrp="1"/>
          </p:cNvSpPr>
          <p:nvPr>
            <p:ph type="body" idx="51642625" hasCustomPrompt="1"/>
          </p:nvPr>
        </p:nvSpPr>
        <p:spPr>
          <a:xfrm xmlns:a="http://schemas.openxmlformats.org/drawingml/2006/main">
            <a:off x="90043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5e492e6a4f4d81" /><Relationship Type="http://schemas.openxmlformats.org/officeDocument/2006/relationships/slideLayout" Target="/ppt/slideLayouts/slideLayout1.xml" Id="Rc71cc24bf2ba4bde" /><Relationship Type="http://schemas.openxmlformats.org/officeDocument/2006/relationships/slideLayout" Target="/ppt/slideLayouts/slideLayout2.xml" Id="R4c70ed5d5191429b" /><Relationship Type="http://schemas.openxmlformats.org/officeDocument/2006/relationships/slideLayout" Target="/ppt/slideLayouts/slideLayout3.xml" Id="R144d605dfac14e6e" /><Relationship Type="http://schemas.openxmlformats.org/officeDocument/2006/relationships/slideLayout" Target="/ppt/slideLayouts/slideLayout4.xml" Id="R2d0c51b444284737" /><Relationship Type="http://schemas.openxmlformats.org/officeDocument/2006/relationships/slideLayout" Target="/ppt/slideLayouts/slideLayout5.xml" Id="R04fcfc24e9624a9f" /><Relationship Type="http://schemas.openxmlformats.org/officeDocument/2006/relationships/slideLayout" Target="/ppt/slideLayouts/slideLayout6.xml" Id="Rd235183054b4477c" /><Relationship Type="http://schemas.openxmlformats.org/officeDocument/2006/relationships/slideLayout" Target="/ppt/slideLayouts/slideLayout7.xml" Id="R86ae7a6584114f65" /><Relationship Type="http://schemas.openxmlformats.org/officeDocument/2006/relationships/slideLayout" Target="/ppt/slideLayouts/slideLayout8.xml" Id="Rc8e6b811066e4690" /><Relationship Type="http://schemas.openxmlformats.org/officeDocument/2006/relationships/slideLayout" Target="/ppt/slideLayouts/slideLayout9.xml" Id="R6f9605114ca54a9c" /><Relationship Type="http://schemas.openxmlformats.org/officeDocument/2006/relationships/slideLayout" Target="/ppt/slideLayouts/slideLayout10.xml" Id="Ra623a5e1860141c6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e6d278bb5d3c45a8" /><Relationship Type="http://schemas.openxmlformats.org/officeDocument/2006/relationships/slideLayout" Target="/ppt/slideLayouts/slideLayout11.xml" Id="R5cbca06779ef4685" /><Relationship Type="http://schemas.openxmlformats.org/officeDocument/2006/relationships/slideLayout" Target="/ppt/slideLayouts/slideLayout12.xml" Id="R9ba378fbd9a44a29" /><Relationship Type="http://schemas.openxmlformats.org/officeDocument/2006/relationships/slideLayout" Target="/ppt/slideLayouts/slideLayout13.xml" Id="R3bcd5dab9c474560" /><Relationship Type="http://schemas.openxmlformats.org/officeDocument/2006/relationships/slideLayout" Target="/ppt/slideLayouts/slideLayout14.xml" Id="R126befe22d2449d5" /><Relationship Type="http://schemas.openxmlformats.org/officeDocument/2006/relationships/slideLayout" Target="/ppt/slideLayouts/slideLayout15.xml" Id="R376a73c37d8a408a" /><Relationship Type="http://schemas.openxmlformats.org/officeDocument/2006/relationships/slideLayout" Target="/ppt/slideLayouts/slideLayout16.xml" Id="Re201b83ae1224a1c" /><Relationship Type="http://schemas.openxmlformats.org/officeDocument/2006/relationships/slideLayout" Target="/ppt/slideLayouts/slideLayout17.xml" Id="Re7648cd7a3ee47ee" /><Relationship Type="http://schemas.openxmlformats.org/officeDocument/2006/relationships/slideLayout" Target="/ppt/slideLayouts/slideLayout18.xml" Id="R3b85f39c038d4524" /><Relationship Type="http://schemas.openxmlformats.org/officeDocument/2006/relationships/slideLayout" Target="/ppt/slideLayouts/slideLayout19.xml" Id="R643e45d86c884f7e" /><Relationship Type="http://schemas.openxmlformats.org/officeDocument/2006/relationships/slideLayout" Target="/ppt/slideLayouts/slideLayout20.xml" Id="Rcf551752328e4fc6" /><Relationship Type="http://schemas.openxmlformats.org/officeDocument/2006/relationships/slideLayout" Target="/ppt/slideLayouts/slideLayout21.xml" Id="R609c4a084da24473" /><Relationship Type="http://schemas.openxmlformats.org/officeDocument/2006/relationships/slideLayout" Target="/ppt/slideLayouts/slideLayout22.xml" Id="Ra88a8e408b594ec8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F760D8A-D1D3-452D-91DE-DB8CDB61AB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03F3FC4-871F-44E6-B342-D42CE47D9A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9674E1B-8714-4277-8F45-6D181C22221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DE1F2E5-6605-4F05-A4A1-A1C4F54C3CD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7A2BC21-F38E-43C1-A5BD-1BB9822AC1D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1cc24bf2ba4bde"/>
    <p:sldLayoutId xmlns:r="http://schemas.openxmlformats.org/officeDocument/2006/relationships" id="2147483650" r:id="R4c70ed5d5191429b"/>
    <p:sldLayoutId xmlns:r="http://schemas.openxmlformats.org/officeDocument/2006/relationships" id="2147483651" r:id="R144d605dfac14e6e"/>
    <p:sldLayoutId xmlns:r="http://schemas.openxmlformats.org/officeDocument/2006/relationships" id="2147483652" r:id="R2d0c51b444284737"/>
    <p:sldLayoutId xmlns:r="http://schemas.openxmlformats.org/officeDocument/2006/relationships" id="2147483653" r:id="R04fcfc24e9624a9f"/>
    <p:sldLayoutId xmlns:r="http://schemas.openxmlformats.org/officeDocument/2006/relationships" id="2147483654" r:id="Rd235183054b4477c"/>
    <p:sldLayoutId xmlns:r="http://schemas.openxmlformats.org/officeDocument/2006/relationships" id="2147483655" r:id="R86ae7a6584114f65"/>
    <p:sldLayoutId xmlns:r="http://schemas.openxmlformats.org/officeDocument/2006/relationships" id="2147483656" r:id="Rc8e6b811066e4690"/>
    <p:sldLayoutId xmlns:r="http://schemas.openxmlformats.org/officeDocument/2006/relationships" id="2147483657" r:id="R6f9605114ca54a9c"/>
    <p:sldLayoutId xmlns:r="http://schemas.openxmlformats.org/officeDocument/2006/relationships" id="2147483658" r:id="Ra623a5e1860141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0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9C01FC0-0211-4F25-ACCA-8C5F83D4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任意多边形: 形状 15">
            <a:extLst xmlns:a="http://schemas.openxmlformats.org/drawingml/2006/main">
              <a:ext uri="{FF2B5EF4-FFF2-40B4-BE49-F238E27FC236}">
                <a16:creationId xmlns:a16="http://schemas.microsoft.com/office/drawing/2014/main" id="{37CEB1BD-E641-4D22-8877-48B13F38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622675"/>
            <a:ext cx="1957070" cy="2042795"/>
          </a:xfrm>
          <a:custGeom xmlns:a="http://schemas.openxmlformats.org/drawingml/2006/main">
            <a:rect l="l" t="t" r="r" b="b"/>
            <a:pathLst>
              <a:path w="1957284" h="2042763">
                <a:moveTo>
                  <a:pt x="1957284" y="88055"/>
                </a:moveTo>
                <a:lnTo>
                  <a:pt x="1896235" y="65711"/>
                </a:lnTo>
                <a:cubicBezTo>
                  <a:pt x="1758934" y="23005"/>
                  <a:pt x="1612954" y="0"/>
                  <a:pt x="1461600" y="0"/>
                </a:cubicBezTo>
                <a:cubicBezTo>
                  <a:pt x="654381" y="0"/>
                  <a:pt x="0" y="654381"/>
                  <a:pt x="0" y="1461600"/>
                </a:cubicBezTo>
                <a:cubicBezTo>
                  <a:pt x="0" y="1663405"/>
                  <a:pt x="40899" y="1855657"/>
                  <a:pt x="114860" y="2030521"/>
                </a:cubicBezTo>
                <a:lnTo>
                  <a:pt x="120757" y="204276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" name="任意多边形: 形状 16">
            <a:extLst xmlns:a="http://schemas.openxmlformats.org/drawingml/2006/main">
              <a:ext uri="{FF2B5EF4-FFF2-40B4-BE49-F238E27FC236}">
                <a16:creationId xmlns:a16="http://schemas.microsoft.com/office/drawing/2014/main" id="{84001820-7775-4A09-A945-06429464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7390" y="4784090"/>
            <a:ext cx="363220" cy="381635"/>
          </a:xfrm>
          <a:custGeom xmlns:a="http://schemas.openxmlformats.org/drawingml/2006/main">
            <a:rect l="l" t="t" r="r" b="b"/>
            <a:pathLst>
              <a:path w="363138" h="381923">
                <a:moveTo>
                  <a:pt x="12546" y="381923"/>
                </a:moveTo>
                <a:lnTo>
                  <a:pt x="6107" y="361181"/>
                </a:lnTo>
                <a:cubicBezTo>
                  <a:pt x="2103" y="341613"/>
                  <a:pt x="0" y="321352"/>
                  <a:pt x="0" y="300600"/>
                </a:cubicBezTo>
                <a:cubicBezTo>
                  <a:pt x="0" y="134583"/>
                  <a:pt x="134583" y="0"/>
                  <a:pt x="300600" y="0"/>
                </a:cubicBezTo>
                <a:cubicBezTo>
                  <a:pt x="321352" y="0"/>
                  <a:pt x="341613" y="2103"/>
                  <a:pt x="361181" y="6107"/>
                </a:cubicBezTo>
                <a:lnTo>
                  <a:pt x="363138" y="671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" name="任意多边形: 形状 18">
            <a:extLst xmlns:a="http://schemas.openxmlformats.org/drawingml/2006/main">
              <a:ext uri="{FF2B5EF4-FFF2-40B4-BE49-F238E27FC236}">
                <a16:creationId xmlns:a16="http://schemas.microsoft.com/office/drawing/2014/main" id="{96EAA544-FBE2-4CA2-96CC-C32CD2C9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800" y="1363345"/>
            <a:ext cx="1207770" cy="1283335"/>
          </a:xfrm>
          <a:custGeom xmlns:a="http://schemas.openxmlformats.org/drawingml/2006/main">
            <a:rect l="l" t="t" r="r" b="b"/>
            <a:pathLst>
              <a:path w="1207728" h="1283476">
                <a:moveTo>
                  <a:pt x="1207728" y="0"/>
                </a:moveTo>
                <a:lnTo>
                  <a:pt x="1136917" y="50355"/>
                </a:lnTo>
                <a:cubicBezTo>
                  <a:pt x="725367" y="358134"/>
                  <a:pt x="367298" y="733498"/>
                  <a:pt x="79165" y="1159992"/>
                </a:cubicBezTo>
                <a:lnTo>
                  <a:pt x="0" y="128347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" name="任意多边形: 形状 20">
            <a:extLst xmlns:a="http://schemas.openxmlformats.org/drawingml/2006/main">
              <a:ext uri="{FF2B5EF4-FFF2-40B4-BE49-F238E27FC236}">
                <a16:creationId xmlns:a16="http://schemas.microsoft.com/office/drawing/2014/main" id="{ADEC7198-91FB-489F-B527-4BD53FC9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380490"/>
            <a:ext cx="2945130" cy="3138805"/>
          </a:xfrm>
          <a:custGeom xmlns:a="http://schemas.openxmlformats.org/drawingml/2006/main">
            <a:rect l="l" t="t" r="r" b="b"/>
            <a:pathLst>
              <a:path w="2945236" h="3138693">
                <a:moveTo>
                  <a:pt x="0" y="3138693"/>
                </a:moveTo>
                <a:lnTo>
                  <a:pt x="1500" y="3126894"/>
                </a:lnTo>
                <a:cubicBezTo>
                  <a:pt x="231547" y="1621315"/>
                  <a:pt x="1347493" y="407251"/>
                  <a:pt x="2800676" y="33364"/>
                </a:cubicBezTo>
                <a:lnTo>
                  <a:pt x="2945236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" name="任意多边形: 形状 21">
            <a:extLst xmlns:a="http://schemas.openxmlformats.org/drawingml/2006/main">
              <a:ext uri="{FF2B5EF4-FFF2-40B4-BE49-F238E27FC236}">
                <a16:creationId xmlns:a16="http://schemas.microsoft.com/office/drawing/2014/main" id="{6F46D6A7-383B-4FE5-861A-B23799DF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165" y="1490345"/>
            <a:ext cx="3030220" cy="3228340"/>
          </a:xfrm>
          <a:custGeom xmlns:a="http://schemas.openxmlformats.org/drawingml/2006/main">
            <a:rect l="l" t="t" r="r" b="b"/>
            <a:pathLst>
              <a:path w="3030313" h="3228280">
                <a:moveTo>
                  <a:pt x="3030313" y="0"/>
                </a:moveTo>
                <a:lnTo>
                  <a:pt x="2890285" y="25006"/>
                </a:lnTo>
                <a:cubicBezTo>
                  <a:pt x="1348940" y="340411"/>
                  <a:pt x="162205" y="1629308"/>
                  <a:pt x="536" y="3221241"/>
                </a:cubicBezTo>
                <a:cubicBezTo>
                  <a:pt x="357" y="3223587"/>
                  <a:pt x="179" y="3225934"/>
                  <a:pt x="0" y="3228280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50B8DA1D-B8F6-4633-A586-710BF3D7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4645" y="1873885"/>
            <a:ext cx="3099435" cy="3300095"/>
          </a:xfrm>
          <a:custGeom xmlns:a="http://schemas.openxmlformats.org/drawingml/2006/main">
            <a:rect l="l" t="t" r="r" b="b"/>
            <a:pathLst>
              <a:path w="3099797" h="3300200">
                <a:moveTo>
                  <a:pt x="2277" y="3300200"/>
                </a:moveTo>
                <a:lnTo>
                  <a:pt x="0" y="3210137"/>
                </a:lnTo>
                <a:cubicBezTo>
                  <a:pt x="0" y="1491099"/>
                  <a:pt x="1350007" y="87372"/>
                  <a:pt x="3047659" y="1318"/>
                </a:cubicBezTo>
                <a:lnTo>
                  <a:pt x="3099797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" name="任意多边形: 形状 24">
            <a:extLst xmlns:a="http://schemas.openxmlformats.org/drawingml/2006/main">
              <a:ext uri="{FF2B5EF4-FFF2-40B4-BE49-F238E27FC236}">
                <a16:creationId xmlns:a16="http://schemas.microsoft.com/office/drawing/2014/main" id="{B7DBB568-2F90-44AD-B293-153F566E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7995" y="2004695"/>
            <a:ext cx="3083560" cy="3275330"/>
          </a:xfrm>
          <a:custGeom xmlns:a="http://schemas.openxmlformats.org/drawingml/2006/main">
            <a:rect l="l" t="t" r="r" b="b"/>
            <a:pathLst>
              <a:path w="3083468" h="3275088">
                <a:moveTo>
                  <a:pt x="3083468" y="93"/>
                </a:moveTo>
                <a:lnTo>
                  <a:pt x="3079800" y="0"/>
                </a:lnTo>
                <a:cubicBezTo>
                  <a:pt x="1378873" y="0"/>
                  <a:pt x="0" y="1378873"/>
                  <a:pt x="0" y="3079800"/>
                </a:cubicBezTo>
                <a:cubicBezTo>
                  <a:pt x="0" y="3132954"/>
                  <a:pt x="1346" y="3185794"/>
                  <a:pt x="4007" y="3238286"/>
                </a:cubicBezTo>
                <a:lnTo>
                  <a:pt x="6805" y="327508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" name="任意多边形: 形状 25">
            <a:extLst xmlns:a="http://schemas.openxmlformats.org/drawingml/2006/main">
              <a:ext uri="{FF2B5EF4-FFF2-40B4-BE49-F238E27FC236}">
                <a16:creationId xmlns:a16="http://schemas.microsoft.com/office/drawing/2014/main" id="{8331A0AD-2D28-4787-91FB-81BEDAE9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1172845"/>
            <a:ext cx="2335530" cy="2491740"/>
          </a:xfrm>
          <a:custGeom xmlns:a="http://schemas.openxmlformats.org/drawingml/2006/main">
            <a:rect l="l" t="t" r="r" b="b"/>
            <a:pathLst>
              <a:path w="2335534" h="2491287">
                <a:moveTo>
                  <a:pt x="2335534" y="0"/>
                </a:moveTo>
                <a:lnTo>
                  <a:pt x="2166244" y="76534"/>
                </a:lnTo>
                <a:cubicBezTo>
                  <a:pt x="1174276" y="554513"/>
                  <a:pt x="396178" y="1406038"/>
                  <a:pt x="14436" y="2448623"/>
                </a:cubicBezTo>
                <a:lnTo>
                  <a:pt x="0" y="249128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" name="任意多边形: 形状 26">
            <a:extLst xmlns:a="http://schemas.openxmlformats.org/drawingml/2006/main">
              <a:ext uri="{FF2B5EF4-FFF2-40B4-BE49-F238E27FC236}">
                <a16:creationId xmlns:a16="http://schemas.microsoft.com/office/drawing/2014/main" id="{F70FD7FB-50D5-4908-AE2E-C16D4194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1203960"/>
            <a:ext cx="1868805" cy="2000885"/>
          </a:xfrm>
          <a:custGeom xmlns:a="http://schemas.openxmlformats.org/drawingml/2006/main">
            <a:rect l="l" t="t" r="r" b="b"/>
            <a:pathLst>
              <a:path w="1869053" h="2000692">
                <a:moveTo>
                  <a:pt x="0" y="2000692"/>
                </a:moveTo>
                <a:lnTo>
                  <a:pt x="1568" y="1990416"/>
                </a:lnTo>
                <a:lnTo>
                  <a:pt x="15892" y="1958733"/>
                </a:lnTo>
                <a:cubicBezTo>
                  <a:pt x="389303" y="1183777"/>
                  <a:pt x="981584" y="534133"/>
                  <a:pt x="1712542" y="89993"/>
                </a:cubicBezTo>
                <a:lnTo>
                  <a:pt x="186905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9D068DB3-C124-4E4D-9FEB-1D36E42A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6140" y="1208405"/>
            <a:ext cx="2613025" cy="2781300"/>
          </a:xfrm>
          <a:custGeom xmlns:a="http://schemas.openxmlformats.org/drawingml/2006/main">
            <a:rect l="l" t="t" r="r" b="b"/>
            <a:pathLst>
              <a:path w="2612863" h="2781134">
                <a:moveTo>
                  <a:pt x="0" y="2781134"/>
                </a:moveTo>
                <a:lnTo>
                  <a:pt x="35434" y="2656357"/>
                </a:lnTo>
                <a:cubicBezTo>
                  <a:pt x="414818" y="1436598"/>
                  <a:pt x="1348392" y="461005"/>
                  <a:pt x="2541633" y="24101"/>
                </a:cubicBezTo>
                <a:lnTo>
                  <a:pt x="261286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" name="任意多边形: 形状 28">
            <a:extLst xmlns:a="http://schemas.openxmlformats.org/drawingml/2006/main">
              <a:ext uri="{FF2B5EF4-FFF2-40B4-BE49-F238E27FC236}">
                <a16:creationId xmlns:a16="http://schemas.microsoft.com/office/drawing/2014/main" id="{52795CB3-43B9-4385-9306-089105EA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9485" y="1284605"/>
            <a:ext cx="2815590" cy="2996565"/>
          </a:xfrm>
          <a:custGeom xmlns:a="http://schemas.openxmlformats.org/drawingml/2006/main">
            <a:rect l="l" t="t" r="r" b="b"/>
            <a:pathLst>
              <a:path w="2815694" h="2996646">
                <a:moveTo>
                  <a:pt x="2815694" y="0"/>
                </a:moveTo>
                <a:lnTo>
                  <a:pt x="2686366" y="36725"/>
                </a:lnTo>
                <a:cubicBezTo>
                  <a:pt x="1390883" y="439662"/>
                  <a:pt x="382022" y="1493150"/>
                  <a:pt x="41909" y="2815064"/>
                </a:cubicBezTo>
                <a:lnTo>
                  <a:pt x="0" y="299664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" name="任意多边形: 形状 29">
            <a:extLst xmlns:a="http://schemas.openxmlformats.org/drawingml/2006/main">
              <a:ext uri="{FF2B5EF4-FFF2-40B4-BE49-F238E27FC236}">
                <a16:creationId xmlns:a16="http://schemas.microsoft.com/office/drawing/2014/main" id="{37EBF37E-383C-4E29-9E70-6373A059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8895" y="1605915"/>
            <a:ext cx="3078480" cy="3280410"/>
          </a:xfrm>
          <a:custGeom xmlns:a="http://schemas.openxmlformats.org/drawingml/2006/main">
            <a:rect l="l" t="t" r="r" b="b"/>
            <a:pathLst>
              <a:path w="3078620" h="3280097">
                <a:moveTo>
                  <a:pt x="0" y="3280097"/>
                </a:moveTo>
                <a:lnTo>
                  <a:pt x="12149" y="3120339"/>
                </a:lnTo>
                <a:cubicBezTo>
                  <a:pt x="173672" y="1529845"/>
                  <a:pt x="1398725" y="253757"/>
                  <a:pt x="2964939" y="14445"/>
                </a:cubicBezTo>
                <a:lnTo>
                  <a:pt x="3078620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" name="任意多边形: 形状 30">
            <a:extLst xmlns:a="http://schemas.openxmlformats.org/drawingml/2006/main">
              <a:ext uri="{FF2B5EF4-FFF2-40B4-BE49-F238E27FC236}">
                <a16:creationId xmlns:a16="http://schemas.microsoft.com/office/drawing/2014/main" id="{F7D3EED5-4C2A-455A-95E8-18E2DEF8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880" y="1729740"/>
            <a:ext cx="3100070" cy="3303905"/>
          </a:xfrm>
          <a:custGeom xmlns:a="http://schemas.openxmlformats.org/drawingml/2006/main">
            <a:rect l="l" t="t" r="r" b="b"/>
            <a:pathLst>
              <a:path w="3100310" h="3303501">
                <a:moveTo>
                  <a:pt x="3100310" y="0"/>
                </a:moveTo>
                <a:lnTo>
                  <a:pt x="3020552" y="6065"/>
                </a:lnTo>
                <a:cubicBezTo>
                  <a:pt x="1379804" y="172692"/>
                  <a:pt x="87421" y="1517722"/>
                  <a:pt x="3086" y="3181473"/>
                </a:cubicBezTo>
                <a:cubicBezTo>
                  <a:pt x="2057" y="3222149"/>
                  <a:pt x="1029" y="3262825"/>
                  <a:pt x="0" y="3303501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2" name="任意多边形: 形状 31">
            <a:extLst xmlns:a="http://schemas.openxmlformats.org/drawingml/2006/main">
              <a:ext uri="{FF2B5EF4-FFF2-40B4-BE49-F238E27FC236}">
                <a16:creationId xmlns:a16="http://schemas.microsoft.com/office/drawing/2014/main" id="{7F20F9F8-6921-48AC-89E1-43542CFF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6425" y="2143125"/>
            <a:ext cx="3050540" cy="3232785"/>
          </a:xfrm>
          <a:custGeom xmlns:a="http://schemas.openxmlformats.org/drawingml/2006/main">
            <a:rect l="l" t="t" r="r" b="b"/>
            <a:pathLst>
              <a:path w="3050508" h="3232460">
                <a:moveTo>
                  <a:pt x="14465" y="3232460"/>
                </a:moveTo>
                <a:lnTo>
                  <a:pt x="3827" y="3092554"/>
                </a:lnTo>
                <a:cubicBezTo>
                  <a:pt x="1286" y="3042424"/>
                  <a:pt x="0" y="2991962"/>
                  <a:pt x="0" y="2941200"/>
                </a:cubicBezTo>
                <a:cubicBezTo>
                  <a:pt x="0" y="1316820"/>
                  <a:pt x="1316820" y="0"/>
                  <a:pt x="2941200" y="0"/>
                </a:cubicBezTo>
                <a:lnTo>
                  <a:pt x="3050508" y="276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" name="任意多边形: 形状 32">
            <a:extLst xmlns:a="http://schemas.openxmlformats.org/drawingml/2006/main">
              <a:ext uri="{FF2B5EF4-FFF2-40B4-BE49-F238E27FC236}">
                <a16:creationId xmlns:a16="http://schemas.microsoft.com/office/drawing/2014/main" id="{0F8430CE-F99A-4264-BAB5-F9A8D678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5490" y="2282190"/>
            <a:ext cx="3003550" cy="3178810"/>
          </a:xfrm>
          <a:custGeom xmlns:a="http://schemas.openxmlformats.org/drawingml/2006/main">
            <a:rect l="l" t="t" r="r" b="b"/>
            <a:pathLst>
              <a:path w="3003593" h="3178430">
                <a:moveTo>
                  <a:pt x="3003593" y="10180"/>
                </a:moveTo>
                <a:lnTo>
                  <a:pt x="2801987" y="0"/>
                </a:lnTo>
                <a:cubicBezTo>
                  <a:pt x="1254492" y="0"/>
                  <a:pt x="0" y="1254492"/>
                  <a:pt x="0" y="2801987"/>
                </a:cubicBezTo>
                <a:cubicBezTo>
                  <a:pt x="0" y="2898706"/>
                  <a:pt x="4900" y="2994280"/>
                  <a:pt x="14466" y="3088474"/>
                </a:cubicBezTo>
                <a:lnTo>
                  <a:pt x="28195" y="317843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4" name="任意多边形: 形状 33">
            <a:extLst xmlns:a="http://schemas.openxmlformats.org/drawingml/2006/main">
              <a:ext uri="{FF2B5EF4-FFF2-40B4-BE49-F238E27FC236}">
                <a16:creationId xmlns:a16="http://schemas.microsoft.com/office/drawing/2014/main" id="{9CC9E7E2-402B-4FF9-9461-D9C36EFF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420620"/>
            <a:ext cx="2941955" cy="3111500"/>
          </a:xfrm>
          <a:custGeom xmlns:a="http://schemas.openxmlformats.org/drawingml/2006/main">
            <a:rect l="l" t="t" r="r" b="b"/>
            <a:pathLst>
              <a:path w="2942190" h="3111259">
                <a:moveTo>
                  <a:pt x="40443" y="3111259"/>
                </a:moveTo>
                <a:lnTo>
                  <a:pt x="13754" y="2936379"/>
                </a:lnTo>
                <a:cubicBezTo>
                  <a:pt x="4659" y="2846823"/>
                  <a:pt x="0" y="2755956"/>
                  <a:pt x="0" y="2664000"/>
                </a:cubicBezTo>
                <a:cubicBezTo>
                  <a:pt x="0" y="1192713"/>
                  <a:pt x="1192713" y="0"/>
                  <a:pt x="2664000" y="0"/>
                </a:cubicBezTo>
                <a:cubicBezTo>
                  <a:pt x="2755955" y="0"/>
                  <a:pt x="2846823" y="4659"/>
                  <a:pt x="2936379" y="13754"/>
                </a:cubicBezTo>
                <a:lnTo>
                  <a:pt x="2942190" y="146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" name="任意多边形: 形状 34">
            <a:extLst xmlns:a="http://schemas.openxmlformats.org/drawingml/2006/main">
              <a:ext uri="{FF2B5EF4-FFF2-40B4-BE49-F238E27FC236}">
                <a16:creationId xmlns:a16="http://schemas.microsoft.com/office/drawing/2014/main" id="{E4419F73-B5BC-453F-AB7C-EB04A21C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46350"/>
            <a:ext cx="2880360" cy="3034665"/>
          </a:xfrm>
          <a:custGeom xmlns:a="http://schemas.openxmlformats.org/drawingml/2006/main">
            <a:rect l="l" t="t" r="r" b="b"/>
            <a:pathLst>
              <a:path w="2880145" h="3034614">
                <a:moveTo>
                  <a:pt x="2880145" y="25717"/>
                </a:moveTo>
                <a:lnTo>
                  <a:pt x="2797496" y="13103"/>
                </a:lnTo>
                <a:cubicBezTo>
                  <a:pt x="2712176" y="4439"/>
                  <a:pt x="2625606" y="0"/>
                  <a:pt x="2538000" y="0"/>
                </a:cubicBezTo>
                <a:cubicBezTo>
                  <a:pt x="1136301" y="0"/>
                  <a:pt x="0" y="1136301"/>
                  <a:pt x="0" y="2538000"/>
                </a:cubicBezTo>
                <a:cubicBezTo>
                  <a:pt x="0" y="2625606"/>
                  <a:pt x="4438" y="2712176"/>
                  <a:pt x="13103" y="2797496"/>
                </a:cubicBezTo>
                <a:lnTo>
                  <a:pt x="49291" y="303461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" name="任意多边形: 形状 35">
            <a:extLst xmlns:a="http://schemas.openxmlformats.org/drawingml/2006/main">
              <a:ext uri="{FF2B5EF4-FFF2-40B4-BE49-F238E27FC236}">
                <a16:creationId xmlns:a16="http://schemas.microsoft.com/office/drawing/2014/main" id="{0A1E8E73-2A9C-44AA-A062-8E123A40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3795" y="2690495"/>
            <a:ext cx="2792730" cy="2938145"/>
          </a:xfrm>
          <a:custGeom xmlns:a="http://schemas.openxmlformats.org/drawingml/2006/main">
            <a:rect l="l" t="t" r="r" b="b"/>
            <a:pathLst>
              <a:path w="2792551" h="2938086">
                <a:moveTo>
                  <a:pt x="64479" y="2938086"/>
                </a:moveTo>
                <a:lnTo>
                  <a:pt x="48638" y="2876475"/>
                </a:lnTo>
                <a:cubicBezTo>
                  <a:pt x="16747" y="2720631"/>
                  <a:pt x="0" y="2559271"/>
                  <a:pt x="0" y="2394000"/>
                </a:cubicBezTo>
                <a:cubicBezTo>
                  <a:pt x="0" y="1071830"/>
                  <a:pt x="1071830" y="0"/>
                  <a:pt x="2394000" y="0"/>
                </a:cubicBezTo>
                <a:cubicBezTo>
                  <a:pt x="2476636" y="0"/>
                  <a:pt x="2558293" y="4187"/>
                  <a:pt x="2638773" y="12360"/>
                </a:cubicBezTo>
                <a:lnTo>
                  <a:pt x="2792551" y="3582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" name="任意多边形: 形状 36">
            <a:extLst xmlns:a="http://schemas.openxmlformats.org/drawingml/2006/main">
              <a:ext uri="{FF2B5EF4-FFF2-40B4-BE49-F238E27FC236}">
                <a16:creationId xmlns:a16="http://schemas.microsoft.com/office/drawing/2014/main" id="{7839AF6B-AC0A-42D8-86EE-5C6081D2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3335" y="2820035"/>
            <a:ext cx="2701925" cy="2842895"/>
          </a:xfrm>
          <a:custGeom xmlns:a="http://schemas.openxmlformats.org/drawingml/2006/main">
            <a:rect l="l" t="t" r="r" b="b"/>
            <a:pathLst>
              <a:path w="2702112" h="2842584">
                <a:moveTo>
                  <a:pt x="2702112" y="43159"/>
                </a:moveTo>
                <a:lnTo>
                  <a:pt x="2495922" y="11691"/>
                </a:lnTo>
                <a:cubicBezTo>
                  <a:pt x="2419799" y="3960"/>
                  <a:pt x="2342562" y="0"/>
                  <a:pt x="2264400" y="0"/>
                </a:cubicBezTo>
                <a:cubicBezTo>
                  <a:pt x="1013806" y="0"/>
                  <a:pt x="0" y="1013806"/>
                  <a:pt x="0" y="2264400"/>
                </a:cubicBezTo>
                <a:cubicBezTo>
                  <a:pt x="0" y="2420724"/>
                  <a:pt x="15841" y="2573349"/>
                  <a:pt x="46005" y="2720756"/>
                </a:cubicBezTo>
                <a:lnTo>
                  <a:pt x="77330" y="284258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" name="任意多边形: 形状 37">
            <a:extLst xmlns:a="http://schemas.openxmlformats.org/drawingml/2006/main">
              <a:ext uri="{FF2B5EF4-FFF2-40B4-BE49-F238E27FC236}">
                <a16:creationId xmlns:a16="http://schemas.microsoft.com/office/drawing/2014/main" id="{470A8523-842D-467C-B606-8EA242B6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3985" y="2940685"/>
            <a:ext cx="2613660" cy="2741930"/>
          </a:xfrm>
          <a:custGeom xmlns:a="http://schemas.openxmlformats.org/drawingml/2006/main">
            <a:rect l="l" t="t" r="r" b="b"/>
            <a:pathLst>
              <a:path w="2613744" h="2741829">
                <a:moveTo>
                  <a:pt x="86203" y="2741829"/>
                </a:moveTo>
                <a:lnTo>
                  <a:pt x="43556" y="2575971"/>
                </a:lnTo>
                <a:cubicBezTo>
                  <a:pt x="14998" y="2436408"/>
                  <a:pt x="0" y="2291906"/>
                  <a:pt x="0" y="2143900"/>
                </a:cubicBezTo>
                <a:cubicBezTo>
                  <a:pt x="0" y="959857"/>
                  <a:pt x="959857" y="0"/>
                  <a:pt x="2143900" y="0"/>
                </a:cubicBezTo>
                <a:cubicBezTo>
                  <a:pt x="2291905" y="0"/>
                  <a:pt x="2436408" y="14998"/>
                  <a:pt x="2575971" y="43556"/>
                </a:cubicBezTo>
                <a:lnTo>
                  <a:pt x="2613744" y="5326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" name="任意多边形: 形状 38">
            <a:extLst xmlns:a="http://schemas.openxmlformats.org/drawingml/2006/main">
              <a:ext uri="{FF2B5EF4-FFF2-40B4-BE49-F238E27FC236}">
                <a16:creationId xmlns:a16="http://schemas.microsoft.com/office/drawing/2014/main" id="{EFF61F02-59E5-4336-85C4-A710024F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0985" y="3067685"/>
            <a:ext cx="2507615" cy="2628900"/>
          </a:xfrm>
          <a:custGeom xmlns:a="http://schemas.openxmlformats.org/drawingml/2006/main">
            <a:rect l="l" t="t" r="r" b="b"/>
            <a:pathLst>
              <a:path w="2507554" h="2629009">
                <a:moveTo>
                  <a:pt x="2507554" y="62621"/>
                </a:moveTo>
                <a:lnTo>
                  <a:pt x="2423376" y="40976"/>
                </a:lnTo>
                <a:cubicBezTo>
                  <a:pt x="2292080" y="14109"/>
                  <a:pt x="2156138" y="0"/>
                  <a:pt x="2016900" y="0"/>
                </a:cubicBezTo>
                <a:cubicBezTo>
                  <a:pt x="902997" y="0"/>
                  <a:pt x="0" y="902997"/>
                  <a:pt x="0" y="2016900"/>
                </a:cubicBezTo>
                <a:cubicBezTo>
                  <a:pt x="0" y="2225757"/>
                  <a:pt x="31746" y="2427199"/>
                  <a:pt x="90676" y="2616664"/>
                </a:cubicBezTo>
                <a:lnTo>
                  <a:pt x="95194" y="262900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" name="任意多边形: 形状 39">
            <a:extLst xmlns:a="http://schemas.openxmlformats.org/drawingml/2006/main">
              <a:ext uri="{FF2B5EF4-FFF2-40B4-BE49-F238E27FC236}">
                <a16:creationId xmlns:a16="http://schemas.microsoft.com/office/drawing/2014/main" id="{751A7034-156F-4D3B-B3F9-592265B7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5285" y="3181985"/>
            <a:ext cx="2407285" cy="2520950"/>
          </a:xfrm>
          <a:custGeom xmlns:a="http://schemas.openxmlformats.org/drawingml/2006/main">
            <a:rect l="l" t="t" r="r" b="b"/>
            <a:pathLst>
              <a:path w="2407041" h="2520965">
                <a:moveTo>
                  <a:pt x="104785" y="2520965"/>
                </a:moveTo>
                <a:lnTo>
                  <a:pt x="85537" y="2468375"/>
                </a:lnTo>
                <a:cubicBezTo>
                  <a:pt x="29947" y="2289647"/>
                  <a:pt x="0" y="2099621"/>
                  <a:pt x="0" y="1902600"/>
                </a:cubicBezTo>
                <a:cubicBezTo>
                  <a:pt x="0" y="851823"/>
                  <a:pt x="851823" y="0"/>
                  <a:pt x="1902600" y="0"/>
                </a:cubicBezTo>
                <a:cubicBezTo>
                  <a:pt x="2033947" y="0"/>
                  <a:pt x="2162186" y="13310"/>
                  <a:pt x="2286040" y="38654"/>
                </a:cubicBezTo>
                <a:lnTo>
                  <a:pt x="2407041" y="6976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" name="任意多边形: 形状 40">
            <a:extLst xmlns:a="http://schemas.openxmlformats.org/drawingml/2006/main">
              <a:ext uri="{FF2B5EF4-FFF2-40B4-BE49-F238E27FC236}">
                <a16:creationId xmlns:a16="http://schemas.microsoft.com/office/drawing/2014/main" id="{8D729096-0E17-441E-A0FD-F2CD12DE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330" y="3288030"/>
            <a:ext cx="2306320" cy="2413635"/>
          </a:xfrm>
          <a:custGeom xmlns:a="http://schemas.openxmlformats.org/drawingml/2006/main">
            <a:rect l="l" t="t" r="r" b="b"/>
            <a:pathLst>
              <a:path w="2306398" h="2413436">
                <a:moveTo>
                  <a:pt x="2306398" y="74555"/>
                </a:moveTo>
                <a:lnTo>
                  <a:pt x="2158377" y="36495"/>
                </a:lnTo>
                <a:cubicBezTo>
                  <a:pt x="2041439" y="12566"/>
                  <a:pt x="1920362" y="0"/>
                  <a:pt x="1796350" y="0"/>
                </a:cubicBezTo>
                <a:cubicBezTo>
                  <a:pt x="804253" y="0"/>
                  <a:pt x="0" y="804253"/>
                  <a:pt x="0" y="1796350"/>
                </a:cubicBezTo>
                <a:cubicBezTo>
                  <a:pt x="0" y="1982368"/>
                  <a:pt x="28275" y="2161783"/>
                  <a:pt x="80760" y="2330530"/>
                </a:cubicBezTo>
                <a:lnTo>
                  <a:pt x="111104" y="241343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" name="任意多边形: 形状 41">
            <a:extLst xmlns:a="http://schemas.openxmlformats.org/drawingml/2006/main">
              <a:ext uri="{FF2B5EF4-FFF2-40B4-BE49-F238E27FC236}">
                <a16:creationId xmlns:a16="http://schemas.microsoft.com/office/drawing/2014/main" id="{DDDBFAFF-4BF5-4684-AA3B-AB15FBB6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3395980"/>
            <a:ext cx="2200275" cy="2299970"/>
          </a:xfrm>
          <a:custGeom xmlns:a="http://schemas.openxmlformats.org/drawingml/2006/main">
            <a:rect l="l" t="t" r="r" b="b"/>
            <a:pathLst>
              <a:path w="2200258" h="2299792">
                <a:moveTo>
                  <a:pt x="115916" y="2299792"/>
                </a:moveTo>
                <a:lnTo>
                  <a:pt x="75907" y="2190479"/>
                </a:lnTo>
                <a:cubicBezTo>
                  <a:pt x="26575" y="2031872"/>
                  <a:pt x="0" y="1863240"/>
                  <a:pt x="0" y="1688400"/>
                </a:cubicBezTo>
                <a:cubicBezTo>
                  <a:pt x="0" y="755922"/>
                  <a:pt x="755922" y="0"/>
                  <a:pt x="1688400" y="0"/>
                </a:cubicBezTo>
                <a:cubicBezTo>
                  <a:pt x="1863240" y="0"/>
                  <a:pt x="2031872" y="26575"/>
                  <a:pt x="2190479" y="75907"/>
                </a:cubicBezTo>
                <a:lnTo>
                  <a:pt x="2200258" y="7948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1BE5C9E2-C378-43B4-AC1B-088020F5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6120" y="3512820"/>
            <a:ext cx="2077085" cy="2169795"/>
          </a:xfrm>
          <a:custGeom xmlns:a="http://schemas.openxmlformats.org/drawingml/2006/main">
            <a:rect l="l" t="t" r="r" b="b"/>
            <a:pathLst>
              <a:path w="2077087" h="2169653">
                <a:moveTo>
                  <a:pt x="2077087" y="84702"/>
                </a:moveTo>
                <a:lnTo>
                  <a:pt x="2038686" y="70647"/>
                </a:lnTo>
                <a:cubicBezTo>
                  <a:pt x="1891071" y="24734"/>
                  <a:pt x="1734124" y="0"/>
                  <a:pt x="1571400" y="0"/>
                </a:cubicBezTo>
                <a:cubicBezTo>
                  <a:pt x="703540" y="0"/>
                  <a:pt x="0" y="703540"/>
                  <a:pt x="0" y="1571400"/>
                </a:cubicBezTo>
                <a:cubicBezTo>
                  <a:pt x="0" y="1734124"/>
                  <a:pt x="24734" y="1891071"/>
                  <a:pt x="70647" y="2038686"/>
                </a:cubicBezTo>
                <a:lnTo>
                  <a:pt x="118581" y="216965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" name="任意多边形: 形状 43">
            <a:extLst xmlns:a="http://schemas.openxmlformats.org/drawingml/2006/main">
              <a:ext uri="{FF2B5EF4-FFF2-40B4-BE49-F238E27FC236}">
                <a16:creationId xmlns:a16="http://schemas.microsoft.com/office/drawing/2014/main" id="{0563D788-CC09-43BB-A0C7-94431CF5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925" y="3730625"/>
            <a:ext cx="1832610" cy="1911350"/>
          </a:xfrm>
          <a:custGeom xmlns:a="http://schemas.openxmlformats.org/drawingml/2006/main">
            <a:rect l="l" t="t" r="r" b="b"/>
            <a:pathLst>
              <a:path w="1832676" h="1911428">
                <a:moveTo>
                  <a:pt x="121280" y="1911428"/>
                </a:moveTo>
                <a:lnTo>
                  <a:pt x="106373" y="1880482"/>
                </a:lnTo>
                <a:cubicBezTo>
                  <a:pt x="37877" y="1718540"/>
                  <a:pt x="0" y="1540493"/>
                  <a:pt x="0" y="1353600"/>
                </a:cubicBezTo>
                <a:cubicBezTo>
                  <a:pt x="0" y="606027"/>
                  <a:pt x="606027" y="0"/>
                  <a:pt x="1353600" y="0"/>
                </a:cubicBezTo>
                <a:cubicBezTo>
                  <a:pt x="1493770" y="0"/>
                  <a:pt x="1628964" y="21306"/>
                  <a:pt x="1756119" y="60855"/>
                </a:cubicBezTo>
                <a:lnTo>
                  <a:pt x="1832676" y="8887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" name="任意多边形: 形状 44">
            <a:extLst xmlns:a="http://schemas.openxmlformats.org/drawingml/2006/main">
              <a:ext uri="{FF2B5EF4-FFF2-40B4-BE49-F238E27FC236}">
                <a16:creationId xmlns:a16="http://schemas.microsoft.com/office/drawing/2014/main" id="{C2AAF24D-190F-47BC-9F9C-1108378C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8700" y="3835400"/>
            <a:ext cx="1709420" cy="1780540"/>
          </a:xfrm>
          <a:custGeom xmlns:a="http://schemas.openxmlformats.org/drawingml/2006/main">
            <a:rect l="l" t="t" r="r" b="b"/>
            <a:pathLst>
              <a:path w="1709277" h="1780541">
                <a:moveTo>
                  <a:pt x="1709277" y="88591"/>
                </a:moveTo>
                <a:lnTo>
                  <a:pt x="1620674" y="56162"/>
                </a:lnTo>
                <a:cubicBezTo>
                  <a:pt x="1503325" y="19662"/>
                  <a:pt x="1378559" y="0"/>
                  <a:pt x="1249200" y="0"/>
                </a:cubicBezTo>
                <a:cubicBezTo>
                  <a:pt x="559286" y="0"/>
                  <a:pt x="0" y="559286"/>
                  <a:pt x="0" y="1249200"/>
                </a:cubicBezTo>
                <a:cubicBezTo>
                  <a:pt x="0" y="1421679"/>
                  <a:pt x="34955" y="1585993"/>
                  <a:pt x="98168" y="1735445"/>
                </a:cubicBezTo>
                <a:lnTo>
                  <a:pt x="119892" y="17805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" name="任意多边形: 形状 45">
            <a:extLst xmlns:a="http://schemas.openxmlformats.org/drawingml/2006/main">
              <a:ext uri="{FF2B5EF4-FFF2-40B4-BE49-F238E27FC236}">
                <a16:creationId xmlns:a16="http://schemas.microsoft.com/office/drawing/2014/main" id="{073070E0-AC98-4172-814F-39D66A6A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4030" y="4570730"/>
            <a:ext cx="699770" cy="730250"/>
          </a:xfrm>
          <a:custGeom xmlns:a="http://schemas.openxmlformats.org/drawingml/2006/main">
            <a:rect l="l" t="t" r="r" b="b"/>
            <a:pathLst>
              <a:path w="699728" h="730385">
                <a:moveTo>
                  <a:pt x="49502" y="730385"/>
                </a:moveTo>
                <a:lnTo>
                  <a:pt x="40363" y="713547"/>
                </a:lnTo>
                <a:cubicBezTo>
                  <a:pt x="14372" y="652098"/>
                  <a:pt x="0" y="584539"/>
                  <a:pt x="0" y="513622"/>
                </a:cubicBezTo>
                <a:cubicBezTo>
                  <a:pt x="0" y="229956"/>
                  <a:pt x="229956" y="0"/>
                  <a:pt x="513622" y="0"/>
                </a:cubicBezTo>
                <a:cubicBezTo>
                  <a:pt x="549080" y="0"/>
                  <a:pt x="583699" y="3593"/>
                  <a:pt x="617135" y="10435"/>
                </a:cubicBezTo>
                <a:lnTo>
                  <a:pt x="699728" y="3607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" name="任意多边形: 形状 46">
            <a:extLst xmlns:a="http://schemas.openxmlformats.org/drawingml/2006/main">
              <a:ext uri="{FF2B5EF4-FFF2-40B4-BE49-F238E27FC236}">
                <a16:creationId xmlns:a16="http://schemas.microsoft.com/office/drawing/2014/main" id="{79F5F8E2-9B83-48C4-A0A5-BAA81A14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1505" y="4688205"/>
            <a:ext cx="518795" cy="541020"/>
          </a:xfrm>
          <a:custGeom xmlns:a="http://schemas.openxmlformats.org/drawingml/2006/main">
            <a:rect l="l" t="t" r="r" b="b"/>
            <a:pathLst>
              <a:path w="518882" h="540737">
                <a:moveTo>
                  <a:pt x="518882" y="21416"/>
                </a:moveTo>
                <a:lnTo>
                  <a:pt x="475808" y="8045"/>
                </a:lnTo>
                <a:cubicBezTo>
                  <a:pt x="450029" y="2770"/>
                  <a:pt x="423338" y="0"/>
                  <a:pt x="396000" y="0"/>
                </a:cubicBezTo>
                <a:cubicBezTo>
                  <a:pt x="177295" y="0"/>
                  <a:pt x="0" y="177295"/>
                  <a:pt x="0" y="396000"/>
                </a:cubicBezTo>
                <a:cubicBezTo>
                  <a:pt x="0" y="423338"/>
                  <a:pt x="2770" y="450029"/>
                  <a:pt x="8045" y="475808"/>
                </a:cubicBezTo>
                <a:lnTo>
                  <a:pt x="28201" y="54073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" name="任意多边形: 形状 47">
            <a:extLst xmlns:a="http://schemas.openxmlformats.org/drawingml/2006/main">
              <a:ext uri="{FF2B5EF4-FFF2-40B4-BE49-F238E27FC236}">
                <a16:creationId xmlns:a16="http://schemas.microsoft.com/office/drawing/2014/main" id="{508B7C7A-74FC-44AC-B814-5F6F0165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346575"/>
            <a:ext cx="1031240" cy="1073150"/>
          </a:xfrm>
          <a:custGeom xmlns:a="http://schemas.openxmlformats.org/drawingml/2006/main">
            <a:rect l="l" t="t" r="r" b="b"/>
            <a:pathLst>
              <a:path w="1031244" h="1073200">
                <a:moveTo>
                  <a:pt x="84015" y="1073200"/>
                </a:moveTo>
                <a:lnTo>
                  <a:pt x="57996" y="1025263"/>
                </a:lnTo>
                <a:cubicBezTo>
                  <a:pt x="20651" y="936970"/>
                  <a:pt x="0" y="839897"/>
                  <a:pt x="0" y="738000"/>
                </a:cubicBezTo>
                <a:cubicBezTo>
                  <a:pt x="0" y="330414"/>
                  <a:pt x="330414" y="0"/>
                  <a:pt x="738000" y="0"/>
                </a:cubicBezTo>
                <a:cubicBezTo>
                  <a:pt x="839897" y="0"/>
                  <a:pt x="936970" y="20651"/>
                  <a:pt x="1025263" y="57996"/>
                </a:cubicBezTo>
                <a:lnTo>
                  <a:pt x="1031244" y="6124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" name="任意多边形: 形状 48">
            <a:extLst xmlns:a="http://schemas.openxmlformats.org/drawingml/2006/main">
              <a:ext uri="{FF2B5EF4-FFF2-40B4-BE49-F238E27FC236}">
                <a16:creationId xmlns:a16="http://schemas.microsoft.com/office/drawing/2014/main" id="{F7826DBC-DF05-4ABB-A913-A05245C1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8460" y="4455160"/>
            <a:ext cx="875030" cy="908050"/>
          </a:xfrm>
          <a:custGeom xmlns:a="http://schemas.openxmlformats.org/drawingml/2006/main">
            <a:rect l="l" t="t" r="r" b="b"/>
            <a:pathLst>
              <a:path w="875351" h="908062">
                <a:moveTo>
                  <a:pt x="875351" y="50133"/>
                </a:moveTo>
                <a:lnTo>
                  <a:pt x="874082" y="49444"/>
                </a:lnTo>
                <a:cubicBezTo>
                  <a:pt x="798808" y="17606"/>
                  <a:pt x="716049" y="0"/>
                  <a:pt x="629178" y="0"/>
                </a:cubicBezTo>
                <a:cubicBezTo>
                  <a:pt x="281693" y="0"/>
                  <a:pt x="0" y="281693"/>
                  <a:pt x="0" y="629178"/>
                </a:cubicBezTo>
                <a:cubicBezTo>
                  <a:pt x="0" y="716049"/>
                  <a:pt x="17606" y="798809"/>
                  <a:pt x="49444" y="874082"/>
                </a:cubicBezTo>
                <a:lnTo>
                  <a:pt x="67888" y="90806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" name="任意多边形: 形状 49">
            <a:extLst xmlns:a="http://schemas.openxmlformats.org/drawingml/2006/main">
              <a:ext uri="{FF2B5EF4-FFF2-40B4-BE49-F238E27FC236}">
                <a16:creationId xmlns:a16="http://schemas.microsoft.com/office/drawing/2014/main" id="{2FB51AC3-9A15-48FE-BF72-0F103B67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945" y="4144645"/>
            <a:ext cx="1311275" cy="1365250"/>
          </a:xfrm>
          <a:custGeom xmlns:a="http://schemas.openxmlformats.org/drawingml/2006/main">
            <a:rect l="l" t="t" r="r" b="b"/>
            <a:pathLst>
              <a:path w="1311055" h="1365195">
                <a:moveTo>
                  <a:pt x="102721" y="1365195"/>
                </a:moveTo>
                <a:lnTo>
                  <a:pt x="73832" y="1305225"/>
                </a:lnTo>
                <a:cubicBezTo>
                  <a:pt x="26290" y="1192822"/>
                  <a:pt x="0" y="1069242"/>
                  <a:pt x="0" y="939521"/>
                </a:cubicBezTo>
                <a:cubicBezTo>
                  <a:pt x="0" y="420638"/>
                  <a:pt x="420638" y="0"/>
                  <a:pt x="939521" y="0"/>
                </a:cubicBezTo>
                <a:cubicBezTo>
                  <a:pt x="1069242" y="0"/>
                  <a:pt x="1192822" y="26290"/>
                  <a:pt x="1305225" y="73832"/>
                </a:cubicBezTo>
                <a:lnTo>
                  <a:pt x="1311055" y="7664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" name="任意多边形: 形状 50">
            <a:extLst xmlns:a="http://schemas.openxmlformats.org/drawingml/2006/main">
              <a:ext uri="{FF2B5EF4-FFF2-40B4-BE49-F238E27FC236}">
                <a16:creationId xmlns:a16="http://schemas.microsoft.com/office/drawing/2014/main" id="{C8C20B62-32D0-437D-91BC-0E84F7F8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0815" y="4247515"/>
            <a:ext cx="1172845" cy="1217295"/>
          </a:xfrm>
          <a:custGeom xmlns:a="http://schemas.openxmlformats.org/drawingml/2006/main">
            <a:rect l="l" t="t" r="r" b="b"/>
            <a:pathLst>
              <a:path w="1172967" h="1216931">
                <a:moveTo>
                  <a:pt x="1172967" y="71295"/>
                </a:moveTo>
                <a:lnTo>
                  <a:pt x="1162798" y="65776"/>
                </a:lnTo>
                <a:cubicBezTo>
                  <a:pt x="1062661" y="23421"/>
                  <a:pt x="952565" y="0"/>
                  <a:pt x="837000" y="0"/>
                </a:cubicBezTo>
                <a:cubicBezTo>
                  <a:pt x="374738" y="0"/>
                  <a:pt x="0" y="374738"/>
                  <a:pt x="0" y="837000"/>
                </a:cubicBezTo>
                <a:cubicBezTo>
                  <a:pt x="0" y="952566"/>
                  <a:pt x="23421" y="1062661"/>
                  <a:pt x="65776" y="1162798"/>
                </a:cubicBezTo>
                <a:lnTo>
                  <a:pt x="95158" y="121693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2" name="任意多边形: 形状 51">
            <a:extLst xmlns:a="http://schemas.openxmlformats.org/drawingml/2006/main">
              <a:ext uri="{FF2B5EF4-FFF2-40B4-BE49-F238E27FC236}">
                <a16:creationId xmlns:a16="http://schemas.microsoft.com/office/drawing/2014/main" id="{103F92D2-5B4C-48B1-AD44-CC9505B8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4745" y="3941445"/>
            <a:ext cx="1576705" cy="1642110"/>
          </a:xfrm>
          <a:custGeom xmlns:a="http://schemas.openxmlformats.org/drawingml/2006/main">
            <a:rect l="l" t="t" r="r" b="b"/>
            <a:pathLst>
              <a:path w="1576525" h="1642284">
                <a:moveTo>
                  <a:pt x="116018" y="1642284"/>
                </a:moveTo>
                <a:lnTo>
                  <a:pt x="89823" y="1587907"/>
                </a:lnTo>
                <a:cubicBezTo>
                  <a:pt x="31984" y="1451161"/>
                  <a:pt x="0" y="1300815"/>
                  <a:pt x="0" y="1143000"/>
                </a:cubicBezTo>
                <a:cubicBezTo>
                  <a:pt x="0" y="511739"/>
                  <a:pt x="511739" y="0"/>
                  <a:pt x="1143000" y="0"/>
                </a:cubicBezTo>
                <a:cubicBezTo>
                  <a:pt x="1261361" y="0"/>
                  <a:pt x="1375521" y="17991"/>
                  <a:pt x="1482893" y="51387"/>
                </a:cubicBezTo>
                <a:lnTo>
                  <a:pt x="1576525" y="8565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3" name="任意多边形: 形状 52">
            <a:extLst xmlns:a="http://schemas.openxmlformats.org/drawingml/2006/main">
              <a:ext uri="{FF2B5EF4-FFF2-40B4-BE49-F238E27FC236}">
                <a16:creationId xmlns:a16="http://schemas.microsoft.com/office/drawing/2014/main" id="{8AA7633E-DE7A-4562-857A-EEDE40A0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6345" y="4043045"/>
            <a:ext cx="1447800" cy="1505585"/>
          </a:xfrm>
          <a:custGeom xmlns:a="http://schemas.openxmlformats.org/drawingml/2006/main">
            <a:rect l="l" t="t" r="r" b="b"/>
            <a:pathLst>
              <a:path w="1447763" h="1505306">
                <a:moveTo>
                  <a:pt x="1447763" y="82463"/>
                </a:moveTo>
                <a:lnTo>
                  <a:pt x="1446428" y="81820"/>
                </a:lnTo>
                <a:cubicBezTo>
                  <a:pt x="1321865" y="29134"/>
                  <a:pt x="1184915" y="0"/>
                  <a:pt x="1041161" y="0"/>
                </a:cubicBezTo>
                <a:cubicBezTo>
                  <a:pt x="466144" y="0"/>
                  <a:pt x="0" y="466144"/>
                  <a:pt x="0" y="1041161"/>
                </a:cubicBezTo>
                <a:cubicBezTo>
                  <a:pt x="0" y="1184915"/>
                  <a:pt x="29134" y="1321865"/>
                  <a:pt x="81820" y="1446428"/>
                </a:cubicBezTo>
                <a:lnTo>
                  <a:pt x="110183" y="150530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" name="任意多边形: 形状 14">
            <a:extLst xmlns:a="http://schemas.openxmlformats.org/drawingml/2006/main">
              <a:ext uri="{FF2B5EF4-FFF2-40B4-BE49-F238E27FC236}">
                <a16:creationId xmlns:a16="http://schemas.microsoft.com/office/drawing/2014/main" id="{FC9470C2-7635-424F-98F8-9B8FF264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150" y="4899660"/>
            <a:ext cx="204470" cy="213995"/>
          </a:xfrm>
          <a:custGeom xmlns:a="http://schemas.openxmlformats.org/drawingml/2006/main">
            <a:rect l="l" t="t" r="r" b="b"/>
            <a:pathLst>
              <a:path w="204370" h="213748">
                <a:moveTo>
                  <a:pt x="706" y="213748"/>
                </a:moveTo>
                <a:cubicBezTo>
                  <a:pt x="471" y="211410"/>
                  <a:pt x="235" y="209073"/>
                  <a:pt x="0" y="206735"/>
                </a:cubicBezTo>
                <a:cubicBezTo>
                  <a:pt x="0" y="106703"/>
                  <a:pt x="70956" y="23243"/>
                  <a:pt x="165282" y="3941"/>
                </a:cubicBezTo>
                <a:lnTo>
                  <a:pt x="204370" y="0"/>
                </a:lnTo>
                <a:lnTo>
                  <a:pt x="202904" y="1961"/>
                </a:lnTo>
              </a:path>
            </a:pathLst>
          </a:custGeom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" name="任意多边形: 形状 54">
            <a:extLst xmlns:a="http://schemas.openxmlformats.org/drawingml/2006/main">
              <a:ext uri="{FF2B5EF4-FFF2-40B4-BE49-F238E27FC236}">
                <a16:creationId xmlns:a16="http://schemas.microsoft.com/office/drawing/2014/main" id="{DF1B394D-86D3-4513-BDBD-3B1E126B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2640" y="1891430"/>
            <a:ext cx="1489360" cy="3075142"/>
          </a:xfrm>
          <a:custGeom xmlns:a="http://schemas.openxmlformats.org/drawingml/2006/main">
            <a:rect l="l" t="t" r="r" b="b"/>
            <a:pathLst>
              <a:path w="1489360" h="3075142">
                <a:moveTo>
                  <a:pt x="1489360" y="0"/>
                </a:moveTo>
                <a:lnTo>
                  <a:pt x="1489360" y="3075142"/>
                </a:lnTo>
                <a:lnTo>
                  <a:pt x="1382665" y="3069755"/>
                </a:lnTo>
                <a:cubicBezTo>
                  <a:pt x="606043" y="2990884"/>
                  <a:pt x="0" y="2335002"/>
                  <a:pt x="0" y="1537571"/>
                </a:cubicBezTo>
                <a:cubicBezTo>
                  <a:pt x="0" y="740140"/>
                  <a:pt x="606043" y="84258"/>
                  <a:pt x="1382665" y="538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B9C1EA81-C68E-4083-847B-B8D01431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alpha val="90000"/>
            </a:schemeClr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9BDCFFD-E48A-4152-A113-931B574DDF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596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192F21-EA77-429E-B142-22D2B7ABA6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5960" y="1301749"/>
            <a:ext cx="108000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D870802-AB77-494B-B02B-AE8CC1AE0F2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9596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7105C2F-4621-42ED-A71F-FC6B3636D03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A1818A6-A687-4B85-8EFB-11FD806B3E4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53983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KSO_TEMPLATE" hidden="1">
            <a:extLst xmlns:a="http://schemas.openxmlformats.org/drawingml/2006/main">
              <a:ext uri="{FF2B5EF4-FFF2-40B4-BE49-F238E27FC236}">
                <a16:creationId xmlns:a16="http://schemas.microsoft.com/office/drawing/2014/main" id="{06883D51-F072-464A-8CE5-8FC88930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0" r:id="R5cbca06779ef4685"/>
    <p:sldLayoutId xmlns:r="http://schemas.openxmlformats.org/officeDocument/2006/relationships" id="2147483661" r:id="R9ba378fbd9a44a29"/>
    <p:sldLayoutId xmlns:r="http://schemas.openxmlformats.org/officeDocument/2006/relationships" id="2147483662" r:id="R3bcd5dab9c474560"/>
    <p:sldLayoutId xmlns:r="http://schemas.openxmlformats.org/officeDocument/2006/relationships" id="2147483663" r:id="R126befe22d2449d5"/>
    <p:sldLayoutId xmlns:r="http://schemas.openxmlformats.org/officeDocument/2006/relationships" id="2147483664" r:id="R376a73c37d8a408a"/>
    <p:sldLayoutId xmlns:r="http://schemas.openxmlformats.org/officeDocument/2006/relationships" id="2147483665" r:id="Re201b83ae1224a1c"/>
    <p:sldLayoutId xmlns:r="http://schemas.openxmlformats.org/officeDocument/2006/relationships" id="2147483666" r:id="Re7648cd7a3ee47ee"/>
    <p:sldLayoutId xmlns:r="http://schemas.openxmlformats.org/officeDocument/2006/relationships" id="2147483667" r:id="R3b85f39c038d4524"/>
    <p:sldLayoutId xmlns:r="http://schemas.openxmlformats.org/officeDocument/2006/relationships" id="2147483668" r:id="R643e45d86c884f7e"/>
    <p:sldLayoutId xmlns:r="http://schemas.openxmlformats.org/officeDocument/2006/relationships" id="2147483669" r:id="Rcf551752328e4fc6"/>
    <p:sldLayoutId xmlns:r="http://schemas.openxmlformats.org/officeDocument/2006/relationships" id="2147483670" r:id="R609c4a084da24473"/>
    <p:sldLayoutId xmlns:r="http://schemas.openxmlformats.org/officeDocument/2006/relationships" id="2147483671" r:id="Ra88a8e408b594ec8"/>
  </p:sldLayoutIdLst>
  <p:txStyles>
    <p:titleStyle>
      <a:lvl1pPr xmlns:a="http://schemas.openxmlformats.org/drawingml/2006/main" algn="l">
        <a:lnSpc>
          <a:spcPct val="100000"/>
        </a:lnSpc>
        <a:spcBef>
          <a:spcPts val="0"/>
        </a:spcBef>
        <a:buNone/>
        <a:defRPr sz="3200" b="1">
          <a:solidFill>
            <a:schemeClr val="tx1">
              <a:lumMod val="75000"/>
              <a:lumOff val="2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13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38480" indent="-206375" algn="l">
        <a:lnSpc>
          <a:spcPct val="130000"/>
        </a:lnSpc>
        <a:spcBef>
          <a:spcPts val="0"/>
        </a:spcBef>
        <a:buChar char="•"/>
        <a:defRPr sz="20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798830" indent="-161925" algn="l">
        <a:lnSpc>
          <a:spcPct val="130000"/>
        </a:lnSpc>
        <a:spcBef>
          <a:spcPts val="0"/>
        </a:spcBef>
        <a:buChar char="•"/>
        <a:defRPr sz="18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030605" indent="-149225" algn="l">
        <a:lnSpc>
          <a:spcPct val="130000"/>
        </a:lnSpc>
        <a:spcBef>
          <a:spcPts val="0"/>
        </a:spcBef>
        <a:buChar char="•"/>
        <a:defRPr sz="16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235075" indent="-127000" algn="l">
        <a:lnSpc>
          <a:spcPct val="130000"/>
        </a:lnSpc>
        <a:spcBef>
          <a:spcPts val="0"/>
        </a:spcBef>
        <a:buChar char="•"/>
        <a:defRPr sz="14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极简抽象圆线职场办公">
  <a:themeElements>
    <a:clrScheme name="yuanqqqqqqq">
      <a:dk1>
        <a:srgbClr val="000000"/>
      </a:dk1>
      <a:lt1>
        <a:srgbClr val="FFFFFF"/>
      </a:lt1>
      <a:dk2>
        <a:srgbClr val="332825"/>
      </a:dk2>
      <a:lt2>
        <a:srgbClr val="FEFCF7"/>
      </a:lt2>
      <a:accent1>
        <a:srgbClr val="8D624F"/>
      </a:accent1>
      <a:accent2>
        <a:srgbClr val="A65936"/>
      </a:accent2>
      <a:accent3>
        <a:srgbClr val="924A5F"/>
      </a:accent3>
      <a:accent4>
        <a:srgbClr val="964650"/>
      </a:accent4>
      <a:accent5>
        <a:srgbClr val="726D5A"/>
      </a:accent5>
      <a:accent6>
        <a:srgbClr val="988F6C"/>
      </a:accent6>
      <a:hlink>
        <a:srgbClr val="0026E5"/>
      </a:hlink>
      <a:folHlink>
        <a:srgbClr val="7E1FAD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yuanqqqqqqq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3ba8cdfe43214f91" /><Relationship Type="http://schemas.openxmlformats.org/officeDocument/2006/relationships/image" Target="/ppt/media/image.png" Id="R9a65e1db04e34a03" /><Relationship Type="http://schemas.openxmlformats.org/officeDocument/2006/relationships/image" Target="/ppt/media/image.svg" Id="R8792b1e9079a46fa" /><Relationship Type="http://schemas.openxmlformats.org/officeDocument/2006/relationships/image" Target="/ppt/media/image2.png" Id="R09d0d1f4653b4ad5" /><Relationship Type="http://schemas.openxmlformats.org/officeDocument/2006/relationships/image" Target="/ppt/media/image2.svg" Id="R2c1d931becc640b9" /><Relationship Type="http://schemas.openxmlformats.org/officeDocument/2006/relationships/image" Target="/ppt/media/image3.png" Id="Ra46b3a38aded4e23" /><Relationship Type="http://schemas.openxmlformats.org/officeDocument/2006/relationships/image" Target="/ppt/media/image3.svg" Id="R3d971fb1f5cf47ee" /><Relationship Type="http://schemas.openxmlformats.org/officeDocument/2006/relationships/image" Target="/ppt/media/image4.png" Id="Rbd05f73682dc4587" /><Relationship Type="http://schemas.openxmlformats.org/officeDocument/2006/relationships/image" Target="/ppt/media/image4.svg" Id="Rd22dcee739214e55" /><Relationship Type="http://schemas.openxmlformats.org/officeDocument/2006/relationships/notesSlide" Target="/ppt/notesSlides/notesSlide1.xml" Id="R85ba40968e0948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0b43bb2fe28b4657" /><Relationship Type="http://schemas.openxmlformats.org/officeDocument/2006/relationships/image" Target="/ppt/media/image5.png" Id="Rb005312f71f8468c" /><Relationship Type="http://schemas.openxmlformats.org/officeDocument/2006/relationships/image" Target="/ppt/media/image5.svg" Id="R922cc2ccf9124a43" /><Relationship Type="http://schemas.openxmlformats.org/officeDocument/2006/relationships/image" Target="/ppt/media/image6.png" Id="R774bac742dfc4e19" /><Relationship Type="http://schemas.openxmlformats.org/officeDocument/2006/relationships/image" Target="/ppt/media/image6.svg" Id="R9402b085261c4241" /><Relationship Type="http://schemas.openxmlformats.org/officeDocument/2006/relationships/notesSlide" Target="/ppt/notesSlides/notesSlide2.xml" Id="Rbd0b04f23c4d4e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527f0d9190764d44" /><Relationship Type="http://schemas.openxmlformats.org/officeDocument/2006/relationships/image" Target="/ppt/media/image7.png" Id="R37b9e51a57334111" /><Relationship Type="http://schemas.openxmlformats.org/officeDocument/2006/relationships/image" Target="/ppt/media/image7.svg" Id="R0c0fea09d36b4307" /><Relationship Type="http://schemas.openxmlformats.org/officeDocument/2006/relationships/image" Target="/ppt/media/image8.png" Id="R8bf4d88833a44bf6" /><Relationship Type="http://schemas.openxmlformats.org/officeDocument/2006/relationships/image" Target="/ppt/media/image8.svg" Id="R7de4be7eff3c4ba5" /><Relationship Type="http://schemas.openxmlformats.org/officeDocument/2006/relationships/image" Target="/ppt/media/image.png" Id="R4ff68fd81eaf430a" /><Relationship Type="http://schemas.openxmlformats.org/officeDocument/2006/relationships/image" Target="/ppt/media/image.svg" Id="R311ea81fcab34d6b" /><Relationship Type="http://schemas.openxmlformats.org/officeDocument/2006/relationships/image" Target="/ppt/media/image9.png" Id="R39bf1a9e394b4795" /><Relationship Type="http://schemas.openxmlformats.org/officeDocument/2006/relationships/image" Target="/ppt/media/image9.svg" Id="R0915021826c14b5e" /><Relationship Type="http://schemas.openxmlformats.org/officeDocument/2006/relationships/notesSlide" Target="/ppt/notesSlides/notesSlide3.xml" Id="Rb462fe2e10fc4e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75344f8a6f2f42e7" /><Relationship Type="http://schemas.openxmlformats.org/officeDocument/2006/relationships/image" Target="/ppt/media/image10.png" Id="Reeb898cef9394fe0" /><Relationship Type="http://schemas.openxmlformats.org/officeDocument/2006/relationships/image" Target="/ppt/media/image10.svg" Id="Re4a38f02d4504719" /><Relationship Type="http://schemas.openxmlformats.org/officeDocument/2006/relationships/image" Target="/ppt/media/image11.png" Id="R3b3db2852c434744" /><Relationship Type="http://schemas.openxmlformats.org/officeDocument/2006/relationships/image" Target="/ppt/media/image11.svg" Id="R1ded7cc2d7d44dc5" /><Relationship Type="http://schemas.openxmlformats.org/officeDocument/2006/relationships/image" Target="/ppt/media/image12.png" Id="Ref2fe55397dd48e2" /><Relationship Type="http://schemas.openxmlformats.org/officeDocument/2006/relationships/image" Target="/ppt/media/image12.svg" Id="R13a9848d824e4937" /><Relationship Type="http://schemas.openxmlformats.org/officeDocument/2006/relationships/image" Target="/ppt/media/image13.png" Id="R0591cb5df2e9449d" /><Relationship Type="http://schemas.openxmlformats.org/officeDocument/2006/relationships/image" Target="/ppt/media/image13.svg" Id="Rc14fc524fa8040c1" /><Relationship Type="http://schemas.openxmlformats.org/officeDocument/2006/relationships/image" Target="/ppt/media/image14.png" Id="R2a5a8d453b9e4fbc" /><Relationship Type="http://schemas.openxmlformats.org/officeDocument/2006/relationships/image" Target="/ppt/media/image14.svg" Id="R8a194c67721f4f6b" /><Relationship Type="http://schemas.openxmlformats.org/officeDocument/2006/relationships/image" Target="/ppt/media/image15.png" Id="R55575de10794486f" /><Relationship Type="http://schemas.openxmlformats.org/officeDocument/2006/relationships/image" Target="/ppt/media/image15.svg" Id="R94c173dd0bca4714" /><Relationship Type="http://schemas.openxmlformats.org/officeDocument/2006/relationships/notesSlide" Target="/ppt/notesSlides/notesSlide4.xml" Id="Rddfcbf1f394244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1af52cd64c004e0c" /><Relationship Type="http://schemas.openxmlformats.org/officeDocument/2006/relationships/image" Target="/ppt/media/image16.png" Id="R9a0f8dce25974d14" /><Relationship Type="http://schemas.openxmlformats.org/officeDocument/2006/relationships/image" Target="/ppt/media/image17.png" Id="Rf11ece3101744cd0" /><Relationship Type="http://schemas.openxmlformats.org/officeDocument/2006/relationships/image" Target="/ppt/media/image16.svg" Id="R281966e5bff443b9" /><Relationship Type="http://schemas.openxmlformats.org/officeDocument/2006/relationships/image" Target="/ppt/media/image2.png" Id="Ra81110430e1c4666" /><Relationship Type="http://schemas.openxmlformats.org/officeDocument/2006/relationships/image" Target="/ppt/media/image2.svg" Id="R275101cd582c4116" /><Relationship Type="http://schemas.openxmlformats.org/officeDocument/2006/relationships/notesSlide" Target="/ppt/notesSlides/notesSlide5.xml" Id="Rf3065e434ea043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1984975d886e4ac7" /><Relationship Type="http://schemas.openxmlformats.org/officeDocument/2006/relationships/image" Target="/ppt/media/image10.png" Id="R3f719c92968e415f" /><Relationship Type="http://schemas.openxmlformats.org/officeDocument/2006/relationships/image" Target="/ppt/media/image10.svg" Id="R60d961220dc646d9" /><Relationship Type="http://schemas.openxmlformats.org/officeDocument/2006/relationships/image" Target="/ppt/media/image11.png" Id="R31e79b0d408649a3" /><Relationship Type="http://schemas.openxmlformats.org/officeDocument/2006/relationships/image" Target="/ppt/media/image11.svg" Id="Reacbd50651da41c4" /><Relationship Type="http://schemas.openxmlformats.org/officeDocument/2006/relationships/image" Target="/ppt/media/image12.png" Id="Raa0d8ef41144468d" /><Relationship Type="http://schemas.openxmlformats.org/officeDocument/2006/relationships/image" Target="/ppt/media/image12.svg" Id="Rf3b26583164245be" /><Relationship Type="http://schemas.openxmlformats.org/officeDocument/2006/relationships/image" Target="/ppt/media/image13.png" Id="Rb288c987dbd94dac" /><Relationship Type="http://schemas.openxmlformats.org/officeDocument/2006/relationships/image" Target="/ppt/media/image13.svg" Id="Rcf838f8ea19641f5" /><Relationship Type="http://schemas.openxmlformats.org/officeDocument/2006/relationships/image" Target="/ppt/media/image14.png" Id="Rdd559f8f59fe43b6" /><Relationship Type="http://schemas.openxmlformats.org/officeDocument/2006/relationships/image" Target="/ppt/media/image14.svg" Id="R56938f770616493b" /><Relationship Type="http://schemas.openxmlformats.org/officeDocument/2006/relationships/image" Target="/ppt/media/image15.png" Id="Rbda6f078634e4564" /><Relationship Type="http://schemas.openxmlformats.org/officeDocument/2006/relationships/image" Target="/ppt/media/image15.svg" Id="R858be32205484323" /><Relationship Type="http://schemas.openxmlformats.org/officeDocument/2006/relationships/notesSlide" Target="/ppt/notesSlides/notesSlide6.xml" Id="R253a894a05534d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f70dca812f2a4e10" /><Relationship Type="http://schemas.openxmlformats.org/officeDocument/2006/relationships/image" Target="/ppt/media/image7.png" Id="R769ad5ff599e4c1b" /><Relationship Type="http://schemas.openxmlformats.org/officeDocument/2006/relationships/image" Target="/ppt/media/image7.svg" Id="Re2e62578b4ee4781" /><Relationship Type="http://schemas.openxmlformats.org/officeDocument/2006/relationships/image" Target="/ppt/media/image8.png" Id="R769a4bcbece64c85" /><Relationship Type="http://schemas.openxmlformats.org/officeDocument/2006/relationships/image" Target="/ppt/media/image8.svg" Id="Rd463a849411840ba" /><Relationship Type="http://schemas.openxmlformats.org/officeDocument/2006/relationships/image" Target="/ppt/media/image.png" Id="R0b874ca4bd1942f3" /><Relationship Type="http://schemas.openxmlformats.org/officeDocument/2006/relationships/image" Target="/ppt/media/image.svg" Id="R6f120555158e4ebd" /><Relationship Type="http://schemas.openxmlformats.org/officeDocument/2006/relationships/image" Target="/ppt/media/image9.png" Id="R99b73e234c50409a" /><Relationship Type="http://schemas.openxmlformats.org/officeDocument/2006/relationships/image" Target="/ppt/media/image9.svg" Id="Rb4d0144dfee84502" /><Relationship Type="http://schemas.openxmlformats.org/officeDocument/2006/relationships/notesSlide" Target="/ppt/notesSlides/notesSlide7.xml" Id="R8aa383cc519249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61b6846a12cc41b4" /><Relationship Type="http://schemas.openxmlformats.org/officeDocument/2006/relationships/image" Target="/ppt/media/image7.png" Id="Ra05c1fc111d144e6" /><Relationship Type="http://schemas.openxmlformats.org/officeDocument/2006/relationships/image" Target="/ppt/media/image7.svg" Id="R5e2f1ae7e23f4f0f" /><Relationship Type="http://schemas.openxmlformats.org/officeDocument/2006/relationships/image" Target="/ppt/media/image8.png" Id="R30f6a6960ee646e5" /><Relationship Type="http://schemas.openxmlformats.org/officeDocument/2006/relationships/image" Target="/ppt/media/image8.svg" Id="Rcde58fc89d7649e6" /><Relationship Type="http://schemas.openxmlformats.org/officeDocument/2006/relationships/image" Target="/ppt/media/image.png" Id="R959b3dee70824960" /><Relationship Type="http://schemas.openxmlformats.org/officeDocument/2006/relationships/image" Target="/ppt/media/image.svg" Id="R93eed31faa524f71" /><Relationship Type="http://schemas.openxmlformats.org/officeDocument/2006/relationships/image" Target="/ppt/media/image9.png" Id="R4efe191bd4864b7d" /><Relationship Type="http://schemas.openxmlformats.org/officeDocument/2006/relationships/image" Target="/ppt/media/image9.svg" Id="R9db0ae1c2c774280" /><Relationship Type="http://schemas.openxmlformats.org/officeDocument/2006/relationships/notesSlide" Target="/ppt/notesSlides/notesSlide8.xml" Id="R1e13b150fe79458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32837d80b0ee496f" /><Relationship Type="http://schemas.openxmlformats.org/officeDocument/2006/relationships/image" Target="/ppt/media/image5.png" Id="R394642e5d2674884" /><Relationship Type="http://schemas.openxmlformats.org/officeDocument/2006/relationships/image" Target="/ppt/media/image5.svg" Id="R388a9ed6ced94b88" /><Relationship Type="http://schemas.openxmlformats.org/officeDocument/2006/relationships/image" Target="/ppt/media/image6.png" Id="R595cc522e72f4db4" /><Relationship Type="http://schemas.openxmlformats.org/officeDocument/2006/relationships/image" Target="/ppt/media/image6.svg" Id="R99c2846c8caa439d" /><Relationship Type="http://schemas.openxmlformats.org/officeDocument/2006/relationships/notesSlide" Target="/ppt/notesSlides/notesSlide9.xml" Id="R8755ea64a7b840d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0dcb679f2df5447a" /><Relationship Type="http://schemas.openxmlformats.org/officeDocument/2006/relationships/image" Target="/ppt/media/image.png" Id="Rf4778c7f4e9f439e" /><Relationship Type="http://schemas.openxmlformats.org/officeDocument/2006/relationships/image" Target="/ppt/media/image.svg" Id="R1dff987f79ea4dc0" /><Relationship Type="http://schemas.openxmlformats.org/officeDocument/2006/relationships/image" Target="/ppt/media/image2.png" Id="R6ff0086446bd44ec" /><Relationship Type="http://schemas.openxmlformats.org/officeDocument/2006/relationships/image" Target="/ppt/media/image2.svg" Id="R103bb829c82b4d81" /><Relationship Type="http://schemas.openxmlformats.org/officeDocument/2006/relationships/image" Target="/ppt/media/image3.png" Id="Rab06652d728d40b3" /><Relationship Type="http://schemas.openxmlformats.org/officeDocument/2006/relationships/image" Target="/ppt/media/image3.svg" Id="R1c5ccac7f29d49b2" /><Relationship Type="http://schemas.openxmlformats.org/officeDocument/2006/relationships/image" Target="/ppt/media/image4.png" Id="R81b5ff3c573e4a82" /><Relationship Type="http://schemas.openxmlformats.org/officeDocument/2006/relationships/image" Target="/ppt/media/image4.svg" Id="R3a6313bf72f14d72" /><Relationship Type="http://schemas.openxmlformats.org/officeDocument/2006/relationships/notesSlide" Target="/ppt/notesSlides/notesSlide10.xml" Id="R8140ce6553ec492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123FCB8D-06C8-4E6E-AC21-E38C3EA0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EA62E645-6E98-4629-97F7-21482705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7C20B302-2870-4514-A9FA-8AA7FEE4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关于我们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1963A7BE-0BBD-438F-9BEA-5E913053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468755"/>
            <a:ext cx="1790065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FA3D9B86-5B3A-4D25-A4C6-0BDA5EBD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2046" y="1545431"/>
            <a:ext cx="990009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15</a:t>
            </a: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年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8452BB1E-3131-46D1-9105-E2BF5DAD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556" y="1647825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行业深耕</a:t>
            </a: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E4A28F90-4E1B-4DF7-B0AE-778EFD66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468755"/>
            <a:ext cx="2322830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A6DF834-412C-4B54-BF04-A5208504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369" y="1545431"/>
            <a:ext cx="1370409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5000</a:t>
            </a: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位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1F686687-D926-482E-8144-7A10139D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278" y="1647825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高净值客户</a:t>
            </a:r>
          </a:p>
        </p:txBody>
      </p:sp>
      <p:sp>
        <p:nvSpPr>
          <p:cNvPr id="13" name="任意多边形 12">
            <a:extLst xmlns:a="http://schemas.openxmlformats.org/drawingml/2006/main">
              <a:ext uri="{FF2B5EF4-FFF2-40B4-BE49-F238E27FC236}">
                <a16:creationId xmlns:a16="http://schemas.microsoft.com/office/drawing/2014/main" id="{B9BE54D7-CC2F-4FD0-B243-D4690B9B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890" y="1468755"/>
            <a:ext cx="2019300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601A6C36-3530-41D4-928C-C1D40F27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1501" y="1545431"/>
            <a:ext cx="914400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千亿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7EF89DE4-45C2-4CC7-952B-920F803B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401" y="1647825"/>
            <a:ext cx="1066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管理资产规模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6D4AA83D-3C17-4FA7-B6A9-6E03C0B1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623820"/>
            <a:ext cx="5419725" cy="182435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9D183DAB-4853-4924-A43C-3D34E408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2613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8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65e1db04e34a03">
            <a:extLst>
              <a:ext uri="{96DAC541-7B7A-43D3-8B79-37D633B846F1}">
                <asvg:svgBlip xmlns:asvg="http://schemas.microsoft.com/office/drawing/2016/SVG/main" r:embed="R8792b1e9079a46fa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695" y="3440430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0870241B-B730-4F05-AABA-ACDD06E3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092796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专业团队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E9294E64-9FC1-435C-8E6C-74E7CFD6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415693"/>
            <a:ext cx="4457776" cy="5714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由资深金融专家、税务筹划师、法律顾问组成的复合型服务团队</a:t>
            </a: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B05403D5-18A9-4262-A4E4-8E1ACE81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695" y="2623820"/>
            <a:ext cx="5419725" cy="182435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任意多边形 21">
            <a:extLst xmlns:a="http://schemas.openxmlformats.org/drawingml/2006/main">
              <a:ext uri="{FF2B5EF4-FFF2-40B4-BE49-F238E27FC236}">
                <a16:creationId xmlns:a16="http://schemas.microsoft.com/office/drawing/2014/main" id="{DC65CDCD-D524-42FF-8D25-A803ECC9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32613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3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d0d1f4653b4ad5">
            <a:extLst>
              <a:ext uri="{96DAC541-7B7A-43D3-8B79-37D633B846F1}">
                <asvg:svgBlip xmlns:asvg="http://schemas.microsoft.com/office/drawing/2016/SVG/main" r:embed="R2c1d931becc640b9"/>
              </a:ext>
            </a:extLst>
          </a:blip>
          <a:srcRect xmlns:a="http://schemas.openxmlformats.org/drawingml/2006/main" l="-2632" t="-8824" r="-2632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05575" y="344043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A86E52F5-D53A-4F40-94E7-EF1AD454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229947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严选产品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DBB48C22-D25A-4D60-9072-EF2DC19A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552844"/>
            <a:ext cx="4457700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与国内外顶尖金融机构合作，精选优质财富管理工具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3B50F147-E9A8-43F2-8B91-77728FE6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4648200"/>
            <a:ext cx="5419725" cy="18237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8568CDA2-B2BA-4065-AA0D-A01551F4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3505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8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6b3a38aded4e23">
            <a:extLst>
              <a:ext uri="{96DAC541-7B7A-43D3-8B79-37D633B846F1}">
                <asvg:svgBlip xmlns:asvg="http://schemas.microsoft.com/office/drawing/2016/SVG/main" r:embed="R3d971fb1f5cf47ee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825" y="546481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E3FA466F-98A2-4921-B9AE-4DBF4CFF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5254009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定制方案</a:t>
            </a: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D55321B3-989F-4B01-B965-6F5BEB37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5576906"/>
            <a:ext cx="480067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根据客户家庭结构、财富规模、传承需求量身定制解决方案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FB6DCE44-A442-4B29-88D0-DD0CDC5F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695" y="4648200"/>
            <a:ext cx="5419725" cy="18237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任意多边形 31">
            <a:extLst xmlns:a="http://schemas.openxmlformats.org/drawingml/2006/main">
              <a:ext uri="{FF2B5EF4-FFF2-40B4-BE49-F238E27FC236}">
                <a16:creationId xmlns:a16="http://schemas.microsoft.com/office/drawing/2014/main" id="{9D9E20DD-9A91-48A4-9BF6-9BFDE9CD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53505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3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05f73682dc4587">
            <a:extLst>
              <a:ext uri="{96DAC541-7B7A-43D3-8B79-37D633B846F1}">
                <asvg:svgBlip xmlns:asvg="http://schemas.microsoft.com/office/drawing/2016/SVG/main" r:embed="Rd22dcee739214e55"/>
              </a:ext>
            </a:extLst>
          </a:blip>
          <a:srcRect xmlns:a="http://schemas.openxmlformats.org/drawingml/2006/main" l="0" t="-8824" r="0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05575" y="546481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75574A4A-E077-413B-9854-11AA3F8F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254009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服务理念</a:t>
            </a: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46B63A56-A85E-4AFE-B3A3-812DFDEC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576906"/>
            <a:ext cx="480067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以客户利益为核心，以专业能力为基石，以长期陪伴为承诺</a:t>
            </a:r>
          </a:p>
        </p:txBody>
      </p:sp>
    </p:spTree>
    <p:extLst>
      <p:ext uri="{BB962C8B-B14F-4D97-AF65-F5344CB8AC3E}">
        <p14:creationId xmlns:p14="http://schemas.microsoft.com/office/powerpoint/2010/main" val="7245964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CF83F978-82BE-415E-9951-AC9EBF58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859FBB3E-05CC-4466-AAC6-FAE802E9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02E5AB3E-BCFA-4722-BACF-72776BCE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我们的服务体系</a:t>
            </a: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FC4B16F9-39D1-4E8E-95EE-9091DC6E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110288"/>
            <a:ext cx="348615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全周期陪伴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专业化服务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尊享体验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A36A6987-B768-405C-84C4-DBDBFE5D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188D872D-F4F3-4CFD-9446-C94FC8C1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3182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793DBF2B-9E4A-475B-87EC-37E29583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394593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财富积累期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EF69148-0E9F-409A-B440-3B6C22CF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660474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财富积累期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D04E0464-C792-4495-8A4A-7B31FE77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713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4D3CB662-863F-4845-8E68-8ABE50BE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73980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科学资产配置，构建多元化投资组合</a:t>
            </a:r>
          </a:p>
        </p:txBody>
      </p:sp>
      <p:sp>
        <p:nvSpPr>
          <p:cNvPr id="13" name="任意多边形 12">
            <a:extLst xmlns:a="http://schemas.openxmlformats.org/drawingml/2006/main">
              <a:ext uri="{FF2B5EF4-FFF2-40B4-BE49-F238E27FC236}">
                <a16:creationId xmlns:a16="http://schemas.microsoft.com/office/drawing/2014/main" id="{D11F455D-38AB-4DF5-88F4-7ECA4800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996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4A134403-DF14-4E88-BF48-FA4D8284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02593"/>
            <a:ext cx="2667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专业投资规划，把握市场机遇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E881D4BB-2D45-4B7A-977C-FF54AF14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9635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4A54A88-B480-4649-BEAE-E4DC60AE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1724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46DDACD5-C84F-4B51-81E7-99A02D00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48768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财富保值期</a:t>
            </a: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80E44C1C-B734-4C91-B6DC-4201AF6C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514649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财富保值期</a:t>
            </a: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60FD41F9-1C8F-479F-9B15-2AEE6CD6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9255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8775447C-98CE-40A3-B207-9B79DFA8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28155"/>
            <a:ext cx="2857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稳健增值策略，平衡风险与收益</a:t>
            </a: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74E22C4F-94CD-4ADB-A01E-61B55AE1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2538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47DF3E93-C1EC-4DC5-A63B-81B23EDF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56767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税务优化与资产隔离，筑牢财富防线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999605B4-109D-4A73-8295-FC0532F9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48177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任意多边形 23">
            <a:extLst xmlns:a="http://schemas.openxmlformats.org/drawingml/2006/main">
              <a:ext uri="{FF2B5EF4-FFF2-40B4-BE49-F238E27FC236}">
                <a16:creationId xmlns:a16="http://schemas.microsoft.com/office/drawing/2014/main" id="{0992A319-9246-4C97-BD69-9B37093E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0266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C3790251-0786-4963-8288-E6680D39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102942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财富传承期</a:t>
            </a: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2A84494B-6BA9-4124-B70F-ECE1147D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368823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财富传承期</a:t>
            </a: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5F699DC3-660B-46F9-BF05-13F8172D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797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45FA8C49-7CAF-460C-879C-0B525070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82329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传承规划与家族治理，延续财富价值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0D40AF06-23A8-4CD8-A6A0-CEECE07E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1080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4C1336CF-0A38-4E9C-B50D-9E93254F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010942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慈善安排，实现社会责任与家族愿景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EF588BD1-F9F2-4595-B2A9-11A56028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1109345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任意多边形 31">
            <a:extLst xmlns:a="http://schemas.openxmlformats.org/drawingml/2006/main">
              <a:ext uri="{FF2B5EF4-FFF2-40B4-BE49-F238E27FC236}">
                <a16:creationId xmlns:a16="http://schemas.microsoft.com/office/drawing/2014/main" id="{715F61F5-8DD0-4D08-B831-A5A67710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301750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78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05312f71f8468c">
            <a:extLst>
              <a:ext uri="{96DAC541-7B7A-43D3-8B79-37D633B846F1}">
                <asvg:svgBlip xmlns:asvg="http://schemas.microsoft.com/office/drawing/2016/SVG/main" r:embed="R922cc2ccf9124a43"/>
              </a:ext>
            </a:extLst>
          </a:blip>
          <a:srcRect xmlns:a="http://schemas.openxmlformats.org/drawingml/2006/main" l="-7667" t="-8148" r="-7667" b="-81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2870" y="1320800"/>
            <a:ext cx="109855" cy="99695"/>
          </a:xfrm>
          <a:prstGeom xmlns:a="http://schemas.openxmlformats.org/drawingml/2006/main" prst="rect">
            <a:avLst/>
          </a:prstGeom>
        </p:spPr>
      </p:pic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5D104207-942D-4CA5-95C1-1868FCBD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247108"/>
            <a:ext cx="1905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一对一专属客户经理</a:t>
            </a: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AADF9122-D609-4862-9EBD-65992117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1427407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每位客户配备资深客户经理，深入了解您的财务状况与人生目标，提供量身定制的财富管理方案与全程陪伴式服务。</a:t>
            </a: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8DD1926C-9272-4315-B8EE-3FAF7EC5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2332355"/>
            <a:ext cx="5381625" cy="10223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任意多边形 36">
            <a:extLst xmlns:a="http://schemas.openxmlformats.org/drawingml/2006/main">
              <a:ext uri="{FF2B5EF4-FFF2-40B4-BE49-F238E27FC236}">
                <a16:creationId xmlns:a16="http://schemas.microsoft.com/office/drawing/2014/main" id="{F8D69233-481E-4219-B8A4-C306EA0F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2412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3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4bac742dfc4e19">
            <a:extLst>
              <a:ext uri="{96DAC541-7B7A-43D3-8B79-37D633B846F1}">
                <asvg:svgBlip xmlns:asvg="http://schemas.microsoft.com/office/drawing/2016/SVG/main" r:embed="R9402b085261c4241"/>
              </a:ext>
            </a:extLst>
          </a:blip>
          <a:srcRect xmlns:a="http://schemas.openxmlformats.org/drawingml/2006/main" l="-6250" t="-25238" r="-6250" b="-252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2543175"/>
            <a:ext cx="85725" cy="100330"/>
          </a:xfrm>
          <a:prstGeom xmlns:a="http://schemas.openxmlformats.org/drawingml/2006/main" prst="rect">
            <a:avLst/>
          </a:prstGeom>
        </p:spPr>
      </p:pic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3F855427-90F2-4B7E-8210-2443FE6F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69880"/>
            <a:ext cx="180900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×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24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小时服务热线</a:t>
            </a: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2382CC36-C36E-41B3-866F-9B4D31F3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650179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全天候专业团队在线响应，无论市场波动还是紧急需求，第一时间为您提供专业咨询与解决方案，守护财富安全。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FDF525BB-F494-4309-B925-7994FB0B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3554730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任意多边形 41">
            <a:extLst xmlns:a="http://schemas.openxmlformats.org/drawingml/2006/main">
              <a:ext uri="{FF2B5EF4-FFF2-40B4-BE49-F238E27FC236}">
                <a16:creationId xmlns:a16="http://schemas.microsoft.com/office/drawing/2014/main" id="{4FA35012-D167-4E71-A872-5E9B5040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7126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8" name="图片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4bac742dfc4e19">
            <a:extLst>
              <a:ext uri="{96DAC541-7B7A-43D3-8B79-37D633B846F1}">
                <asvg:svgBlip xmlns:asvg="http://schemas.microsoft.com/office/drawing/2016/SVG/main" r:embed="R9402b085261c4241"/>
              </a:ext>
            </a:extLst>
          </a:blip>
          <a:srcRect xmlns:a="http://schemas.openxmlformats.org/drawingml/2006/main" l="-6250" t="-25238" r="-6250" b="-252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3790315"/>
            <a:ext cx="85725" cy="100330"/>
          </a:xfrm>
          <a:prstGeom xmlns:a="http://schemas.openxmlformats.org/drawingml/2006/main" prst="rect">
            <a:avLst/>
          </a:prstGeom>
        </p:spPr>
      </p:pic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4FC6D25F-7127-46F5-94EB-25636383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16836"/>
            <a:ext cx="1714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定期财富健康检查</a:t>
            </a: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9B9BFD2F-4F42-4414-AFE6-70B541C0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921328"/>
            <a:ext cx="4667250" cy="633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每季度全面评估您的资产配置、风险敞口与收益表现，动态调整策略，确保财富组合始终处于最优运行状态。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8F8A492B-EDD0-4117-9FD5-810BAE24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4777740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7" name="任意多边形 46">
            <a:extLst xmlns:a="http://schemas.openxmlformats.org/drawingml/2006/main">
              <a:ext uri="{FF2B5EF4-FFF2-40B4-BE49-F238E27FC236}">
                <a16:creationId xmlns:a16="http://schemas.microsoft.com/office/drawing/2014/main" id="{B16AFBDE-BBC5-4974-9032-1AFD3361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97014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3" name="图片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4bac742dfc4e19">
            <a:extLst>
              <a:ext uri="{96DAC541-7B7A-43D3-8B79-37D633B846F1}">
                <asvg:svgBlip xmlns:asvg="http://schemas.microsoft.com/office/drawing/2016/SVG/main" r:embed="R9402b085261c4241"/>
              </a:ext>
            </a:extLst>
          </a:blip>
          <a:srcRect xmlns:a="http://schemas.openxmlformats.org/drawingml/2006/main" l="-6250" t="-24762" r="-6250" b="-247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4989195"/>
            <a:ext cx="85725" cy="99695"/>
          </a:xfrm>
          <a:prstGeom xmlns:a="http://schemas.openxmlformats.org/drawingml/2006/main" prst="rect">
            <a:avLst/>
          </a:prstGeom>
        </p:spPr>
      </p:pic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5DE945FE-A8A7-4FE2-8DE8-4840A2B1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915424"/>
            <a:ext cx="1524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年度策略报告会</a:t>
            </a:r>
          </a:p>
        </p:txBody>
      </p:sp>
      <p:sp>
        <p:nvSpPr>
          <p:cNvPr id="50" name="文本框 49">
            <a:extLst xmlns:a="http://schemas.openxmlformats.org/drawingml/2006/main">
              <a:ext uri="{FF2B5EF4-FFF2-40B4-BE49-F238E27FC236}">
                <a16:creationId xmlns:a16="http://schemas.microsoft.com/office/drawing/2014/main" id="{1F95FB41-E5F1-43BE-9D76-95D1CAA3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5095723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汇聚顶级投研团队，深度解读宏观经济趋势与投资机会，与您共同制定下一年度财富增长蓝图，把握时代机遇。</a:t>
            </a:r>
          </a:p>
        </p:txBody>
      </p:sp>
    </p:spTree>
    <p:extLst>
      <p:ext uri="{BB962C8B-B14F-4D97-AF65-F5344CB8AC3E}">
        <p14:creationId xmlns:p14="http://schemas.microsoft.com/office/powerpoint/2010/main" val="12585939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CF6868D7-667B-489E-A0ED-B17CC39D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E76872C1-1FD9-4175-889B-C6F17633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89FBF4F9-7974-4FC1-9D4E-2F077723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市场洞察：高净值家庭的传承挑战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56E06E96-9871-4F4D-B235-45371C7E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11049000" cy="1565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140C0CB6-A0A9-44EE-89A8-F4F664B5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3957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b9e51a57334111">
            <a:extLst>
              <a:ext uri="{96DAC541-7B7A-43D3-8B79-37D633B846F1}">
                <asvg:svgBlip xmlns:asvg="http://schemas.microsoft.com/office/drawing/2016/SVG/main" r:embed="R0c0fea09d36b4307"/>
              </a:ext>
            </a:extLst>
          </a:blip>
          <a:srcRect xmlns:a="http://schemas.openxmlformats.org/drawingml/2006/main" l="-2083" t="-6818" r="-2083" b="-6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95470" y="176847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D1BD5826-68C3-4BC8-A6A5-73702755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685401"/>
            <a:ext cx="3352800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传承之路面临</a:t>
            </a:r>
            <a:r>
              <a:rPr sz="2400" b="1">
                <a:solidFill>
                  <a:srgbClr val="D4B878"/>
                </a:solidFill>
                <a:latin typeface="微软雅黑"/>
                <a:ea typeface="微软雅黑"/>
                <a:cs typeface="微软雅黑"/>
              </a:rPr>
              <a:t>多重挑战</a:t>
            </a:r>
          </a:p>
        </p:txBody>
      </p:sp>
      <p:sp>
        <p:nvSpPr>
          <p:cNvPr id="37" name="任意多边形 36">
            <a:extLst xmlns:a="http://schemas.openxmlformats.org/drawingml/2006/main">
              <a:ext uri="{FF2B5EF4-FFF2-40B4-BE49-F238E27FC236}">
                <a16:creationId xmlns:a16="http://schemas.microsoft.com/office/drawing/2014/main" id="{49F8D882-7F6A-4C1C-9C93-16BD7078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898775"/>
            <a:ext cx="2600325" cy="3578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23B6A5C9-A371-42C6-AD73-3B683B14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747564"/>
            <a:ext cx="229552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亟需专业工具</a:t>
            </a: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24729256-52F8-462C-AC93-BEF4F3F2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38531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F44B540B-1371-499C-A2C6-20368D4F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161901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专业、稳健、灵活的财富传承方案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E1E3A78D-AF47-4C10-8BE2-82EC19FA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96633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3C6DE540-257A-46D1-800F-45E92FCB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742926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实现资产保值增值与有序传承</a:t>
            </a:r>
          </a:p>
        </p:txBody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90C1FB0A-5197-49B6-A4FB-12443ABE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347" y="5400151"/>
            <a:ext cx="1825971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双重目标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一站达成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4EEC7A35-4E3E-43FE-879F-2F2E29E7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903855"/>
            <a:ext cx="5400675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F0E6F577-B7F4-4B1B-8E96-627A0E69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255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6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f4d88833a44bf6">
            <a:extLst>
              <a:ext uri="{96DAC541-7B7A-43D3-8B79-37D633B846F1}">
                <asvg:svgBlip xmlns:asvg="http://schemas.microsoft.com/office/drawing/2016/SVG/main" r:embed="R7de4be7eff3c4ba5"/>
              </a:ext>
            </a:extLst>
          </a:blip>
          <a:srcRect xmlns:a="http://schemas.openxmlformats.org/drawingml/2006/main" l="-1061" t="-33333" r="-1061" b="-3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760" y="4239895"/>
            <a:ext cx="213995" cy="190500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EA5155A2-9F57-474E-9083-EBEF643F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33301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市场规模持续增长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F1BD66F8-E3AD-4071-ABE4-396113C7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33339"/>
            <a:ext cx="447675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中国高净值人群规模持续扩大，家族财富传承需求日益迫切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324AD62B-BF00-409D-96F2-28B78C8A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568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0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f68fd81eaf430a">
            <a:extLst>
              <a:ext uri="{96DAC541-7B7A-43D3-8B79-37D633B846F1}">
                <asvg:svgBlip xmlns:asvg="http://schemas.microsoft.com/office/drawing/2016/SVG/main" r:embed="R311ea81fcab34d6b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695" y="5071110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84FD930C-8F96-4860-9E4A-BA0ECA0A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890564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传承需求凸显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1B484040-C85A-4DB3-9F1B-A9E1E1A3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90601"/>
            <a:ext cx="4572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代际交接窗口期来临，财富有序传承成为核心议题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8F2743ED-19FC-41EE-A3BE-B8424A45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2903855"/>
            <a:ext cx="2609850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284D72B0-ADF7-41CF-9157-BBFC9256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296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5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bf1a9e394b4795">
            <a:extLst>
              <a:ext uri="{96DAC541-7B7A-43D3-8B79-37D633B846F1}">
                <asvg:svgBlip xmlns:asvg="http://schemas.microsoft.com/office/drawing/2016/SVG/main" r:embed="R0915021826c14b5e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333883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A8B32FBC-9F43-4ECF-831C-51B50077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25086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税务风险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DCCCE37A-F5A2-40BB-A383-837DDAFA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53686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遗产税、赠与税政策不确定性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DD3FB71A-C287-4962-8E2E-CF770081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0620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bf1a9e394b4795">
            <a:extLst>
              <a:ext uri="{96DAC541-7B7A-43D3-8B79-37D633B846F1}">
                <asvg:svgBlip xmlns:asvg="http://schemas.microsoft.com/office/drawing/2016/SVG/main" r:embed="R0915021826c14b5e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417131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62E05CE4-74DE-4D14-8D56-AE0B51FD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57552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法律风险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21D0BA40-4B88-493E-AC3D-D1BB73D7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86152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婚姻、债务、继承纠纷频发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AD0A40B8-B0C1-4EA9-9B59-EE58D929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89458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3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bf1a9e394b4795">
            <a:extLst>
              <a:ext uri="{96DAC541-7B7A-43D3-8B79-37D633B846F1}">
                <asvg:svgBlip xmlns:asvg="http://schemas.microsoft.com/office/drawing/2016/SVG/main" r:embed="R0915021826c14b5e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00380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362320B0-0E3E-49DD-8620-42A896E0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90040"/>
            <a:ext cx="15240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管理风险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B61255DF-67E5-4EAD-B331-2263DDF2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118640"/>
            <a:ext cx="1676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后代缺乏财富管理能力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F8B6BDFB-975D-4AAF-B51A-BFD6D696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72706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7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bf1a9e394b4795">
            <a:extLst>
              <a:ext uri="{96DAC541-7B7A-43D3-8B79-37D633B846F1}">
                <asvg:svgBlip xmlns:asvg="http://schemas.microsoft.com/office/drawing/2016/SVG/main" r:embed="R0915021826c14b5e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83628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9A08778E-9CA3-4AFD-9187-149959C6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622493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分散风险</a:t>
            </a: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786B9B72-A6D6-448E-8F96-9ECCC763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851093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资产配置分散，难以统一管理</a:t>
            </a:r>
          </a:p>
        </p:txBody>
      </p:sp>
    </p:spTree>
    <p:extLst>
      <p:ext uri="{BB962C8B-B14F-4D97-AF65-F5344CB8AC3E}">
        <p14:creationId xmlns:p14="http://schemas.microsoft.com/office/powerpoint/2010/main" val="81718441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A9D0B9C5-1F75-410C-AEB5-47E5D555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247DBDB4-640F-4EDB-B7B9-20309927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18E6E22-C64F-4A31-9E35-40D235EF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产品定位：家族传承的智慧之选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96844AF6-DCBE-45B7-AED3-40039C4F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5241" y="1104900"/>
            <a:ext cx="369376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核心价值主张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3B20EDAB-2111-46F0-B03F-54DC8893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3156585" cy="53625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9A3AC06F-467C-4D42-8F7C-E99372A6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6270" y="215265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7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b898cef9394fe0">
            <a:extLst>
              <a:ext uri="{96DAC541-7B7A-43D3-8B79-37D633B846F1}">
                <asvg:svgBlip xmlns:asvg="http://schemas.microsoft.com/office/drawing/2016/SVG/main" r:embed="Re4a38f02d4504719"/>
              </a:ext>
            </a:extLst>
          </a:blip>
          <a:srcRect xmlns:a="http://schemas.openxmlformats.org/drawingml/2006/main" l="-6522" t="-3067" r="-6522" b="-30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30095" y="2271395"/>
            <a:ext cx="247650" cy="252730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81408ED-447D-4E2D-9F8B-427484C4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757" y="2784158"/>
            <a:ext cx="13335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</a:pPr>
            <a:r>
              <a:rPr sz="21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产品本质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BAEEBCBE-5993-4892-8F9E-91A0F1FA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07" y="3271838"/>
            <a:ext cx="2667000" cy="1395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indent="95250" algn="ctr">
              <a:lnSpc>
                <a:spcPct val="150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兼具保障与传承功能的终身寿险，通过科学精算设计，为高净值家庭提供长期稳定的财富管理工具</a:t>
            </a: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12958D2F-CA41-43DC-AA88-7D03CD54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120" y="4924425"/>
            <a:ext cx="1371600" cy="5048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F015DD34-516D-4972-B5F2-76D72EDF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757" y="5000625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终身寿险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48563FDA-1F41-4CF5-B2D8-D43791DB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1676400"/>
            <a:ext cx="3684270" cy="10483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718B872D-DF61-4B03-BDE0-3F4FD566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18713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4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3db2852c434744">
            <a:extLst>
              <a:ext uri="{96DAC541-7B7A-43D3-8B79-37D633B846F1}">
                <asvg:svgBlip xmlns:asvg="http://schemas.microsoft.com/office/drawing/2016/SVG/main" r:embed="R1ded7cc2d7d44dc5"/>
              </a:ext>
            </a:extLst>
          </a:blip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198120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D88214C0-4435-4E2B-A337-BACB4275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1871663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确定性利益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1BF370D9-BEA5-46B3-ADAE-E3CF5BBA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2124075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合同约定现金价值增长，锁定长期收益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FDE52A4B-09CD-447E-B375-F2671DB5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2924810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33252BC9-2ED6-4247-B382-208C43E9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312039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9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3db2852c434744">
            <a:extLst>
              <a:ext uri="{96DAC541-7B7A-43D3-8B79-37D633B846F1}">
                <asvg:svgBlip xmlns:asvg="http://schemas.microsoft.com/office/drawing/2016/SVG/main" r:embed="R1ded7cc2d7d44dc5"/>
              </a:ext>
            </a:extLst>
          </a:blip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322961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5861FBFA-B08F-46AF-996D-80662FDD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3120628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灵活性设计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74967752-AFCE-40C6-AE0B-176AC9B3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3373041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支持多种提领方式，满足不同人生阶段需求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1657D6A7-6552-4FE1-980C-A240C459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4173855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088B7DA2-CAAB-4988-A2F3-6E81A389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436943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4" name="图片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3db2852c434744">
            <a:extLst>
              <a:ext uri="{96DAC541-7B7A-43D3-8B79-37D633B846F1}">
                <asvg:svgBlip xmlns:asvg="http://schemas.microsoft.com/office/drawing/2016/SVG/main" r:embed="R1ded7cc2d7d44dc5"/>
              </a:ext>
            </a:extLst>
          </a:blip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4478655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5DFDDE02-A5CD-4D2E-988C-22501EB8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4369594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传承性安排</a:t>
            </a:r>
          </a:p>
        </p:txBody>
      </p:sp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5815CA71-707F-4000-B79E-8FD901C1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4622006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指定受益人，实现定向传承，避免纠纷</a:t>
            </a:r>
          </a:p>
        </p:txBody>
      </p:sp>
      <p:sp>
        <p:nvSpPr>
          <p:cNvPr id="30" name="任意多边形 29">
            <a:extLst xmlns:a="http://schemas.openxmlformats.org/drawingml/2006/main">
              <a:ext uri="{FF2B5EF4-FFF2-40B4-BE49-F238E27FC236}">
                <a16:creationId xmlns:a16="http://schemas.microsoft.com/office/drawing/2014/main" id="{5E478010-22FF-45BF-84EF-0C529A4B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5422900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6AF7B939-8CCA-49CF-98C9-EB20C35B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561848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9" name="图片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3db2852c434744">
            <a:extLst>
              <a:ext uri="{96DAC541-7B7A-43D3-8B79-37D633B846F1}">
                <asvg:svgBlip xmlns:asvg="http://schemas.microsoft.com/office/drawing/2016/SVG/main" r:embed="R1ded7cc2d7d44dc5"/>
              </a:ext>
            </a:extLst>
          </a:blip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572770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426E8625-0F06-4843-9F85-A566B3DD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5618559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安全性保障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1EF202D3-1919-41E4-8340-ED31CFB3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5870972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保险合同法律保护，资产隔离功能显著</a:t>
            </a: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F6C7533C-59EE-40CE-9C2B-AB71B8BE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1109345"/>
            <a:ext cx="3684270" cy="53625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C3043764-6469-44EF-977A-F56FC2C8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635" y="224282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4" name="图片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2fe55397dd48e2">
            <a:extLst>
              <a:ext uri="{96DAC541-7B7A-43D3-8B79-37D633B846F1}">
                <asvg:svgBlip xmlns:asvg="http://schemas.microsoft.com/office/drawing/2016/SVG/main" r:embed="R13a9848d824e4937"/>
              </a:ext>
            </a:extLst>
          </a:blip>
          <a:srcRect xmlns:a="http://schemas.openxmlformats.org/drawingml/2006/main" l="-7500" t="-5139" r="-7500" b="-51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63430" y="2362200"/>
            <a:ext cx="219075" cy="252095"/>
          </a:xfrm>
          <a:prstGeom xmlns:a="http://schemas.openxmlformats.org/drawingml/2006/main" prst="rect">
            <a:avLst/>
          </a:prstGeom>
        </p:spPr>
      </p:pic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7F1B1CEA-D0AA-4345-A0A5-AEBBC490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6786" y="2874645"/>
            <a:ext cx="13335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</a:pPr>
            <a:r>
              <a:rPr sz="21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适用人群</a:t>
            </a:r>
          </a:p>
        </p:txBody>
      </p:sp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D6AA76FE-B054-4591-A0FE-A8756964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9536" y="3362325"/>
            <a:ext cx="3048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追求长期稳健收益、重视家族财富传承、希望实现资产多元化配置的高净值客户</a:t>
            </a:r>
          </a:p>
        </p:txBody>
      </p:sp>
      <p:sp>
        <p:nvSpPr>
          <p:cNvPr id="40" name="任意多边形 39">
            <a:extLst xmlns:a="http://schemas.openxmlformats.org/drawingml/2006/main">
              <a:ext uri="{FF2B5EF4-FFF2-40B4-BE49-F238E27FC236}">
                <a16:creationId xmlns:a16="http://schemas.microsoft.com/office/drawing/2014/main" id="{6DFD9924-677C-47DC-90B9-61CB6603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385" y="4557395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8" name="图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91cb5df2e9449d">
            <a:extLst>
              <a:ext uri="{96DAC541-7B7A-43D3-8B79-37D633B846F1}">
                <asvg:svgBlip xmlns:asvg="http://schemas.microsoft.com/office/drawing/2016/SVG/main" r:embed="Rc14fc524fa8040c1"/>
              </a:ext>
            </a:extLst>
          </a:blip>
          <a:srcRect xmlns:a="http://schemas.openxmlformats.org/drawingml/2006/main" l="0" t="-7143" r="0" b="-71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1735" y="465772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99D3D3C6-AB85-42A2-A58F-05EA30B6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5269" y="4633913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追求稳健</a:t>
            </a:r>
          </a:p>
        </p:txBody>
      </p:sp>
      <p:sp>
        <p:nvSpPr>
          <p:cNvPr id="43" name="任意多边形 42">
            <a:extLst xmlns:a="http://schemas.openxmlformats.org/drawingml/2006/main">
              <a:ext uri="{FF2B5EF4-FFF2-40B4-BE49-F238E27FC236}">
                <a16:creationId xmlns:a16="http://schemas.microsoft.com/office/drawing/2014/main" id="{6A04553B-7C22-4D7C-9DD2-0A467F49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385" y="4557395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1" name="图片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5a8d453b9e4fbc">
            <a:extLst>
              <a:ext uri="{96DAC541-7B7A-43D3-8B79-37D633B846F1}">
                <asvg:svgBlip xmlns:asvg="http://schemas.microsoft.com/office/drawing/2016/SVG/main" r:embed="R8a194c67721f4f6b"/>
              </a:ext>
            </a:extLst>
          </a:blip>
          <a:srcRect xmlns:a="http://schemas.openxmlformats.org/drawingml/2006/main" l="0" t="-3333" r="0" b="-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35210" y="4657725"/>
            <a:ext cx="171450" cy="152400"/>
          </a:xfrm>
          <a:prstGeom xmlns:a="http://schemas.openxmlformats.org/drawingml/2006/main" prst="rect">
            <a:avLst/>
          </a:prstGeom>
        </p:spPr>
      </p:pic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941D813A-A5BF-4B07-B103-CB25426D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8336" y="4633913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重视传承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33D590BB-407C-444D-8034-A9A478CB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885" y="4986020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4" name="图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575de10794486f">
            <a:extLst>
              <a:ext uri="{96DAC541-7B7A-43D3-8B79-37D633B846F1}">
                <asvg:svgBlip xmlns:asvg="http://schemas.microsoft.com/office/drawing/2016/SVG/main" r:embed="R94c173dd0bca4714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3235" y="508635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FF285486-12D1-431F-BE8C-2F61820A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6769" y="50625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多元配置</a:t>
            </a:r>
          </a:p>
        </p:txBody>
      </p:sp>
    </p:spTree>
    <p:extLst>
      <p:ext uri="{BB962C8B-B14F-4D97-AF65-F5344CB8AC3E}">
        <p14:creationId xmlns:p14="http://schemas.microsoft.com/office/powerpoint/2010/main" val="131908567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0C6A762A-F654-461B-B78E-046225EE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23E3E286-93DC-4EF3-B476-FDA83119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79D56FE5-3A91-4562-8DF8-AE734A9D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产品亮点一：确定性增长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A7FB7FE0-FE7B-4D0F-985A-7BF4B06C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5920740" cy="40290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BC028BCC-9060-48F1-A44E-B9B4B14E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304925"/>
            <a:ext cx="5530234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现金价值三阶段增长趋势</a:t>
            </a:r>
          </a:p>
        </p:txBody>
      </p:sp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0f8dce25974d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1718945"/>
            <a:ext cx="5534025" cy="3228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0"/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</p:pic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719FAFE1-445B-4E3A-BE8E-F692E335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5338445"/>
            <a:ext cx="1840230" cy="11334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3685C855-634A-4BA0-80F6-CC012B88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20" y="5595938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前期特征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3FBB9B54-75A0-4030-998B-CD24D8C7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97" y="586263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快速积累</a:t>
            </a:r>
          </a:p>
        </p:txBody>
      </p:sp>
      <p:sp>
        <p:nvSpPr>
          <p:cNvPr id="14" name="任意多边形 13">
            <a:extLst xmlns:a="http://schemas.openxmlformats.org/drawingml/2006/main">
              <a:ext uri="{FF2B5EF4-FFF2-40B4-BE49-F238E27FC236}">
                <a16:creationId xmlns:a16="http://schemas.microsoft.com/office/drawing/2014/main" id="{ED065F6F-44BC-40BA-94C1-95CB4296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200" y="5338445"/>
            <a:ext cx="1840230" cy="11334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D3A712ED-F0A0-4644-BED3-629D328B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704" y="5595938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中期特征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A88DF1E6-70F6-4031-83D6-7E5A071C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3280" y="586263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复利效应</a:t>
            </a: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66231957-3377-4D86-B53C-F025617F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6455" y="5338445"/>
            <a:ext cx="1840230" cy="11334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504C1D22-0015-4125-9CFD-725697F7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3988" y="5595938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后期特征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A76D6B73-B6FE-4143-972D-EF452978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3564" y="586263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长期优势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AB7B4E91-2640-4756-AF17-424D9EA0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910" y="1109345"/>
            <a:ext cx="4842510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C69F7550-50D1-4CEE-BE53-797656F9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654" y="1724292"/>
            <a:ext cx="3657600" cy="4200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</a:pPr>
            <a:r>
              <a:rPr sz="2400" b="1">
                <a:solidFill>
                  <a:srgbClr val="D4B878"/>
                </a:solidFill>
                <a:latin typeface="微软雅黑"/>
                <a:ea typeface="微软雅黑"/>
                <a:cs typeface="微软雅黑"/>
              </a:rPr>
              <a:t>确定性收益成为稀缺资源</a:t>
            </a:r>
          </a:p>
        </p:txBody>
      </p:sp>
      <p:sp>
        <p:nvSpPr>
          <p:cNvPr id="22" name="任意多边形 21">
            <a:extLst xmlns:a="http://schemas.openxmlformats.org/drawingml/2006/main">
              <a:ext uri="{FF2B5EF4-FFF2-40B4-BE49-F238E27FC236}">
                <a16:creationId xmlns:a16="http://schemas.microsoft.com/office/drawing/2014/main" id="{677B5CC3-18A5-44E8-8EB1-34996E4A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910" y="2963545"/>
            <a:ext cx="4842510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69ABDCF7-2162-4DEE-9D0E-201ECA98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8490" y="358076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4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1ece3101744cd0">
            <a:extLst>
              <a:ext uri="{96DAC541-7B7A-43D3-8B79-37D633B846F1}">
                <asvg:svgBlip xmlns:asvg="http://schemas.microsoft.com/office/drawing/2016/SVG/main" r:embed="R281966e5bff443b9"/>
              </a:ext>
            </a:extLst>
          </a:blip>
          <a:srcRect xmlns:a="http://schemas.openxmlformats.org/drawingml/2006/main" l="-5556" t="-2632" r="-5556" b="-26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2790" y="369506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618C7DF5-A291-441A-AE08-C4A2559D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1909" y="3417017"/>
            <a:ext cx="3918566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合同约定，不受市场波动</a:t>
            </a: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DBD8335E-4651-451B-9A4D-863BE1D9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1909" y="3707530"/>
            <a:ext cx="391856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现金价值按合同稳步增长，为客户提供确定的未来收益</a:t>
            </a: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308D59CC-0DC2-4AB5-9071-F28A615A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910" y="4817745"/>
            <a:ext cx="4842510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任意多边形 27">
            <a:extLst xmlns:a="http://schemas.openxmlformats.org/drawingml/2006/main">
              <a:ext uri="{FF2B5EF4-FFF2-40B4-BE49-F238E27FC236}">
                <a16:creationId xmlns:a16="http://schemas.microsoft.com/office/drawing/2014/main" id="{A7F28047-E0A5-487E-88DF-B9E37126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8490" y="543496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9" name="图片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1110430e1c4666">
            <a:extLst>
              <a:ext uri="{96DAC541-7B7A-43D3-8B79-37D633B846F1}">
                <asvg:svgBlip xmlns:asvg="http://schemas.microsoft.com/office/drawing/2016/SVG/main" r:embed="R275101cd582c4116"/>
              </a:ext>
            </a:extLst>
          </a:blip>
          <a:srcRect xmlns:a="http://schemas.openxmlformats.org/drawingml/2006/main" l="-2632" t="-8824" r="-2632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2790" y="554926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33138A83-7F73-442C-965C-8231B693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1909" y="5385492"/>
            <a:ext cx="3429076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利率下行环境的安心保障</a:t>
            </a: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917A2F3B-A880-4965-B299-1B7EDE67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1909" y="5676005"/>
            <a:ext cx="36005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在市场不确定性增加时，确定性优势更加凸显</a:t>
            </a:r>
          </a:p>
        </p:txBody>
      </p:sp>
    </p:spTree>
    <p:extLst>
      <p:ext uri="{BB962C8B-B14F-4D97-AF65-F5344CB8AC3E}">
        <p14:creationId xmlns:p14="http://schemas.microsoft.com/office/powerpoint/2010/main" val="175080990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A9D0B9C5-1F75-410C-AEB5-47E5D555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247DBDB4-640F-4EDB-B7B9-20309927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18E6E22-C64F-4A31-9E35-40D235EF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产品定位：家族传承的智慧之选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96844AF6-DCBE-45B7-AED3-40039C4F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5241" y="1104900"/>
            <a:ext cx="369376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核心价值主张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3B20EDAB-2111-46F0-B03F-54DC8893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3156585" cy="53625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9A3AC06F-467C-4D42-8F7C-E99372A6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6270" y="215265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7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719c92968e415f">
            <a:extLst>
              <a:ext uri="{96DAC541-7B7A-43D3-8B79-37D633B846F1}">
                <asvg:svgBlip xmlns:asvg="http://schemas.microsoft.com/office/drawing/2016/SVG/main" r:embed="R60d961220dc646d9"/>
              </a:ext>
            </a:extLst>
          </a:blip>
          <a:srcRect xmlns:a="http://schemas.openxmlformats.org/drawingml/2006/main" l="-6522" t="-3067" r="-6522" b="-30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30095" y="2271395"/>
            <a:ext cx="247650" cy="252730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81408ED-447D-4E2D-9F8B-427484C4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757" y="2784158"/>
            <a:ext cx="13335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</a:pPr>
            <a:r>
              <a:rPr sz="21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产品本质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BAEEBCBE-5993-4892-8F9E-91A0F1FA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07" y="3271838"/>
            <a:ext cx="2667000" cy="1395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indent="95250" algn="ctr">
              <a:lnSpc>
                <a:spcPct val="150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兼具保障与传承功能的终身寿险，通过科学精算设计，为高净值家庭提供长期稳定的财富管理工具</a:t>
            </a: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12958D2F-CA41-43DC-AA88-7D03CD54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120" y="4924425"/>
            <a:ext cx="1371600" cy="5048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F015DD34-516D-4972-B5F2-76D72EDF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757" y="5000625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终身寿险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48563FDA-1F41-4CF5-B2D8-D43791DB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1676400"/>
            <a:ext cx="3684270" cy="10483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718B872D-DF61-4B03-BDE0-3F4FD566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18713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4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e79b0d408649a3">
            <a:extLst>
              <a:ext uri="{96DAC541-7B7A-43D3-8B79-37D633B846F1}">
                <asvg:svgBlip xmlns:asvg="http://schemas.microsoft.com/office/drawing/2016/SVG/main" r:embed="Reacbd50651da41c4"/>
              </a:ext>
            </a:extLst>
          </a:blip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198120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D88214C0-4435-4E2B-A337-BACB4275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1871663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确定性利益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1BF370D9-BEA5-46B3-ADAE-E3CF5BBA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2124075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合同约定现金价值增长，锁定长期收益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FDE52A4B-09CD-447E-B375-F2671DB5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2924810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33252BC9-2ED6-4247-B382-208C43E9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312039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9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e79b0d408649a3">
            <a:extLst>
              <a:ext uri="{96DAC541-7B7A-43D3-8B79-37D633B846F1}">
                <asvg:svgBlip xmlns:asvg="http://schemas.microsoft.com/office/drawing/2016/SVG/main" r:embed="Reacbd50651da41c4"/>
              </a:ext>
            </a:extLst>
          </a:blip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322961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5861FBFA-B08F-46AF-996D-80662FDD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3120628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灵活性设计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74967752-AFCE-40C6-AE0B-176AC9B3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3373041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支持多种提领方式，满足不同人生阶段需求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1657D6A7-6552-4FE1-980C-A240C459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4173855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088B7DA2-CAAB-4988-A2F3-6E81A389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436943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4" name="图片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e79b0d408649a3">
            <a:extLst>
              <a:ext uri="{96DAC541-7B7A-43D3-8B79-37D633B846F1}">
                <asvg:svgBlip xmlns:asvg="http://schemas.microsoft.com/office/drawing/2016/SVG/main" r:embed="Reacbd50651da41c4"/>
              </a:ext>
            </a:extLst>
          </a:blip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4478655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5DFDDE02-A5CD-4D2E-988C-22501EB8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4369594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传承性安排</a:t>
            </a:r>
          </a:p>
        </p:txBody>
      </p:sp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5815CA71-707F-4000-B79E-8FD901C1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4622006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指定受益人，实现定向传承，避免纠纷</a:t>
            </a:r>
          </a:p>
        </p:txBody>
      </p:sp>
      <p:sp>
        <p:nvSpPr>
          <p:cNvPr id="30" name="任意多边形 29">
            <a:extLst xmlns:a="http://schemas.openxmlformats.org/drawingml/2006/main">
              <a:ext uri="{FF2B5EF4-FFF2-40B4-BE49-F238E27FC236}">
                <a16:creationId xmlns:a16="http://schemas.microsoft.com/office/drawing/2014/main" id="{5E478010-22FF-45BF-84EF-0C529A4B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5422900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6AF7B939-8CCA-49CF-98C9-EB20C35B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561848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9" name="图片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e79b0d408649a3">
            <a:extLst>
              <a:ext uri="{96DAC541-7B7A-43D3-8B79-37D633B846F1}">
                <asvg:svgBlip xmlns:asvg="http://schemas.microsoft.com/office/drawing/2016/SVG/main" r:embed="Reacbd50651da41c4"/>
              </a:ext>
            </a:extLst>
          </a:blip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572770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426E8625-0F06-4843-9F85-A566B3DD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5618559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安全性保障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1EF202D3-1919-41E4-8340-ED31CFB3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5870972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保险合同法律保护，资产隔离功能显著</a:t>
            </a: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F6C7533C-59EE-40CE-9C2B-AB71B8BE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1109345"/>
            <a:ext cx="3684270" cy="53625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C3043764-6469-44EF-977A-F56FC2C8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635" y="224282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4" name="图片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0d8ef41144468d">
            <a:extLst>
              <a:ext uri="{96DAC541-7B7A-43D3-8B79-37D633B846F1}">
                <asvg:svgBlip xmlns:asvg="http://schemas.microsoft.com/office/drawing/2016/SVG/main" r:embed="Rf3b26583164245be"/>
              </a:ext>
            </a:extLst>
          </a:blip>
          <a:srcRect xmlns:a="http://schemas.openxmlformats.org/drawingml/2006/main" l="-7500" t="-5139" r="-7500" b="-51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63430" y="2362200"/>
            <a:ext cx="219075" cy="252095"/>
          </a:xfrm>
          <a:prstGeom xmlns:a="http://schemas.openxmlformats.org/drawingml/2006/main" prst="rect">
            <a:avLst/>
          </a:prstGeom>
        </p:spPr>
      </p:pic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7F1B1CEA-D0AA-4345-A0A5-AEBBC490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6786" y="2874645"/>
            <a:ext cx="13335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</a:pPr>
            <a:r>
              <a:rPr sz="21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适用人群</a:t>
            </a:r>
          </a:p>
        </p:txBody>
      </p:sp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D6AA76FE-B054-4591-A0FE-A8756964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9536" y="3362325"/>
            <a:ext cx="3048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追求长期稳健收益、重视家族财富传承、希望实现资产多元化配置的高净值客户</a:t>
            </a:r>
          </a:p>
        </p:txBody>
      </p:sp>
      <p:sp>
        <p:nvSpPr>
          <p:cNvPr id="40" name="任意多边形 39">
            <a:extLst xmlns:a="http://schemas.openxmlformats.org/drawingml/2006/main">
              <a:ext uri="{FF2B5EF4-FFF2-40B4-BE49-F238E27FC236}">
                <a16:creationId xmlns:a16="http://schemas.microsoft.com/office/drawing/2014/main" id="{6DFD9924-677C-47DC-90B9-61CB6603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385" y="4557395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8" name="图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88c987dbd94dac">
            <a:extLst>
              <a:ext uri="{96DAC541-7B7A-43D3-8B79-37D633B846F1}">
                <asvg:svgBlip xmlns:asvg="http://schemas.microsoft.com/office/drawing/2016/SVG/main" r:embed="Rcf838f8ea19641f5"/>
              </a:ext>
            </a:extLst>
          </a:blip>
          <a:srcRect xmlns:a="http://schemas.openxmlformats.org/drawingml/2006/main" l="0" t="-7143" r="0" b="-71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1735" y="465772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99D3D3C6-AB85-42A2-A58F-05EA30B6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5269" y="4633913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追求稳健</a:t>
            </a:r>
          </a:p>
        </p:txBody>
      </p:sp>
      <p:sp>
        <p:nvSpPr>
          <p:cNvPr id="43" name="任意多边形 42">
            <a:extLst xmlns:a="http://schemas.openxmlformats.org/drawingml/2006/main">
              <a:ext uri="{FF2B5EF4-FFF2-40B4-BE49-F238E27FC236}">
                <a16:creationId xmlns:a16="http://schemas.microsoft.com/office/drawing/2014/main" id="{6A04553B-7C22-4D7C-9DD2-0A467F49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385" y="4557395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1" name="图片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559f8f59fe43b6">
            <a:extLst>
              <a:ext uri="{96DAC541-7B7A-43D3-8B79-37D633B846F1}">
                <asvg:svgBlip xmlns:asvg="http://schemas.microsoft.com/office/drawing/2016/SVG/main" r:embed="R56938f770616493b"/>
              </a:ext>
            </a:extLst>
          </a:blip>
          <a:srcRect xmlns:a="http://schemas.openxmlformats.org/drawingml/2006/main" l="0" t="-3333" r="0" b="-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35210" y="4657725"/>
            <a:ext cx="171450" cy="152400"/>
          </a:xfrm>
          <a:prstGeom xmlns:a="http://schemas.openxmlformats.org/drawingml/2006/main" prst="rect">
            <a:avLst/>
          </a:prstGeom>
        </p:spPr>
      </p:pic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941D813A-A5BF-4B07-B103-CB25426D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8336" y="4633913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重视传承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33D590BB-407C-444D-8034-A9A478CB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885" y="4986020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4" name="图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a6f078634e4564">
            <a:extLst>
              <a:ext uri="{96DAC541-7B7A-43D3-8B79-37D633B846F1}">
                <asvg:svgBlip xmlns:asvg="http://schemas.microsoft.com/office/drawing/2016/SVG/main" r:embed="R858be32205484323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3235" y="508635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FF285486-12D1-431F-BE8C-2F61820A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6769" y="50625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多元配置</a:t>
            </a:r>
          </a:p>
        </p:txBody>
      </p:sp>
    </p:spTree>
    <p:extLst>
      <p:ext uri="{BB962C8B-B14F-4D97-AF65-F5344CB8AC3E}">
        <p14:creationId xmlns:p14="http://schemas.microsoft.com/office/powerpoint/2010/main" val="131908567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CF6868D7-667B-489E-A0ED-B17CC39D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E76872C1-1FD9-4175-889B-C6F17633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89FBF4F9-7974-4FC1-9D4E-2F077723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市场洞察：高净值家庭的传承挑战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56E06E96-9871-4F4D-B235-45371C7E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11049000" cy="1565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140C0CB6-A0A9-44EE-89A8-F4F664B5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3957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9ad5ff599e4c1b">
            <a:extLst>
              <a:ext uri="{96DAC541-7B7A-43D3-8B79-37D633B846F1}">
                <asvg:svgBlip xmlns:asvg="http://schemas.microsoft.com/office/drawing/2016/SVG/main" r:embed="Re2e62578b4ee4781"/>
              </a:ext>
            </a:extLst>
          </a:blip>
          <a:srcRect xmlns:a="http://schemas.openxmlformats.org/drawingml/2006/main" l="-2083" t="-6818" r="-2083" b="-6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95470" y="176847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D1BD5826-68C3-4BC8-A6A5-73702755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685401"/>
            <a:ext cx="3352800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传承之路面临</a:t>
            </a:r>
            <a:r>
              <a:rPr sz="2400" b="1">
                <a:solidFill>
                  <a:srgbClr val="D4B878"/>
                </a:solidFill>
                <a:latin typeface="微软雅黑"/>
                <a:ea typeface="微软雅黑"/>
                <a:cs typeface="微软雅黑"/>
              </a:rPr>
              <a:t>多重挑战</a:t>
            </a:r>
          </a:p>
        </p:txBody>
      </p:sp>
      <p:sp>
        <p:nvSpPr>
          <p:cNvPr id="37" name="任意多边形 36">
            <a:extLst xmlns:a="http://schemas.openxmlformats.org/drawingml/2006/main">
              <a:ext uri="{FF2B5EF4-FFF2-40B4-BE49-F238E27FC236}">
                <a16:creationId xmlns:a16="http://schemas.microsoft.com/office/drawing/2014/main" id="{49F8D882-7F6A-4C1C-9C93-16BD7078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898775"/>
            <a:ext cx="2600325" cy="3578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23B6A5C9-A371-42C6-AD73-3B683B14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747564"/>
            <a:ext cx="229552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亟需专业工具</a:t>
            </a: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24729256-52F8-462C-AC93-BEF4F3F2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38531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F44B540B-1371-499C-A2C6-20368D4F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161901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专业、稳健、灵活的财富传承方案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E1E3A78D-AF47-4C10-8BE2-82EC19FA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96633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3C6DE540-257A-46D1-800F-45E92FCB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742926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实现资产保值增值与有序传承</a:t>
            </a:r>
          </a:p>
        </p:txBody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90C1FB0A-5197-49B6-A4FB-12443ABE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347" y="5400151"/>
            <a:ext cx="1825971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双重目标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一站达成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4EEC7A35-4E3E-43FE-879F-2F2E29E7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903855"/>
            <a:ext cx="5400675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F0E6F577-B7F4-4B1B-8E96-627A0E69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255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6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9a4bcbece64c85">
            <a:extLst>
              <a:ext uri="{96DAC541-7B7A-43D3-8B79-37D633B846F1}">
                <asvg:svgBlip xmlns:asvg="http://schemas.microsoft.com/office/drawing/2016/SVG/main" r:embed="Rd463a849411840ba"/>
              </a:ext>
            </a:extLst>
          </a:blip>
          <a:srcRect xmlns:a="http://schemas.openxmlformats.org/drawingml/2006/main" l="-1061" t="-33333" r="-1061" b="-3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760" y="4239895"/>
            <a:ext cx="213995" cy="190500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EA5155A2-9F57-474E-9083-EBEF643F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33301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市场规模持续增长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F1BD66F8-E3AD-4071-ABE4-396113C7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33339"/>
            <a:ext cx="447675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中国高净值人群规模持续扩大，家族财富传承需求日益迫切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324AD62B-BF00-409D-96F2-28B78C8A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568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0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874ca4bd1942f3">
            <a:extLst>
              <a:ext uri="{96DAC541-7B7A-43D3-8B79-37D633B846F1}">
                <asvg:svgBlip xmlns:asvg="http://schemas.microsoft.com/office/drawing/2016/SVG/main" r:embed="R6f120555158e4ebd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695" y="5071110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84FD930C-8F96-4860-9E4A-BA0ECA0A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890564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传承需求凸显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1B484040-C85A-4DB3-9F1B-A9E1E1A3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90601"/>
            <a:ext cx="4572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代际交接窗口期来临，财富有序传承成为核心议题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8F2743ED-19FC-41EE-A3BE-B8424A45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2903855"/>
            <a:ext cx="2609850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284D72B0-ADF7-41CF-9157-BBFC9256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296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5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b73e234c50409a">
            <a:extLst>
              <a:ext uri="{96DAC541-7B7A-43D3-8B79-37D633B846F1}">
                <asvg:svgBlip xmlns:asvg="http://schemas.microsoft.com/office/drawing/2016/SVG/main" r:embed="Rb4d0144dfee84502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333883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A8B32FBC-9F43-4ECF-831C-51B50077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25086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税务风险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DCCCE37A-F5A2-40BB-A383-837DDAFA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53686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遗产税、赠与税政策不确定性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DD3FB71A-C287-4962-8E2E-CF770081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0620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b73e234c50409a">
            <a:extLst>
              <a:ext uri="{96DAC541-7B7A-43D3-8B79-37D633B846F1}">
                <asvg:svgBlip xmlns:asvg="http://schemas.microsoft.com/office/drawing/2016/SVG/main" r:embed="Rb4d0144dfee84502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417131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62E05CE4-74DE-4D14-8D56-AE0B51FD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57552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法律风险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21D0BA40-4B88-493E-AC3D-D1BB73D7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86152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婚姻、债务、继承纠纷频发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AD0A40B8-B0C1-4EA9-9B59-EE58D929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89458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3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b73e234c50409a">
            <a:extLst>
              <a:ext uri="{96DAC541-7B7A-43D3-8B79-37D633B846F1}">
                <asvg:svgBlip xmlns:asvg="http://schemas.microsoft.com/office/drawing/2016/SVG/main" r:embed="Rb4d0144dfee84502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00380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362320B0-0E3E-49DD-8620-42A896E0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90040"/>
            <a:ext cx="15240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管理风险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B61255DF-67E5-4EAD-B331-2263DDF2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118640"/>
            <a:ext cx="1676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后代缺乏财富管理能力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F8B6BDFB-975D-4AAF-B51A-BFD6D696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72706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7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b73e234c50409a">
            <a:extLst>
              <a:ext uri="{96DAC541-7B7A-43D3-8B79-37D633B846F1}">
                <asvg:svgBlip xmlns:asvg="http://schemas.microsoft.com/office/drawing/2016/SVG/main" r:embed="Rb4d0144dfee84502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83628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9A08778E-9CA3-4AFD-9187-149959C6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622493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分散风险</a:t>
            </a: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786B9B72-A6D6-448E-8F96-9ECCC763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851093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资产配置分散，难以统一管理</a:t>
            </a:r>
          </a:p>
        </p:txBody>
      </p:sp>
    </p:spTree>
    <p:extLst>
      <p:ext uri="{BB962C8B-B14F-4D97-AF65-F5344CB8AC3E}">
        <p14:creationId xmlns:p14="http://schemas.microsoft.com/office/powerpoint/2010/main" val="81718441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CF6868D7-667B-489E-A0ED-B17CC39D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E76872C1-1FD9-4175-889B-C6F17633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89FBF4F9-7974-4FC1-9D4E-2F077723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市场洞察：高净值家庭的传承挑战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56E06E96-9871-4F4D-B235-45371C7E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11049000" cy="1565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140C0CB6-A0A9-44EE-89A8-F4F664B5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3957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5c1fc111d144e6">
            <a:extLst>
              <a:ext uri="{96DAC541-7B7A-43D3-8B79-37D633B846F1}">
                <asvg:svgBlip xmlns:asvg="http://schemas.microsoft.com/office/drawing/2016/SVG/main" r:embed="R5e2f1ae7e23f4f0f"/>
              </a:ext>
            </a:extLst>
          </a:blip>
          <a:srcRect xmlns:a="http://schemas.openxmlformats.org/drawingml/2006/main" l="-2083" t="-6818" r="-2083" b="-6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95470" y="176847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D1BD5826-68C3-4BC8-A6A5-73702755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685401"/>
            <a:ext cx="3352800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传承之路面临</a:t>
            </a:r>
            <a:r>
              <a:rPr sz="2400" b="1">
                <a:solidFill>
                  <a:srgbClr val="D4B878"/>
                </a:solidFill>
                <a:latin typeface="微软雅黑"/>
                <a:ea typeface="微软雅黑"/>
                <a:cs typeface="微软雅黑"/>
              </a:rPr>
              <a:t>多重挑战</a:t>
            </a:r>
          </a:p>
        </p:txBody>
      </p:sp>
      <p:sp>
        <p:nvSpPr>
          <p:cNvPr id="37" name="任意多边形 36">
            <a:extLst xmlns:a="http://schemas.openxmlformats.org/drawingml/2006/main">
              <a:ext uri="{FF2B5EF4-FFF2-40B4-BE49-F238E27FC236}">
                <a16:creationId xmlns:a16="http://schemas.microsoft.com/office/drawing/2014/main" id="{49F8D882-7F6A-4C1C-9C93-16BD7078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898775"/>
            <a:ext cx="2600325" cy="3578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23B6A5C9-A371-42C6-AD73-3B683B14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747564"/>
            <a:ext cx="229552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亟需专业工具</a:t>
            </a: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24729256-52F8-462C-AC93-BEF4F3F2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38531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F44B540B-1371-499C-A2C6-20368D4F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161901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专业、稳健、灵活的财富传承方案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E1E3A78D-AF47-4C10-8BE2-82EC19FA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96633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3C6DE540-257A-46D1-800F-45E92FCB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742926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实现资产保值增值与有序传承</a:t>
            </a:r>
          </a:p>
        </p:txBody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90C1FB0A-5197-49B6-A4FB-12443ABE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347" y="5400151"/>
            <a:ext cx="1825971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双重目标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一站达成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4EEC7A35-4E3E-43FE-879F-2F2E29E7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903855"/>
            <a:ext cx="5400675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F0E6F577-B7F4-4B1B-8E96-627A0E69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255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6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f6a6960ee646e5">
            <a:extLst>
              <a:ext uri="{96DAC541-7B7A-43D3-8B79-37D633B846F1}">
                <asvg:svgBlip xmlns:asvg="http://schemas.microsoft.com/office/drawing/2016/SVG/main" r:embed="Rcde58fc89d7649e6"/>
              </a:ext>
            </a:extLst>
          </a:blip>
          <a:srcRect xmlns:a="http://schemas.openxmlformats.org/drawingml/2006/main" l="-1061" t="-33333" r="-1061" b="-3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760" y="4239895"/>
            <a:ext cx="213995" cy="190500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EA5155A2-9F57-474E-9083-EBEF643F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33301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市场规模持续增长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F1BD66F8-E3AD-4071-ABE4-396113C7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33339"/>
            <a:ext cx="447675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中国高净值人群规模持续扩大，家族财富传承需求日益迫切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324AD62B-BF00-409D-96F2-28B78C8A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568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0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9b3dee70824960">
            <a:extLst>
              <a:ext uri="{96DAC541-7B7A-43D3-8B79-37D633B846F1}">
                <asvg:svgBlip xmlns:asvg="http://schemas.microsoft.com/office/drawing/2016/SVG/main" r:embed="R93eed31faa524f71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695" y="5071110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84FD930C-8F96-4860-9E4A-BA0ECA0A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890564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传承需求凸显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1B484040-C85A-4DB3-9F1B-A9E1E1A3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90601"/>
            <a:ext cx="4572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代际交接窗口期来临，财富有序传承成为核心议题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8F2743ED-19FC-41EE-A3BE-B8424A45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2903855"/>
            <a:ext cx="2609850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284D72B0-ADF7-41CF-9157-BBFC9256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296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5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fe191bd4864b7d">
            <a:extLst>
              <a:ext uri="{96DAC541-7B7A-43D3-8B79-37D633B846F1}">
                <asvg:svgBlip xmlns:asvg="http://schemas.microsoft.com/office/drawing/2016/SVG/main" r:embed="R9db0ae1c2c774280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333883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A8B32FBC-9F43-4ECF-831C-51B50077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25086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税务风险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DCCCE37A-F5A2-40BB-A383-837DDAFA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53686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遗产税、赠与税政策不确定性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DD3FB71A-C287-4962-8E2E-CF770081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0620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fe191bd4864b7d">
            <a:extLst>
              <a:ext uri="{96DAC541-7B7A-43D3-8B79-37D633B846F1}">
                <asvg:svgBlip xmlns:asvg="http://schemas.microsoft.com/office/drawing/2016/SVG/main" r:embed="R9db0ae1c2c774280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417131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62E05CE4-74DE-4D14-8D56-AE0B51FD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57552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法律风险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21D0BA40-4B88-493E-AC3D-D1BB73D7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86152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婚姻、债务、继承纠纷频发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AD0A40B8-B0C1-4EA9-9B59-EE58D929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89458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3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fe191bd4864b7d">
            <a:extLst>
              <a:ext uri="{96DAC541-7B7A-43D3-8B79-37D633B846F1}">
                <asvg:svgBlip xmlns:asvg="http://schemas.microsoft.com/office/drawing/2016/SVG/main" r:embed="R9db0ae1c2c774280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00380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362320B0-0E3E-49DD-8620-42A896E0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90040"/>
            <a:ext cx="15240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管理风险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B61255DF-67E5-4EAD-B331-2263DDF2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118640"/>
            <a:ext cx="1676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后代缺乏财富管理能力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F8B6BDFB-975D-4AAF-B51A-BFD6D696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72706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7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fe191bd4864b7d">
            <a:extLst>
              <a:ext uri="{96DAC541-7B7A-43D3-8B79-37D633B846F1}">
                <asvg:svgBlip xmlns:asvg="http://schemas.microsoft.com/office/drawing/2016/SVG/main" r:embed="R9db0ae1c2c774280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83628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9A08778E-9CA3-4AFD-9187-149959C6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622493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分散风险</a:t>
            </a: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786B9B72-A6D6-448E-8F96-9ECCC763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851093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资产配置分散，难以统一管理</a:t>
            </a:r>
          </a:p>
        </p:txBody>
      </p:sp>
    </p:spTree>
    <p:extLst>
      <p:ext uri="{BB962C8B-B14F-4D97-AF65-F5344CB8AC3E}">
        <p14:creationId xmlns:p14="http://schemas.microsoft.com/office/powerpoint/2010/main" val="81718441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CF83F978-82BE-415E-9951-AC9EBF58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859FBB3E-05CC-4466-AAC6-FAE802E9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02E5AB3E-BCFA-4722-BACF-72776BCE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我们的服务体系</a:t>
            </a: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FC4B16F9-39D1-4E8E-95EE-9091DC6E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110288"/>
            <a:ext cx="348615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全周期陪伴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专业化服务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尊享体验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A36A6987-B768-405C-84C4-DBDBFE5D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188D872D-F4F3-4CFD-9446-C94FC8C1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3182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793DBF2B-9E4A-475B-87EC-37E29583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394593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财富积累期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EF69148-0E9F-409A-B440-3B6C22CF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660474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财富积累期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D04E0464-C792-4495-8A4A-7B31FE77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713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4D3CB662-863F-4845-8E68-8ABE50BE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73980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科学资产配置，构建多元化投资组合</a:t>
            </a:r>
          </a:p>
        </p:txBody>
      </p:sp>
      <p:sp>
        <p:nvSpPr>
          <p:cNvPr id="13" name="任意多边形 12">
            <a:extLst xmlns:a="http://schemas.openxmlformats.org/drawingml/2006/main">
              <a:ext uri="{FF2B5EF4-FFF2-40B4-BE49-F238E27FC236}">
                <a16:creationId xmlns:a16="http://schemas.microsoft.com/office/drawing/2014/main" id="{D11F455D-38AB-4DF5-88F4-7ECA4800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996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4A134403-DF14-4E88-BF48-FA4D8284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02593"/>
            <a:ext cx="2667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专业投资规划，把握市场机遇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E881D4BB-2D45-4B7A-977C-FF54AF14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9635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4A54A88-B480-4649-BEAE-E4DC60AE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1724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46DDACD5-C84F-4B51-81E7-99A02D00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48768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财富保值期</a:t>
            </a: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80E44C1C-B734-4C91-B6DC-4201AF6C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514649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财富保值期</a:t>
            </a: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60FD41F9-1C8F-479F-9B15-2AEE6CD6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9255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8775447C-98CE-40A3-B207-9B79DFA8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28155"/>
            <a:ext cx="2857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稳健增值策略，平衡风险与收益</a:t>
            </a: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74E22C4F-94CD-4ADB-A01E-61B55AE1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2538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47DF3E93-C1EC-4DC5-A63B-81B23EDF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56767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税务优化与资产隔离，筑牢财富防线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999605B4-109D-4A73-8295-FC0532F9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48177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任意多边形 23">
            <a:extLst xmlns:a="http://schemas.openxmlformats.org/drawingml/2006/main">
              <a:ext uri="{FF2B5EF4-FFF2-40B4-BE49-F238E27FC236}">
                <a16:creationId xmlns:a16="http://schemas.microsoft.com/office/drawing/2014/main" id="{0992A319-9246-4C97-BD69-9B37093E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0266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C3790251-0786-4963-8288-E6680D39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102942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财富传承期</a:t>
            </a: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2A84494B-6BA9-4124-B70F-ECE1147D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368823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财富传承期</a:t>
            </a: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5F699DC3-660B-46F9-BF05-13F8172D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797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45FA8C49-7CAF-460C-879C-0B525070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82329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传承规划与家族治理，延续财富价值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0D40AF06-23A8-4CD8-A6A0-CEECE07E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1080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4C1336CF-0A38-4E9C-B50D-9E93254F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010942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慈善安排，实现社会责任与家族愿景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EF588BD1-F9F2-4595-B2A9-11A56028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1109345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任意多边形 31">
            <a:extLst xmlns:a="http://schemas.openxmlformats.org/drawingml/2006/main">
              <a:ext uri="{FF2B5EF4-FFF2-40B4-BE49-F238E27FC236}">
                <a16:creationId xmlns:a16="http://schemas.microsoft.com/office/drawing/2014/main" id="{715F61F5-8DD0-4D08-B831-A5A67710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301750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78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4642e5d2674884">
            <a:extLst>
              <a:ext uri="{96DAC541-7B7A-43D3-8B79-37D633B846F1}">
                <asvg:svgBlip xmlns:asvg="http://schemas.microsoft.com/office/drawing/2016/SVG/main" r:embed="R388a9ed6ced94b88"/>
              </a:ext>
            </a:extLst>
          </a:blip>
          <a:srcRect xmlns:a="http://schemas.openxmlformats.org/drawingml/2006/main" l="-7667" t="-8148" r="-7667" b="-81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2870" y="1320800"/>
            <a:ext cx="109855" cy="99695"/>
          </a:xfrm>
          <a:prstGeom xmlns:a="http://schemas.openxmlformats.org/drawingml/2006/main" prst="rect">
            <a:avLst/>
          </a:prstGeom>
        </p:spPr>
      </p:pic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5D104207-942D-4CA5-95C1-1868FCBD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247108"/>
            <a:ext cx="1905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一对一专属客户经理</a:t>
            </a: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AADF9122-D609-4862-9EBD-65992117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1427407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每位客户配备资深客户经理，深入了解您的财务状况与人生目标，提供量身定制的财富管理方案与全程陪伴式服务。</a:t>
            </a: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8DD1926C-9272-4315-B8EE-3FAF7EC5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2332355"/>
            <a:ext cx="5381625" cy="10223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任意多边形 36">
            <a:extLst xmlns:a="http://schemas.openxmlformats.org/drawingml/2006/main">
              <a:ext uri="{FF2B5EF4-FFF2-40B4-BE49-F238E27FC236}">
                <a16:creationId xmlns:a16="http://schemas.microsoft.com/office/drawing/2014/main" id="{F8D69233-481E-4219-B8A4-C306EA0F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2412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3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5cc522e72f4db4">
            <a:extLst>
              <a:ext uri="{96DAC541-7B7A-43D3-8B79-37D633B846F1}">
                <asvg:svgBlip xmlns:asvg="http://schemas.microsoft.com/office/drawing/2016/SVG/main" r:embed="R99c2846c8caa439d"/>
              </a:ext>
            </a:extLst>
          </a:blip>
          <a:srcRect xmlns:a="http://schemas.openxmlformats.org/drawingml/2006/main" l="-6250" t="-25238" r="-6250" b="-252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2543175"/>
            <a:ext cx="85725" cy="100330"/>
          </a:xfrm>
          <a:prstGeom xmlns:a="http://schemas.openxmlformats.org/drawingml/2006/main" prst="rect">
            <a:avLst/>
          </a:prstGeom>
        </p:spPr>
      </p:pic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3F855427-90F2-4B7E-8210-2443FE6F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69880"/>
            <a:ext cx="180900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×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24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小时服务热线</a:t>
            </a: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2382CC36-C36E-41B3-866F-9B4D31F3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650179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全天候专业团队在线响应，无论市场波动还是紧急需求，第一时间为您提供专业咨询与解决方案，守护财富安全。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FDF525BB-F494-4309-B925-7994FB0B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3554730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任意多边形 41">
            <a:extLst xmlns:a="http://schemas.openxmlformats.org/drawingml/2006/main">
              <a:ext uri="{FF2B5EF4-FFF2-40B4-BE49-F238E27FC236}">
                <a16:creationId xmlns:a16="http://schemas.microsoft.com/office/drawing/2014/main" id="{4FA35012-D167-4E71-A872-5E9B5040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7126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8" name="图片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5cc522e72f4db4">
            <a:extLst>
              <a:ext uri="{96DAC541-7B7A-43D3-8B79-37D633B846F1}">
                <asvg:svgBlip xmlns:asvg="http://schemas.microsoft.com/office/drawing/2016/SVG/main" r:embed="R99c2846c8caa439d"/>
              </a:ext>
            </a:extLst>
          </a:blip>
          <a:srcRect xmlns:a="http://schemas.openxmlformats.org/drawingml/2006/main" l="-6250" t="-25238" r="-6250" b="-252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3790315"/>
            <a:ext cx="85725" cy="100330"/>
          </a:xfrm>
          <a:prstGeom xmlns:a="http://schemas.openxmlformats.org/drawingml/2006/main" prst="rect">
            <a:avLst/>
          </a:prstGeom>
        </p:spPr>
      </p:pic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4FC6D25F-7127-46F5-94EB-25636383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16836"/>
            <a:ext cx="1714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定期财富健康检查</a:t>
            </a: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9B9BFD2F-4F42-4414-AFE6-70B541C0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921328"/>
            <a:ext cx="4667250" cy="633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每季度全面评估您的资产配置、风险敞口与收益表现，动态调整策略，确保财富组合始终处于最优运行状态。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8F8A492B-EDD0-4117-9FD5-810BAE24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4777740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7" name="任意多边形 46">
            <a:extLst xmlns:a="http://schemas.openxmlformats.org/drawingml/2006/main">
              <a:ext uri="{FF2B5EF4-FFF2-40B4-BE49-F238E27FC236}">
                <a16:creationId xmlns:a16="http://schemas.microsoft.com/office/drawing/2014/main" id="{B16AFBDE-BBC5-4974-9032-1AFD3361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97014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3" name="图片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5cc522e72f4db4">
            <a:extLst>
              <a:ext uri="{96DAC541-7B7A-43D3-8B79-37D633B846F1}">
                <asvg:svgBlip xmlns:asvg="http://schemas.microsoft.com/office/drawing/2016/SVG/main" r:embed="R99c2846c8caa439d"/>
              </a:ext>
            </a:extLst>
          </a:blip>
          <a:srcRect xmlns:a="http://schemas.openxmlformats.org/drawingml/2006/main" l="-6250" t="-24762" r="-6250" b="-247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4989195"/>
            <a:ext cx="85725" cy="99695"/>
          </a:xfrm>
          <a:prstGeom xmlns:a="http://schemas.openxmlformats.org/drawingml/2006/main" prst="rect">
            <a:avLst/>
          </a:prstGeom>
        </p:spPr>
      </p:pic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5DE945FE-A8A7-4FE2-8DE8-4840A2B1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915424"/>
            <a:ext cx="1524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年度策略报告会</a:t>
            </a:r>
          </a:p>
        </p:txBody>
      </p:sp>
      <p:sp>
        <p:nvSpPr>
          <p:cNvPr id="50" name="文本框 49">
            <a:extLst xmlns:a="http://schemas.openxmlformats.org/drawingml/2006/main">
              <a:ext uri="{FF2B5EF4-FFF2-40B4-BE49-F238E27FC236}">
                <a16:creationId xmlns:a16="http://schemas.microsoft.com/office/drawing/2014/main" id="{1F95FB41-E5F1-43BE-9D76-95D1CAA3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5095723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汇聚顶级投研团队，深度解读宏观经济趋势与投资机会，与您共同制定下一年度财富增长蓝图，把握时代机遇。</a:t>
            </a:r>
          </a:p>
        </p:txBody>
      </p:sp>
    </p:spTree>
    <p:extLst>
      <p:ext uri="{BB962C8B-B14F-4D97-AF65-F5344CB8AC3E}">
        <p14:creationId xmlns:p14="http://schemas.microsoft.com/office/powerpoint/2010/main" val="125859393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123FCB8D-06C8-4E6E-AC21-E38C3EA0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EA62E645-6E98-4629-97F7-21482705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7C20B302-2870-4514-A9FA-8AA7FEE4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关于我们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1963A7BE-0BBD-438F-9BEA-5E913053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468755"/>
            <a:ext cx="1790065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FA3D9B86-5B3A-4D25-A4C6-0BDA5EBD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2046" y="1545431"/>
            <a:ext cx="990009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15</a:t>
            </a: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年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8452BB1E-3131-46D1-9105-E2BF5DAD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556" y="1647825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行业深耕</a:t>
            </a: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E4A28F90-4E1B-4DF7-B0AE-778EFD66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468755"/>
            <a:ext cx="2322830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A6DF834-412C-4B54-BF04-A5208504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369" y="1545431"/>
            <a:ext cx="1370409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5000</a:t>
            </a: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位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1F686687-D926-482E-8144-7A10139D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278" y="1647825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高净值客户</a:t>
            </a:r>
          </a:p>
        </p:txBody>
      </p:sp>
      <p:sp>
        <p:nvSpPr>
          <p:cNvPr id="13" name="任意多边形 12">
            <a:extLst xmlns:a="http://schemas.openxmlformats.org/drawingml/2006/main">
              <a:ext uri="{FF2B5EF4-FFF2-40B4-BE49-F238E27FC236}">
                <a16:creationId xmlns:a16="http://schemas.microsoft.com/office/drawing/2014/main" id="{B9BE54D7-CC2F-4FD0-B243-D4690B9B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890" y="1468755"/>
            <a:ext cx="2019300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601A6C36-3530-41D4-928C-C1D40F27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1501" y="1545431"/>
            <a:ext cx="914400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千亿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7EF89DE4-45C2-4CC7-952B-920F803B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401" y="1647825"/>
            <a:ext cx="1066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管理资产规模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6D4AA83D-3C17-4FA7-B6A9-6E03C0B1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623820"/>
            <a:ext cx="5419725" cy="182435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9D183DAB-4853-4924-A43C-3D34E408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2613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8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778c7f4e9f439e">
            <a:extLst>
              <a:ext uri="{96DAC541-7B7A-43D3-8B79-37D633B846F1}">
                <asvg:svgBlip xmlns:asvg="http://schemas.microsoft.com/office/drawing/2016/SVG/main" r:embed="R1dff987f79ea4dc0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695" y="3440430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0870241B-B730-4F05-AABA-ACDD06E3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092796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专业团队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E9294E64-9FC1-435C-8E6C-74E7CFD6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415693"/>
            <a:ext cx="4457776" cy="5714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由资深金融专家、税务筹划师、法律顾问组成的复合型服务团队</a:t>
            </a: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B05403D5-18A9-4262-A4E4-8E1ACE81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695" y="2623820"/>
            <a:ext cx="5419725" cy="182435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任意多边形 21">
            <a:extLst xmlns:a="http://schemas.openxmlformats.org/drawingml/2006/main">
              <a:ext uri="{FF2B5EF4-FFF2-40B4-BE49-F238E27FC236}">
                <a16:creationId xmlns:a16="http://schemas.microsoft.com/office/drawing/2014/main" id="{DC65CDCD-D524-42FF-8D25-A803ECC9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32613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3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f0086446bd44ec">
            <a:extLst>
              <a:ext uri="{96DAC541-7B7A-43D3-8B79-37D633B846F1}">
                <asvg:svgBlip xmlns:asvg="http://schemas.microsoft.com/office/drawing/2016/SVG/main" r:embed="R103bb829c82b4d81"/>
              </a:ext>
            </a:extLst>
          </a:blip>
          <a:srcRect xmlns:a="http://schemas.openxmlformats.org/drawingml/2006/main" l="-2632" t="-8824" r="-2632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05575" y="344043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A86E52F5-D53A-4F40-94E7-EF1AD454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229947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严选产品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DBB48C22-D25A-4D60-9072-EF2DC19A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552844"/>
            <a:ext cx="4457700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与国内外顶尖金融机构合作，精选优质财富管理工具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3B50F147-E9A8-43F2-8B91-77728FE6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4648200"/>
            <a:ext cx="5419725" cy="18237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8568CDA2-B2BA-4065-AA0D-A01551F4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3505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8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06652d728d40b3">
            <a:extLst>
              <a:ext uri="{96DAC541-7B7A-43D3-8B79-37D633B846F1}">
                <asvg:svgBlip xmlns:asvg="http://schemas.microsoft.com/office/drawing/2016/SVG/main" r:embed="R1c5ccac7f29d49b2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825" y="546481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E3FA466F-98A2-4921-B9AE-4DBF4CFF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5254009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定制方案</a:t>
            </a: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D55321B3-989F-4B01-B965-6F5BEB37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5576906"/>
            <a:ext cx="480067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根据客户家庭结构、财富规模、传承需求量身定制解决方案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FB6DCE44-A442-4B29-88D0-DD0CDC5F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695" y="4648200"/>
            <a:ext cx="5419725" cy="18237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任意多边形 31">
            <a:extLst xmlns:a="http://schemas.openxmlformats.org/drawingml/2006/main">
              <a:ext uri="{FF2B5EF4-FFF2-40B4-BE49-F238E27FC236}">
                <a16:creationId xmlns:a16="http://schemas.microsoft.com/office/drawing/2014/main" id="{9D9E20DD-9A91-48A4-9BF6-9BFDE9CD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53505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3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b5ff3c573e4a82">
            <a:extLst>
              <a:ext uri="{96DAC541-7B7A-43D3-8B79-37D633B846F1}">
                <asvg:svgBlip xmlns:asvg="http://schemas.microsoft.com/office/drawing/2016/SVG/main" r:embed="R3a6313bf72f14d72"/>
              </a:ext>
            </a:extLst>
          </a:blip>
          <a:srcRect xmlns:a="http://schemas.openxmlformats.org/drawingml/2006/main" l="0" t="-8824" r="0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05575" y="546481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75574A4A-E077-413B-9854-11AA3F8F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254009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服务理念</a:t>
            </a: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46B63A56-A85E-4AFE-B3A3-812DFDEC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576906"/>
            <a:ext cx="480067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以客户利益为核心，以专业能力为基石，以长期陪伴为承诺</a:t>
            </a:r>
          </a:p>
        </p:txBody>
      </p:sp>
    </p:spTree>
    <p:extLst>
      <p:ext uri="{BB962C8B-B14F-4D97-AF65-F5344CB8AC3E}">
        <p14:creationId xmlns:p14="http://schemas.microsoft.com/office/powerpoint/2010/main" val="724596464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2026-06-08T02:46:22.7130000Z</dcterms:created>
  <dcterms:modified xsi:type="dcterms:W3CDTF">2026-06-08T02:46:22.7130000Z</dcterms:modified>
</coreProperties>
</file>