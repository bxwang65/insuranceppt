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11f0b254b4793" /><Relationship Type="http://schemas.openxmlformats.org/officeDocument/2006/relationships/extended-properties" Target="/docProps/app.xml" Id="R329aa77ca39b4bdc" /><Relationship Type="http://schemas.openxmlformats.org/officeDocument/2006/relationships/officeDocument" Target="/ppt/presentation.xml" Id="R4e55285b5abf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479fcc5074274"/>
    <p:sldMasterId xmlns:r="http://schemas.openxmlformats.org/officeDocument/2006/relationships" id="2147483659" r:id="R8296e67a872d41ce"/>
  </p:sldMasterIdLst>
  <p:notesMasterIdLst>
    <p:notesMasterId xmlns:r="http://schemas.openxmlformats.org/officeDocument/2006/relationships" r:id="R9ea0a4372963414e"/>
  </p:notesMasterIdLst>
  <p:sldIdLst>
    <p:sldId xmlns:r="http://schemas.openxmlformats.org/officeDocument/2006/relationships" id="256" r:id="R81f5bdc06f924ad0"/>
    <p:sldId xmlns:r="http://schemas.openxmlformats.org/officeDocument/2006/relationships" id="257" r:id="R4e2f4a064c314980"/>
    <p:sldId xmlns:r="http://schemas.openxmlformats.org/officeDocument/2006/relationships" id="258" r:id="Re0cd34bd5f204c6b"/>
    <p:sldId xmlns:r="http://schemas.openxmlformats.org/officeDocument/2006/relationships" id="259" r:id="R611a46c03b4c47a6"/>
    <p:sldId xmlns:r="http://schemas.openxmlformats.org/officeDocument/2006/relationships" id="260" r:id="R16efe00f6043418c"/>
    <p:sldId xmlns:r="http://schemas.openxmlformats.org/officeDocument/2006/relationships" id="261" r:id="R8fb0e366e2454707"/>
    <p:sldId xmlns:r="http://schemas.openxmlformats.org/officeDocument/2006/relationships" id="262" r:id="Rd4ee8708784b4cc4"/>
    <p:sldId xmlns:r="http://schemas.openxmlformats.org/officeDocument/2006/relationships" id="263" r:id="Rf109cae2ba4c48f5"/>
    <p:sldId xmlns:r="http://schemas.openxmlformats.org/officeDocument/2006/relationships" id="264" r:id="R82736af7eada4ff4"/>
    <p:sldId xmlns:r="http://schemas.openxmlformats.org/officeDocument/2006/relationships" id="265" r:id="R08e696f800f74c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95aac29d34002" /><Relationship Type="http://schemas.openxmlformats.org/officeDocument/2006/relationships/slideMaster" Target="/ppt/slideMasters/slideMaster1.xml" Id="Rd16479fcc5074274" /><Relationship Type="http://schemas.openxmlformats.org/officeDocument/2006/relationships/slideMaster" Target="/ppt/slideMasters/slideMaster2.xml" Id="R8296e67a872d41ce" /><Relationship Type="http://schemas.openxmlformats.org/officeDocument/2006/relationships/notesMaster" Target="/ppt/notesMasters/notesMaster1.xml" Id="R9ea0a4372963414e" /><Relationship Type="http://schemas.openxmlformats.org/officeDocument/2006/relationships/presProps" Target="/ppt/presProps.xml" Id="Rd7be07d0592a4261" /><Relationship Type="http://schemas.openxmlformats.org/officeDocument/2006/relationships/viewProps" Target="/ppt/viewProps.xml" Id="R4057f9612d1a4cf8" /><Relationship Type="http://schemas.openxmlformats.org/officeDocument/2006/relationships/tableStyles" Target="/ppt/tableStyles.xml" Id="Raeaf2d0d898b4da3" /><Relationship Type="http://schemas.openxmlformats.org/officeDocument/2006/relationships/slide" Target="/ppt/slides/slide1.xml" Id="R81f5bdc06f924ad0" /><Relationship Type="http://schemas.openxmlformats.org/officeDocument/2006/relationships/slide" Target="/ppt/slides/slide2.xml" Id="R4e2f4a064c314980" /><Relationship Type="http://schemas.openxmlformats.org/officeDocument/2006/relationships/slide" Target="/ppt/slides/slide3.xml" Id="Re0cd34bd5f204c6b" /><Relationship Type="http://schemas.openxmlformats.org/officeDocument/2006/relationships/slide" Target="/ppt/slides/slide4.xml" Id="R611a46c03b4c47a6" /><Relationship Type="http://schemas.openxmlformats.org/officeDocument/2006/relationships/slide" Target="/ppt/slides/slide5.xml" Id="R16efe00f6043418c" /><Relationship Type="http://schemas.openxmlformats.org/officeDocument/2006/relationships/slide" Target="/ppt/slides/slide6.xml" Id="R8fb0e366e2454707" /><Relationship Type="http://schemas.openxmlformats.org/officeDocument/2006/relationships/slide" Target="/ppt/slides/slide7.xml" Id="Rd4ee8708784b4cc4" /><Relationship Type="http://schemas.openxmlformats.org/officeDocument/2006/relationships/slide" Target="/ppt/slides/slide8.xml" Id="Rf109cae2ba4c48f5" /><Relationship Type="http://schemas.openxmlformats.org/officeDocument/2006/relationships/slide" Target="/ppt/slides/slide9.xml" Id="R82736af7eada4ff4" /><Relationship Type="http://schemas.openxmlformats.org/officeDocument/2006/relationships/slide" Target="/ppt/slides/slide10.xml" Id="R08e696f800f74c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4e8eea36367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3f9e3d904482b" /><Relationship Type="http://schemas.openxmlformats.org/officeDocument/2006/relationships/notesMaster" Target="/ppt/notesMasters/notesMaster1.xml" Id="R1b4b2f3688b94f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a9f74fc1724c42" /><Relationship Type="http://schemas.openxmlformats.org/officeDocument/2006/relationships/notesMaster" Target="/ppt/notesMasters/notesMaster1.xml" Id="R10130557d57d41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cf980835c84723" /><Relationship Type="http://schemas.openxmlformats.org/officeDocument/2006/relationships/notesMaster" Target="/ppt/notesMasters/notesMaster1.xml" Id="R30019a3df9d842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d7c2125f14a42" /><Relationship Type="http://schemas.openxmlformats.org/officeDocument/2006/relationships/notesMaster" Target="/ppt/notesMasters/notesMaster1.xml" Id="R4f115884fb074f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537ab3d12401c" /><Relationship Type="http://schemas.openxmlformats.org/officeDocument/2006/relationships/notesMaster" Target="/ppt/notesMasters/notesMaster1.xml" Id="Rd23d2f83c574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cc90ee616b43ec" /><Relationship Type="http://schemas.openxmlformats.org/officeDocument/2006/relationships/notesMaster" Target="/ppt/notesMasters/notesMaster1.xml" Id="R28daf985892b40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5c3cc94d354f69" /><Relationship Type="http://schemas.openxmlformats.org/officeDocument/2006/relationships/notesMaster" Target="/ppt/notesMasters/notesMaster1.xml" Id="R5eb40a8e10c041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021cea609f4502" /><Relationship Type="http://schemas.openxmlformats.org/officeDocument/2006/relationships/notesMaster" Target="/ppt/notesMasters/notesMaster1.xml" Id="R929a142945a045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518e2f84904efb" /><Relationship Type="http://schemas.openxmlformats.org/officeDocument/2006/relationships/notesMaster" Target="/ppt/notesMasters/notesMaster1.xml" Id="R09b9dc41e71a4d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c1ab4becc6453e" /><Relationship Type="http://schemas.openxmlformats.org/officeDocument/2006/relationships/notesMaster" Target="/ppt/notesMasters/notesMaster1.xml" Id="Rfab86d5c9eea43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2fbe569424e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1f88357344b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d2faf6a1441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4a1e381a04d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f30f7930d43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e3bf1349a4f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6caf3414d404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ae6e56fbe42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a61f62e3549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dd01bddae478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5d414d69d548a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601b652b864f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103b4377514e7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fd3d7efa93426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1b803ddccc4a0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60442c8a954f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88a685305842e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9c2c7b05df4de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4010a05a3a447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66bfb9470f4ed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6baddd500e480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cf20fa217a43a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F0D09A-D3EB-484B-A234-0D8413392DB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E7F9631-91E3-408B-84D6-6F5092A2BD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D63E30F-7A01-4943-A2CD-AAE883CEDC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79E8E0-7449-44C2-BFA7-265009D94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95610F0-8342-4044-A6F4-8CD33B42FB2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AA2699-4DA6-460E-86EB-4322B51048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124DBDD-C317-4F3A-AFE9-A5478451DB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3C4229-75F1-4021-9DBD-741B0ECCC9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45709-92F6-4ED2-B02A-D1E879AC7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5F1B8D-E73B-4FAB-96A8-71A9453FE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DE494FC-6D71-409E-87BD-26FA8645D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D9BEE86-3D4A-4A6E-A6B4-82F1E1D4F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1E7E0A-910A-446A-9112-773921C225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8160AD0-9F8A-444F-AA8F-9C7EE4DDD5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CE1B2A0-57FA-4C1E-8C89-9198AB727F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436FA26-809E-48FE-8E45-422629313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E139FE1-E059-4C7D-8566-E4EB42893B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3EDFEED-B44D-4B29-A1EC-FC8DDA20D8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0B277C-02C7-470F-9659-133AA5891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7F34C17-917B-4238-A00D-F4D2CC0CF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D7F0326-FAB5-4FC8-B9A0-DDAD877CD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CA533F-03AB-4C3A-B376-C5641EF38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AF75A0A-023E-4494-A47A-17CD69C4A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80ED845-5CA4-4988-8919-4891CE4524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822C3DC-06CB-48AD-95B7-299FA108B1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0E053C0-69F4-4E47-BA1B-86CC507C8F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FC3F754-01EA-488A-8D30-0FB601516D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9A14280-D9E4-405F-B4CB-A05DB358CC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FC77B4D-4F83-4C96-87A3-C8E93B784D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03E932-AC9B-4116-AF96-F8AEC4672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64D670-332E-4581-9515-A7C10B230C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2B70E41-18D5-4380-83DB-01CF5D983A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0B62E17-D47C-4A71-8EFD-865042673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CCA1503-A78D-4B0D-B219-44645355C6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80B2841-A531-4689-843E-1DFC11B44C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4F187D7-F07B-447C-B1B8-29CFA3A18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EB5064D-E46D-4110-A248-E420BA2132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F47084-BB5A-4F8B-9FA5-46634F3AB80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670F5B1-47E3-4148-8A78-8332AB6010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58DD2B2-BFDC-4A6D-BBB4-E2A414C5BF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032EE8-3AE9-4E61-B432-9500298760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29CBDFD-03A0-4A98-9A7B-08E23AB0E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3A258EA-645F-431A-ACD2-A66B9BCAF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AA66FF7-5CE7-40FE-8445-C547534780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989014-9FC8-4417-9BB7-600F662A32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20348E-3606-4EC4-A04B-FD159F209C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1F21902-13FD-460D-8F5D-2ED8F786F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F9D23F4-5382-4F48-8CD2-D1B545A322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398FF95-F425-4B2C-A9E2-8FBD1C6C2D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A26C362-A59D-44FB-B179-73F1E337A1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8B265C1C-DB05-46A2-94DF-CF57BAA27CA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DDE272-184A-435F-8C61-0FDF14A3A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4809F57-03FF-41F0-99BB-50B9BE2E4D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2B3EEB-84FB-48B6-A512-49592F01B0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CEBDFB7-3AA5-42AB-8592-5F6E828780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34BBF1C-0AFD-4234-82DB-6D00024062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85F44C-B2F5-4A23-82B0-13235A7342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80A8982-3708-464C-93FD-73D169BC00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4DFD095-4429-484F-BA2A-4190B1F7F3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3B1C057-A40B-4F80-8AE4-ACC284D36E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597B84-DA5A-4126-BE88-FAAC0B2B2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27B8FDF-8ABB-4968-8976-0480A75FA4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C1E2CA6-FF69-4D79-B75A-28BE02FC0C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905D88F-A621-4C43-AF1E-AABDD24615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37334DA-EABB-46D3-8382-49FF53681C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20B31C6-B626-44F8-B3DB-6ADBA8955D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02073B-A41E-4779-B594-D8B8E828D11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67ACA63-0B9C-4345-BDBD-49B4E82812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6F667F5-3674-41DE-90CD-6535F0D9AF8B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3561A78-3FB6-4480-938E-6D062D6EDD3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E22BE3A-2D08-43A6-AC34-644B3B1845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ECDDF10-5D47-463D-B79A-A4C94876C9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7FD22E3-0C49-4106-8DAE-9B93DB355A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8C833F3B-3230-45A2-AE1A-E7FC81612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101851-0FED-4EB4-93EE-85E1A000F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9C952E8-2412-48A9-84E9-0F153CEE15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704E412-3C98-42CE-9C16-3E0A74D7E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3517551-7065-4BEB-A740-EE92208101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5BAC509-A156-4A3A-973B-A24FD611E4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B1F9FE6-AF69-4A73-B8DB-CA8BECB092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6368D96-A086-4F41-9D5F-D80C38F5C5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D162F63E-A083-41BE-B1FC-DB043CEFBB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252C309-5627-41F3-B926-A42F41B1B0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C396A2F-C890-42DD-9600-BC6D6260DE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E7F2648-4CAA-4E10-8393-C4716D028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430BB8A-3ECD-4012-9E71-4117C7C4B43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1F935B0-BBFF-41FC-83D2-F492BCED6C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63EAB9-C0F4-462A-8576-E9AEBD9880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D892E7-76E1-4C71-9E80-3E2C67C1D7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BF19A4C0-B71F-47E8-B477-3A79EE183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7122DC3-B5D2-4271-A0E2-FB1714DB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991B1D9-E16D-4118-8687-7D0789DC2C5E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599F5-F890-450A-9C1D-958D87873FFD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A30481-3DAF-46C8-8D33-98A8F25CCF50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F0C1CBFA-3A67-429F-947C-EF87BEA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4F15F215-32D1-4E2D-AF25-A2EA1CC9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04CE3DB9-3413-4939-ACF0-E46FA2E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45FABD6C-2670-418B-BAA9-A06F787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FB3F250B-1FCE-42A2-9E4C-4D3B0627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A846608C-5C07-48ED-A25B-39DFF234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7AF23390-A5D8-4EC7-AFE3-9F3E33D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966CC6B6-B955-459F-9DEF-8F463D0C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90999734-B38A-46F0-B8FC-3FC06E07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27FC6AC-5B9A-437A-9A44-6D9ACBB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5906B522-CD8D-4F2D-8500-80DBC98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96F413FA-4C38-4C96-B504-401C81E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A6342ECA-EEDA-4106-93C5-C7127A6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FCB5DFEF-F609-42A1-BC75-471996D7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34B93B0F-A05E-4CDD-B2A6-353ED19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24A773B2-C451-471C-B050-266E5B2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F5834C5E-B54C-4B1F-B751-1957874E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78F4A221-2464-497D-899A-C8A69DD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96BC712E-1802-4565-8BFA-9D90ABFC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88CFF086-426F-48F1-BE51-0D95C1A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5D25C667-0D3F-4523-B25F-4163715A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156DA36F-A524-47D5-A7C6-70D5C9D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29E09CD-1582-4BD1-BA7B-ECB9D997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E8470A4D-0992-4207-974D-437ACBB3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9CA3FBB1-B536-4A8A-B216-0D08CCC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E9BC489D-F161-4107-B7D0-8BE8118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B3CBAA5E-892D-4246-97B0-7BCDA811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5ED92430-B0F3-4D8F-A0EB-635D0EC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48EC17D-4352-4636-9E62-54E70E1A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3436CFA5-DA30-4BF6-9359-E0249F8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A8E09747-5BCB-4282-AE65-DB21243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E1289B00-C329-447C-B873-B92EBAA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9D47A18D-67E0-4D94-B7A5-FE5E9DD7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EC42FE51-F456-4509-B928-AFEF7B9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61B1DAFA-1B07-423C-B4AD-DFE429CC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B3EAEB4F-131F-4B8B-8824-B00C5AA1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E96DA331-8E91-4F79-8D72-BE6990A0397C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97B5858C-07A9-4FFE-9C56-810D1F0D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FF0BD9A-B0A6-49C2-9704-17154AD9953F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D2165E28-7DFA-44AF-B1E3-266C25013DE1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236B8486-DD76-451B-86DD-BE90D651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59503F9-1A53-4A33-B4FD-8345F45BE6F1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5809A8E-61BD-41B8-8909-411C1D8B45E6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2E9084F-FE38-4088-8EA9-7CCFAA1EFC48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570F68B5-A43E-4C23-B125-A51FDD49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1EF8A285-8C9C-4087-9B97-13788AB1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1DC7C0F3-9E03-4342-88D8-F8821206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5F1EE16-A689-41FC-9168-8AA9363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D3425A13-09CB-4167-B882-F73EA21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34A10B89-BA11-4C48-8BA5-3391D7C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03E8DC5E-165F-4290-8E3D-8394642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DC8A91DC-48D6-4C06-BDA6-29DF5BDB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BD915714-8CE3-445B-87A4-0D4E410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3C35FEE8-B680-45B8-B8E1-61C5964B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5DDDF18B-35D1-4817-8840-F8C4A628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E85D096-953B-48E5-A639-A1F08962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E279CCA0-4D38-4CB7-96EC-431766F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1238F5F7-1CF9-4051-B9D3-385A6716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F6FB62D0-2E1E-4312-A4BE-34ABDA3A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69427837-BC02-4EAD-BF48-3E5F81F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3A398E4D-A36E-445E-8FB2-9C29E2E7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E3BD031C-5F53-4AA9-9929-BEFE800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F61C85D0-DDC2-4214-9E5F-AA6CDBA5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879AFE8B-6777-4E44-914D-DE4DACA3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1432159E-6786-453D-AF53-E063DB94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7B9AC97C-2163-46C6-86C2-42CA05CB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AF032CBF-BF17-4FDB-B3A9-6277214E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5DC5D895-F7CD-4E98-B6BD-A0048709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22009281-39B6-4360-9C99-E6FC392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5C4D4F19-12BF-49B6-8C36-B9D8638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B00C6691-0264-40B7-ACC5-F02A4C02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84C455AA-D246-496A-A386-82F62E15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1678E129-E108-447C-9F3C-85C350E1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4D3A04A3-90F2-4FD9-8253-7F37FFE9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FEF4FF47-464E-4931-BA1F-0991353D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320D78E2-EDF6-4000-9CB4-DE4CA7F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43CE87A3-A069-416D-ACCE-FCBD289D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F34AFF9-AED2-4C80-BE3A-6BAE24B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D9F2D113-9852-4311-8E8D-199267A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EC2F8F95-F15F-4CCC-A407-3B2DC56D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EB17DDF7-C392-420E-9441-8D4F17AC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F337E808-C7E4-4114-899D-08AF51948CA7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7A1E6D74-881D-42A3-A5C3-F45C2D952CBB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22C438E-0BE9-4605-8D02-08A5C9E4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ABC91D72-3671-406E-A914-03E4523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4B2E7BB-C2E7-4921-99F8-BE6EE327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2425191E-39F7-4890-AFBC-84F3193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B9ECC6DA-E447-4667-8B57-385C5160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2A95FA43-CB43-4523-B2C7-970F612A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4EE386E3-E112-4F73-9F50-3CBD24E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44C038AB-14E7-4F63-9349-52BA961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8BEDC80A-696C-4924-941C-5691E2BD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BCFBC94B-B739-4D28-B491-686F5647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200235AB-144A-45C5-BB1B-EA67EF3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AF4F1FE3-1673-4AF5-B4D1-C6140211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E441EE2A-E9C2-4DE8-A6CD-FE97E3CE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6C7E5F44-3DE9-4829-8652-23638E5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E10291FB-F9FC-43A8-869C-CBCA84D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9B8F6D0F-4362-4029-A242-2CF75F3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90923A00-2168-407F-804F-6EDC6D7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570733FD-EC7C-46A8-9950-803FCDE8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8404898A-9313-4D58-95A8-A52096D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7C60BA89-EAB1-4BDD-A684-C02BFCB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6F96D2EE-1ED3-42EB-8593-11754329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82E139AC-9306-4D19-BFB2-A6036CDE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AF64C569-DDCD-43FF-B502-263AA671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69C74C0B-9CA0-4BEF-86A4-55549064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9ED94071-4901-4893-B364-43E2BA12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F604B767-41D9-4ED2-B6BA-18F67F63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990B81D3-925E-43DC-A674-D2A6491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11CBC2D-BA04-4F4A-B477-71C062C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97C1CC54-F52D-470D-8ED4-378FEC7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03CCBBD7-7126-4CBB-9FB5-AC094B3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086D374B-0783-4D95-87B1-0B3A56B2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F6C115B4-4692-4F65-A037-6B83FDD0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4605B3D2-283C-4795-9985-1EE7D9C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7B0F6FD4-A64C-4EF1-92AC-FBAD80B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A70DCC0C-A52F-47AF-8A8B-FE31CC70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20702898-53CA-458C-BC06-F72183E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4A194E2F-BC4B-44BD-9DED-545F0374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FFE5078E-DDCE-416A-BF51-482F81DD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297C55-4328-4117-8EDE-02E08F1F4232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873070F-EB8A-4430-87FF-23601D695015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0C93B4-C595-4287-9B0F-FA83B5F60050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94C4F05-A9B5-413F-91DA-C22256FE5CE3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C2503D1-6843-4A81-8597-63C63FA596A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10F58F-7715-476A-8194-D93C565970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CD68B9-E202-41FB-A021-3B5423E4E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F98579-73F7-4710-AA16-AE02D7D6D3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9822AE4F-0AD2-49FF-899D-A4218067881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40CBCF4D-D352-4534-8304-041F83711F6A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1105DD75-82AB-418D-8B41-0565685E537E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25F4BA4-6A43-4F83-9854-979E1CD63582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4F5804F-47FF-416D-8ECB-C09F3A4B83E6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E51A88EF-1EF8-4365-8108-F4FCDF7B0AD3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5C3C9064-BF7C-42DE-9A0C-49817E3F52D1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5844FFB7-9200-4783-B3BF-581A51056CDA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45DD6C3-81FF-4DF0-BDD7-4731C0F992C9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AF21473-6151-4CCE-A106-DDF2B4AC996F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48F7A47D-08F5-44B7-9D67-A40B9B0728D8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AA53BEE-964F-42EA-A8B3-86A3D3B9439F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90E71D22-4EF8-4469-AD8A-CB033BCC879A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72C69AD9-C207-400B-8D6F-E804B333F9AE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209aeb62ac425b" /><Relationship Type="http://schemas.openxmlformats.org/officeDocument/2006/relationships/slideLayout" Target="/ppt/slideLayouts/slideLayout1.xml" Id="R2f401785b65e42c7" /><Relationship Type="http://schemas.openxmlformats.org/officeDocument/2006/relationships/slideLayout" Target="/ppt/slideLayouts/slideLayout2.xml" Id="R472e51c6cfb74211" /><Relationship Type="http://schemas.openxmlformats.org/officeDocument/2006/relationships/slideLayout" Target="/ppt/slideLayouts/slideLayout3.xml" Id="R6e8cb263f1bd453c" /><Relationship Type="http://schemas.openxmlformats.org/officeDocument/2006/relationships/slideLayout" Target="/ppt/slideLayouts/slideLayout4.xml" Id="Ra393b1df530344df" /><Relationship Type="http://schemas.openxmlformats.org/officeDocument/2006/relationships/slideLayout" Target="/ppt/slideLayouts/slideLayout5.xml" Id="R4d103e0f9a074a93" /><Relationship Type="http://schemas.openxmlformats.org/officeDocument/2006/relationships/slideLayout" Target="/ppt/slideLayouts/slideLayout6.xml" Id="Rfd05bd73a89d4b48" /><Relationship Type="http://schemas.openxmlformats.org/officeDocument/2006/relationships/slideLayout" Target="/ppt/slideLayouts/slideLayout7.xml" Id="Rdcc0425581f74d14" /><Relationship Type="http://schemas.openxmlformats.org/officeDocument/2006/relationships/slideLayout" Target="/ppt/slideLayouts/slideLayout8.xml" Id="R6288dbbb7c404b68" /><Relationship Type="http://schemas.openxmlformats.org/officeDocument/2006/relationships/slideLayout" Target="/ppt/slideLayouts/slideLayout9.xml" Id="Ref55b436910446f7" /><Relationship Type="http://schemas.openxmlformats.org/officeDocument/2006/relationships/slideLayout" Target="/ppt/slideLayouts/slideLayout10.xml" Id="Rfa0584bfd4464c7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18e47463c6c4121" /><Relationship Type="http://schemas.openxmlformats.org/officeDocument/2006/relationships/slideLayout" Target="/ppt/slideLayouts/slideLayout11.xml" Id="R176f6f0d37484eb5" /><Relationship Type="http://schemas.openxmlformats.org/officeDocument/2006/relationships/slideLayout" Target="/ppt/slideLayouts/slideLayout12.xml" Id="R388eed5dcbe34cd4" /><Relationship Type="http://schemas.openxmlformats.org/officeDocument/2006/relationships/slideLayout" Target="/ppt/slideLayouts/slideLayout13.xml" Id="R75a9ddbc064a43a8" /><Relationship Type="http://schemas.openxmlformats.org/officeDocument/2006/relationships/slideLayout" Target="/ppt/slideLayouts/slideLayout14.xml" Id="R99f3a992fc5044d3" /><Relationship Type="http://schemas.openxmlformats.org/officeDocument/2006/relationships/slideLayout" Target="/ppt/slideLayouts/slideLayout15.xml" Id="R3c11a365a7e34358" /><Relationship Type="http://schemas.openxmlformats.org/officeDocument/2006/relationships/slideLayout" Target="/ppt/slideLayouts/slideLayout16.xml" Id="R499a92debf194124" /><Relationship Type="http://schemas.openxmlformats.org/officeDocument/2006/relationships/slideLayout" Target="/ppt/slideLayouts/slideLayout17.xml" Id="R28c75904df5a479d" /><Relationship Type="http://schemas.openxmlformats.org/officeDocument/2006/relationships/slideLayout" Target="/ppt/slideLayouts/slideLayout18.xml" Id="R4a8937d5df874148" /><Relationship Type="http://schemas.openxmlformats.org/officeDocument/2006/relationships/slideLayout" Target="/ppt/slideLayouts/slideLayout19.xml" Id="Rd9d14f8635ac4cfb" /><Relationship Type="http://schemas.openxmlformats.org/officeDocument/2006/relationships/slideLayout" Target="/ppt/slideLayouts/slideLayout20.xml" Id="Rc0c8a2dfa9c9494b" /><Relationship Type="http://schemas.openxmlformats.org/officeDocument/2006/relationships/slideLayout" Target="/ppt/slideLayouts/slideLayout21.xml" Id="R6c19431a16324969" /><Relationship Type="http://schemas.openxmlformats.org/officeDocument/2006/relationships/slideLayout" Target="/ppt/slideLayouts/slideLayout22.xml" Id="R86917843e742408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F760D8A-D1D3-452D-91DE-DB8CDB61A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03F3FC4-871F-44E6-B342-D42CE47D9A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9674E1B-8714-4277-8F45-6D181C2222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E1F2E5-6605-4F05-A4A1-A1C4F54C3CD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A2BC21-F38E-43C1-A5BD-1BB9822AC1D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01785b65e42c7"/>
    <p:sldLayoutId xmlns:r="http://schemas.openxmlformats.org/officeDocument/2006/relationships" id="2147483650" r:id="R472e51c6cfb74211"/>
    <p:sldLayoutId xmlns:r="http://schemas.openxmlformats.org/officeDocument/2006/relationships" id="2147483651" r:id="R6e8cb263f1bd453c"/>
    <p:sldLayoutId xmlns:r="http://schemas.openxmlformats.org/officeDocument/2006/relationships" id="2147483652" r:id="Ra393b1df530344df"/>
    <p:sldLayoutId xmlns:r="http://schemas.openxmlformats.org/officeDocument/2006/relationships" id="2147483653" r:id="R4d103e0f9a074a93"/>
    <p:sldLayoutId xmlns:r="http://schemas.openxmlformats.org/officeDocument/2006/relationships" id="2147483654" r:id="Rfd05bd73a89d4b48"/>
    <p:sldLayoutId xmlns:r="http://schemas.openxmlformats.org/officeDocument/2006/relationships" id="2147483655" r:id="Rdcc0425581f74d14"/>
    <p:sldLayoutId xmlns:r="http://schemas.openxmlformats.org/officeDocument/2006/relationships" id="2147483656" r:id="R6288dbbb7c404b68"/>
    <p:sldLayoutId xmlns:r="http://schemas.openxmlformats.org/officeDocument/2006/relationships" id="2147483657" r:id="Ref55b436910446f7"/>
    <p:sldLayoutId xmlns:r="http://schemas.openxmlformats.org/officeDocument/2006/relationships" id="2147483658" r:id="Rfa0584bfd4464c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C01FC0-0211-4F25-ACCA-8C5F83D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37CEB1BD-E641-4D22-8877-48B13F3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84001820-7775-4A09-A945-0642946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96EAA544-FBE2-4CA2-96CC-C32CD2C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ADEC7198-91FB-489F-B527-4BD53FC9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6F46D6A7-383B-4FE5-861A-B23799DF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0B8DA1D-B8F6-4633-A586-710BF3D7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B7DBB568-2F90-44AD-B293-153F566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8331A0AD-2D28-4787-91FB-81BEDAE9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F70FD7FB-50D5-4908-AE2E-C16D419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D068DB3-C124-4E4D-9FEB-1D36E42A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52795CB3-43B9-4385-9306-089105EA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37EBF37E-383C-4E29-9E70-6373A059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F7D3EED5-4C2A-455A-95E8-18E2DEF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7F20F9F8-6921-48AC-89E1-43542CF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0F8430CE-F99A-4264-BAB5-F9A8D678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9CC9E7E2-402B-4FF9-9461-D9C36EFF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E4419F73-B5BC-453F-AB7C-EB04A21C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0A1E8E73-2A9C-44AA-A062-8E123A40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7839AF6B-AC0A-42D8-86EE-5C6081D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470A8523-842D-467C-B606-8EA242B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EFF61F02-59E5-4336-85C4-A710024F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751A7034-156F-4D3B-B3F9-592265B7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8D729096-0E17-441E-A0FD-F2CD12DE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DDDBFAFF-4BF5-4684-AA3B-AB15FBB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1BE5C9E2-C378-43B4-AC1B-088020F5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0563D788-CC09-43BB-A0C7-94431CF5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C2AAF24D-190F-47BC-9F9C-1108378C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073070E0-AC98-4172-814F-39D66A6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9F5F8E2-9B83-48C4-A0A5-BAA81A1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508B7C7A-74FC-44AC-B814-5F6F0165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F7826DBC-DF05-4ABB-A913-A05245C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2FB51AC3-9A15-48FE-BF72-0F103B67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C8C20B62-32D0-437D-91BC-0E84F7F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103F92D2-5B4C-48B1-AD44-CC9505B8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8AA7633E-DE7A-4562-857A-EEDE40A0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FC9470C2-7635-424F-98F8-9B8FF26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DF1B394D-86D3-4513-BDBD-3B1E126B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9C1EA81-C68E-4083-847B-B8D01431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9BDCFFD-E48A-4152-A113-931B574DD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192F21-EA77-429E-B142-22D2B7ABA6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0802-AB77-494B-B02B-AE8CC1AE0F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7105C2F-4621-42ED-A71F-FC6B3636D0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A1818A6-A687-4B85-8EFB-11FD806B3E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6883D51-F072-464A-8CE5-8FC8893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176f6f0d37484eb5"/>
    <p:sldLayoutId xmlns:r="http://schemas.openxmlformats.org/officeDocument/2006/relationships" id="2147483661" r:id="R388eed5dcbe34cd4"/>
    <p:sldLayoutId xmlns:r="http://schemas.openxmlformats.org/officeDocument/2006/relationships" id="2147483662" r:id="R75a9ddbc064a43a8"/>
    <p:sldLayoutId xmlns:r="http://schemas.openxmlformats.org/officeDocument/2006/relationships" id="2147483663" r:id="R99f3a992fc5044d3"/>
    <p:sldLayoutId xmlns:r="http://schemas.openxmlformats.org/officeDocument/2006/relationships" id="2147483664" r:id="R3c11a365a7e34358"/>
    <p:sldLayoutId xmlns:r="http://schemas.openxmlformats.org/officeDocument/2006/relationships" id="2147483665" r:id="R499a92debf194124"/>
    <p:sldLayoutId xmlns:r="http://schemas.openxmlformats.org/officeDocument/2006/relationships" id="2147483666" r:id="R28c75904df5a479d"/>
    <p:sldLayoutId xmlns:r="http://schemas.openxmlformats.org/officeDocument/2006/relationships" id="2147483667" r:id="R4a8937d5df874148"/>
    <p:sldLayoutId xmlns:r="http://schemas.openxmlformats.org/officeDocument/2006/relationships" id="2147483668" r:id="Rd9d14f8635ac4cfb"/>
    <p:sldLayoutId xmlns:r="http://schemas.openxmlformats.org/officeDocument/2006/relationships" id="2147483669" r:id="Rc0c8a2dfa9c9494b"/>
    <p:sldLayoutId xmlns:r="http://schemas.openxmlformats.org/officeDocument/2006/relationships" id="2147483670" r:id="R6c19431a16324969"/>
    <p:sldLayoutId xmlns:r="http://schemas.openxmlformats.org/officeDocument/2006/relationships" id="2147483671" r:id="R86917843e7424082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37c50664ea64ed8" /><Relationship Type="http://schemas.openxmlformats.org/officeDocument/2006/relationships/image" Target="/ppt/media/image.png" Id="Rc1d7dfa7df8b4be3" /><Relationship Type="http://schemas.openxmlformats.org/officeDocument/2006/relationships/image" Target="/ppt/media/image.svg" Id="R9a2c0704190e4b72" /><Relationship Type="http://schemas.openxmlformats.org/officeDocument/2006/relationships/image" Target="/ppt/media/image2.png" Id="R87b6d26e5b20482c" /><Relationship Type="http://schemas.openxmlformats.org/officeDocument/2006/relationships/image" Target="/ppt/media/image2.svg" Id="R90b72dcda4824092" /><Relationship Type="http://schemas.openxmlformats.org/officeDocument/2006/relationships/image" Target="/ppt/media/image3.png" Id="R35f5c20aa7bf42e2" /><Relationship Type="http://schemas.openxmlformats.org/officeDocument/2006/relationships/image" Target="/ppt/media/image3.svg" Id="R6b0e83bedfcc47b0" /><Relationship Type="http://schemas.openxmlformats.org/officeDocument/2006/relationships/image" Target="/ppt/media/image4.png" Id="Rf86a0fbe422a491c" /><Relationship Type="http://schemas.openxmlformats.org/officeDocument/2006/relationships/image" Target="/ppt/media/image4.svg" Id="Rb4f70542ecd440d3" /><Relationship Type="http://schemas.openxmlformats.org/officeDocument/2006/relationships/notesSlide" Target="/ppt/notesSlides/notesSlide1.xml" Id="Rd600cb2ca77b42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e4ba80016d14f29" /><Relationship Type="http://schemas.openxmlformats.org/officeDocument/2006/relationships/image" Target="/ppt/media/image.jpeg" Id="R436b67f8edcd44e0" /><Relationship Type="http://schemas.openxmlformats.org/officeDocument/2006/relationships/image" Target="/ppt/media/image2.jpeg" Id="R971d4acff27a495d" /><Relationship Type="http://schemas.openxmlformats.org/officeDocument/2006/relationships/notesSlide" Target="/ppt/notesSlides/notesSlide2.xml" Id="Recc57c48afe74c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4e23db0a7ba4b15" /><Relationship Type="http://schemas.openxmlformats.org/officeDocument/2006/relationships/image" Target="/ppt/media/image5.png" Id="Rcb9b78a1185147fc" /><Relationship Type="http://schemas.openxmlformats.org/officeDocument/2006/relationships/image" Target="/ppt/media/image5.svg" Id="Re7ca10097d9e4088" /><Relationship Type="http://schemas.openxmlformats.org/officeDocument/2006/relationships/image" Target="/ppt/media/image6.png" Id="R3f4b9de24768434f" /><Relationship Type="http://schemas.openxmlformats.org/officeDocument/2006/relationships/image" Target="/ppt/media/image6.svg" Id="R8b5368ec46bf42fb" /><Relationship Type="http://schemas.openxmlformats.org/officeDocument/2006/relationships/image" Target="/ppt/media/image.png" Id="Rfe1ee3e3b1c44103" /><Relationship Type="http://schemas.openxmlformats.org/officeDocument/2006/relationships/image" Target="/ppt/media/image.svg" Id="Rd88a7d16a7d848fc" /><Relationship Type="http://schemas.openxmlformats.org/officeDocument/2006/relationships/image" Target="/ppt/media/image7.png" Id="Rd74a4a26e8e84bbb" /><Relationship Type="http://schemas.openxmlformats.org/officeDocument/2006/relationships/notesSlide" Target="/ppt/notesSlides/notesSlide3.xml" Id="R8c8971ff410445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d72165bdd7e411b" /><Relationship Type="http://schemas.openxmlformats.org/officeDocument/2006/relationships/image" Target="/ppt/media/image3.jpeg" Id="R20679c8566d34f11" /><Relationship Type="http://schemas.openxmlformats.org/officeDocument/2006/relationships/image" Target="/ppt/media/image8.png" Id="Ra5e97597d03f42df" /><Relationship Type="http://schemas.openxmlformats.org/officeDocument/2006/relationships/image" Target="/ppt/media/image9.png" Id="R09797ebf50fe46d9" /><Relationship Type="http://schemas.openxmlformats.org/officeDocument/2006/relationships/image" Target="/ppt/media/image7.svg" Id="R16f565853cb04f5c" /><Relationship Type="http://schemas.openxmlformats.org/officeDocument/2006/relationships/image" Target="/ppt/media/image10.png" Id="R3ef2330c76f54f08" /><Relationship Type="http://schemas.openxmlformats.org/officeDocument/2006/relationships/image" Target="/ppt/media/image8.svg" Id="R31e5e998304f4172" /><Relationship Type="http://schemas.openxmlformats.org/officeDocument/2006/relationships/image" Target="/ppt/media/image11.png" Id="R5c033d2cab184d97" /><Relationship Type="http://schemas.openxmlformats.org/officeDocument/2006/relationships/image" Target="/ppt/media/image9.svg" Id="R4972e98019424a2a" /><Relationship Type="http://schemas.openxmlformats.org/officeDocument/2006/relationships/image" Target="/ppt/media/image12.png" Id="R2f8812aea9304e34" /><Relationship Type="http://schemas.openxmlformats.org/officeDocument/2006/relationships/image" Target="/ppt/media/image10.svg" Id="Rac2c9c3f10f64d31" /><Relationship Type="http://schemas.openxmlformats.org/officeDocument/2006/relationships/notesSlide" Target="/ppt/notesSlides/notesSlide4.xml" Id="R8515cd0290a847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bbde6b60fff4236" /><Relationship Type="http://schemas.openxmlformats.org/officeDocument/2006/relationships/image" Target="/ppt/media/image13.png" Id="Rda6ac9cc51a043da" /><Relationship Type="http://schemas.openxmlformats.org/officeDocument/2006/relationships/image" Target="/ppt/media/image11.svg" Id="R8dcd6daf6ba544e6" /><Relationship Type="http://schemas.openxmlformats.org/officeDocument/2006/relationships/image" Target="/ppt/media/image2.png" Id="Rd7dbcde59aa1491b" /><Relationship Type="http://schemas.openxmlformats.org/officeDocument/2006/relationships/image" Target="/ppt/media/image2.svg" Id="R2b4c7a665bb24efd" /><Relationship Type="http://schemas.openxmlformats.org/officeDocument/2006/relationships/notesSlide" Target="/ppt/notesSlides/notesSlide5.xml" Id="R573cbc148c1448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a236b613f2a4fa0" /><Relationship Type="http://schemas.openxmlformats.org/officeDocument/2006/relationships/image" Target="/ppt/media/image3.jpeg" Id="R2b0ba50708ae40ec" /><Relationship Type="http://schemas.openxmlformats.org/officeDocument/2006/relationships/image" Target="/ppt/media/image8.png" Id="R4f959ac522dd4a28" /><Relationship Type="http://schemas.openxmlformats.org/officeDocument/2006/relationships/image" Target="/ppt/media/image9.png" Id="R9f24efd7cca34980" /><Relationship Type="http://schemas.openxmlformats.org/officeDocument/2006/relationships/image" Target="/ppt/media/image7.svg" Id="R0906e20b107a4c02" /><Relationship Type="http://schemas.openxmlformats.org/officeDocument/2006/relationships/image" Target="/ppt/media/image10.png" Id="R454e1fc1fd8b4fc0" /><Relationship Type="http://schemas.openxmlformats.org/officeDocument/2006/relationships/image" Target="/ppt/media/image8.svg" Id="Rf71d85692e5147a1" /><Relationship Type="http://schemas.openxmlformats.org/officeDocument/2006/relationships/image" Target="/ppt/media/image11.png" Id="Reec92ea1f6d549db" /><Relationship Type="http://schemas.openxmlformats.org/officeDocument/2006/relationships/image" Target="/ppt/media/image9.svg" Id="R9ee9ee40dd4446fc" /><Relationship Type="http://schemas.openxmlformats.org/officeDocument/2006/relationships/image" Target="/ppt/media/image12.png" Id="Refb03c324d9c4326" /><Relationship Type="http://schemas.openxmlformats.org/officeDocument/2006/relationships/image" Target="/ppt/media/image10.svg" Id="Ra4047b57acc74c00" /><Relationship Type="http://schemas.openxmlformats.org/officeDocument/2006/relationships/notesSlide" Target="/ppt/notesSlides/notesSlide6.xml" Id="Ra590865ddedf4d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09e4f8a446b49cd" /><Relationship Type="http://schemas.openxmlformats.org/officeDocument/2006/relationships/image" Target="/ppt/media/image5.png" Id="R93abbb75ea9748ab" /><Relationship Type="http://schemas.openxmlformats.org/officeDocument/2006/relationships/image" Target="/ppt/media/image5.svg" Id="Rd0d861f1c1e04a57" /><Relationship Type="http://schemas.openxmlformats.org/officeDocument/2006/relationships/image" Target="/ppt/media/image6.png" Id="R06a07873bf224f29" /><Relationship Type="http://schemas.openxmlformats.org/officeDocument/2006/relationships/image" Target="/ppt/media/image6.svg" Id="R1c497561f43a4737" /><Relationship Type="http://schemas.openxmlformats.org/officeDocument/2006/relationships/image" Target="/ppt/media/image.png" Id="R7208ff2191ab4ced" /><Relationship Type="http://schemas.openxmlformats.org/officeDocument/2006/relationships/image" Target="/ppt/media/image.svg" Id="R03935b228e1c4f64" /><Relationship Type="http://schemas.openxmlformats.org/officeDocument/2006/relationships/image" Target="/ppt/media/image7.png" Id="Rd0c5157d37274b56" /><Relationship Type="http://schemas.openxmlformats.org/officeDocument/2006/relationships/notesSlide" Target="/ppt/notesSlides/notesSlide7.xml" Id="R8822189cc53f4d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f4524c35d9f433d" /><Relationship Type="http://schemas.openxmlformats.org/officeDocument/2006/relationships/image" Target="/ppt/media/image5.png" Id="Rabf0b3f17bbe4d7b" /><Relationship Type="http://schemas.openxmlformats.org/officeDocument/2006/relationships/image" Target="/ppt/media/image5.svg" Id="Rbf134b90b61c43b6" /><Relationship Type="http://schemas.openxmlformats.org/officeDocument/2006/relationships/image" Target="/ppt/media/image6.png" Id="R676514a751914e4d" /><Relationship Type="http://schemas.openxmlformats.org/officeDocument/2006/relationships/image" Target="/ppt/media/image6.svg" Id="Ra59de601c8264861" /><Relationship Type="http://schemas.openxmlformats.org/officeDocument/2006/relationships/image" Target="/ppt/media/image.png" Id="R464df2301df848d7" /><Relationship Type="http://schemas.openxmlformats.org/officeDocument/2006/relationships/image" Target="/ppt/media/image.svg" Id="Rda9215bb4cdb4f40" /><Relationship Type="http://schemas.openxmlformats.org/officeDocument/2006/relationships/image" Target="/ppt/media/image7.png" Id="R5e99240fcc094370" /><Relationship Type="http://schemas.openxmlformats.org/officeDocument/2006/relationships/notesSlide" Target="/ppt/notesSlides/notesSlide8.xml" Id="R76ee5c57b43543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56b41d4c8004241" /><Relationship Type="http://schemas.openxmlformats.org/officeDocument/2006/relationships/image" Target="/ppt/media/image.jpeg" Id="R075b8f4711084986" /><Relationship Type="http://schemas.openxmlformats.org/officeDocument/2006/relationships/image" Target="/ppt/media/image2.jpeg" Id="Reb03807fdb2c499e" /><Relationship Type="http://schemas.openxmlformats.org/officeDocument/2006/relationships/notesSlide" Target="/ppt/notesSlides/notesSlide9.xml" Id="R9bf31222f3b149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46aa868df934bf3" /><Relationship Type="http://schemas.openxmlformats.org/officeDocument/2006/relationships/image" Target="/ppt/media/image.png" Id="Rb81fb32fb2e24e05" /><Relationship Type="http://schemas.openxmlformats.org/officeDocument/2006/relationships/image" Target="/ppt/media/image.svg" Id="Rcb92791e294f4297" /><Relationship Type="http://schemas.openxmlformats.org/officeDocument/2006/relationships/image" Target="/ppt/media/image2.png" Id="R6d3b8e1c9ee14a3b" /><Relationship Type="http://schemas.openxmlformats.org/officeDocument/2006/relationships/image" Target="/ppt/media/image2.svg" Id="Rddfc26417d3e4cac" /><Relationship Type="http://schemas.openxmlformats.org/officeDocument/2006/relationships/image" Target="/ppt/media/image3.png" Id="Rad866925ea4d44f6" /><Relationship Type="http://schemas.openxmlformats.org/officeDocument/2006/relationships/image" Target="/ppt/media/image3.svg" Id="Re7efa12879994b82" /><Relationship Type="http://schemas.openxmlformats.org/officeDocument/2006/relationships/image" Target="/ppt/media/image4.png" Id="R5908bc11cb68428a" /><Relationship Type="http://schemas.openxmlformats.org/officeDocument/2006/relationships/image" Target="/ppt/media/image4.svg" Id="R30fa0d00f1734959" /><Relationship Type="http://schemas.openxmlformats.org/officeDocument/2006/relationships/notesSlide" Target="/ppt/notesSlides/notesSlide10.xml" Id="R57c977f3df6040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23FCB8D-06C8-4E6E-AC21-E38C3EA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A62E645-6E98-4629-97F7-21482705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C20B302-2870-4514-A9FA-8AA7FEE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VIP 先生 家庭定制方案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963A7BE-0BBD-438F-9BEA-5E91305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A3D9B86-5B3A-4D25-A4C6-0BDA5EBD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452BB1E-3131-46D1-9105-E2BF5DA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E4A28F90-4E1B-4DF7-B0AE-778EFD6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6DF834-412C-4B54-BF04-A520850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F686687-D926-482E-8144-7A10139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B9BE54D7-CC2F-4FD0-B243-D4690B9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01A6C36-3530-41D4-928C-C1D40F2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EF89DE4-45C2-4CC7-952B-920F803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4AA83D-3C17-4FA7-B6A9-6E03C0B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9D183DAB-4853-4924-A43C-3D34E40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7dfa7df8b4be3">
            <a:extLst>
              <a:ext uri="{96DAC541-7B7A-43D3-8B79-37D633B846F1}">
                <asvg:svgBlip xmlns:asvg="http://schemas.microsoft.com/office/drawing/2016/SVG/main" r:embed="R9a2c0704190e4b72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870241B-B730-4F05-AABA-ACDD06E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9294E64-9FC1-435C-8E6C-74E7CFD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周大福人寿 · 「匠·传承」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B05403D5-18A9-4262-A4E4-8E1ACE81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C65CDCD-D524-42FF-8D25-A803ECC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6d26e5b20482c">
            <a:extLst>
              <a:ext uri="{96DAC541-7B7A-43D3-8B79-37D633B846F1}">
                <asvg:svgBlip xmlns:asvg="http://schemas.microsoft.com/office/drawing/2016/SVG/main" r:embed="R90b72dcda4824092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86E52F5-D53A-4F40-94E7-EF1AD45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BB48C22-D25A-4D60-9072-EF2DC19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B50F147-E9A8-43F2-8B91-77728FE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568CDA2-B2BA-4065-AA0D-A01551F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5c20aa7bf42e2">
            <a:extLst>
              <a:ext uri="{96DAC541-7B7A-43D3-8B79-37D633B846F1}">
                <asvg:svgBlip xmlns:asvg="http://schemas.microsoft.com/office/drawing/2016/SVG/main" r:embed="R6b0e83bedfcc47b0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3FA466F-98A2-4921-B9AE-4DBF4CF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55321B3-989F-4B01-B965-6F5BEB3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B6DCE44-A442-4B29-88D0-DD0CDC5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9D9E20DD-9A91-48A4-9BF6-9BFDE9CD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a0fbe422a491c">
            <a:extLst>
              <a:ext uri="{96DAC541-7B7A-43D3-8B79-37D633B846F1}">
                <asvg:svgBlip xmlns:asvg="http://schemas.microsoft.com/office/drawing/2016/SVG/main" r:embed="Rb4f70542ecd440d3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5574A4A-E077-413B-9854-11AA3F8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46B63A56-A85E-4AFE-B3A3-812DFDE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2026-06-07</a:t>
            </a:r>
          </a:p>
        </p:txBody>
      </p:sp>
    </p:spTree>
    <p:extLst>
      <p:ext uri="{BB962C8B-B14F-4D97-AF65-F5344CB8AC3E}">
        <p14:creationId xmlns:p14="http://schemas.microsoft.com/office/powerpoint/2010/main" val="724596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83F978-82BE-415E-9951-AC9EBF5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59FBB3E-05CC-4466-AAC6-FAE802E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2E5AB3E-BCFA-4722-BACF-72776BC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周大福人寿公司介绍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C4B16F9-39D1-4E8E-95EE-9091DC6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36A6987-B768-405C-84C4-DBDBFE5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88D872D-F4F3-4CFD-9446-C94FC8C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93DBF2B-9E4A-475B-87EC-37E29583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EF69148-0E9F-409A-B440-3B6C22C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04E0464-C792-4495-8A4A-7B31FE77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D3CB662-863F-4845-8E68-8ABE50B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11F455D-38AB-4DF5-88F4-7ECA480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A134403-DF14-4E88-BF48-FA4D828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E881D4BB-2D45-4B7A-977C-FF54AF1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4A54A88-B480-4649-BEAE-E4DC60A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6DDACD5-C84F-4B51-81E7-99A02D0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0E44C1C-B734-4C91-B6DC-4201AF6C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0FD41F9-1C8F-479F-9B15-2AEE6CD6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775447C-98CE-40A3-B207-9B79DFA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74E22C4F-94CD-4ADB-A01E-61B55AE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7DF3E93-C1EC-4DC5-A63B-81B23ED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999605B4-109D-4A73-8295-FC0532F9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0992A319-9246-4C97-BD69-9B37093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3790251-0786-4963-8288-E6680D3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A84494B-6BA9-4124-B70F-ECE1147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5F699DC3-660B-46F9-BF05-13F8172D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45FA8C49-7CAF-460C-879C-0B52507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D40AF06-23A8-4CD8-A6A0-CEECE07E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4C1336CF-0A38-4E9C-B50D-9E93254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F588BD1-F9F2-4595-B2A9-11A5602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15F61F5-8DD0-4D08-B831-A5A67710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b67f8edcd44e0"/>
          <a:srcRect xmlns:a="http://schemas.openxmlformats.org/drawingml/2006/main" l="13270" t="0" r="13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D104207-942D-4CA5-95C1-1868FCBD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ADF9122-D609-4862-9EBD-6599211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公司资料来自内部知识库（公开口径）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8DD1926C-9272-4315-B8EE-3FAF7EC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F8D69233-481E-4219-B8A4-C306EA0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d4acff27a495d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F855427-90F2-4B7E-8210-2443FE6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2382CC36-C36E-41B3-866F-9B4D31F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以长期偿付与资产实力为核心筛选依据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FDF525BB-F494-4309-B925-7994FB0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FA35012-D167-4E71-A872-5E9B504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d4acff27a495d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4FC6D25F-7127-46F5-94EB-2563638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B9BFD2F-4F42-4414-AFE6-70B541C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本页用于销售沟通，正式数值与官方计划书分层呈现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F8A492B-EDD0-4117-9FD5-810BAE24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16AFBDE-BBC5-4974-9032-1AFD336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d4acff27a495d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5DE945FE-A8A7-4FE2-8DE8-4840A2B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1F95FB41-E5F1-43BE-9D76-95D1CAA3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258593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6868D7-667B-489E-A0ED-B17CC39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76872C1-1FD9-4175-889B-C6F1763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9FBF4F9-7974-4FC1-9D4E-2F07772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产品亮点概览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6E06E96-9871-4F4D-B235-45371C7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40C0CB6-A0A9-44EE-89A8-F4F664B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b78a1185147fc">
            <a:extLst>
              <a:ext uri="{96DAC541-7B7A-43D3-8B79-37D633B846F1}">
                <asvg:svgBlip xmlns:asvg="http://schemas.microsoft.com/office/drawing/2016/SVG/main" r:embed="Re7ca10097d9e4088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1BD5826-68C3-4BC8-A6A5-7370275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9F8D882-7F6A-4C1C-9C93-16BD707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3B6A5C9-A371-42C6-AD73-3B683B1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4729256-52F8-462C-AC93-BEF4F3F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长期价值来源于保证底盘 + 非保证增值，图表用于结构化解释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44B540B-1371-499C-A2C6-20368D4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1E3A78D-AF47-4C10-8BE2-82EC19F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6DE540-257A-46D1-800F-45E92FC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0C1FB0A-5197-49B6-A4FB-12443A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EEC7A35-4E3E-43FE-879F-2F2E29E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0E6F577-B7F4-4B1B-8E96-627A0E6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b9de24768434f">
            <a:extLst>
              <a:ext uri="{96DAC541-7B7A-43D3-8B79-37D633B846F1}">
                <asvg:svgBlip xmlns:asvg="http://schemas.microsoft.com/office/drawing/2016/SVG/main" r:embed="R8b5368ec46bf42fb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A5155A2-9F57-474E-9083-EBEF64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总缴保费约 US$500,000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1BD66F8-E3AD-4071-ABE4-396113C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24AD62B-BF00-409D-96F2-28B78C8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ee3e3b1c44103">
            <a:extLst>
              <a:ext uri="{96DAC541-7B7A-43D3-8B79-37D633B846F1}">
                <asvg:svgBlip xmlns:asvg="http://schemas.microsoft.com/office/drawing/2016/SVG/main" r:embed="Rd88a7d16a7d848fc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4FD930C-8F96-4860-9E4A-BA0ECA0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484040-C85A-4DB3-9F1B-A9E1E1A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不提领：20年约 2.73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F2743ED-19FC-41EE-A3BE-B8424A4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284D72B0-ADF7-41CF-9157-BBFC92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a4a26e8e84bbb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8B32FBC-9F43-4ECF-831C-51B5007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CCCE37A-F5A2-40BB-A383-837DDAF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不提领：30年约 5.57 倍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D3FB71A-C287-4962-8E2E-CF77008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a4a26e8e84bbb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2E05CE4-74DE-4D14-8D56-AE0B51F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1D0BA40-4B88-493E-AC3D-D1BB73D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D0A40B8-B0C1-4EA9-9B59-EE58D92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a4a26e8e84bbb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62320B0-0E3E-49DD-8620-42A896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61255DF-67E5-4EAD-B331-2263DDF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8B6BDFB-975D-4AAF-B51A-BFD6D69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a4a26e8e84bbb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9A08778E-9CA3-4AFD-9187-149959C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786B9B72-A6D6-448E-8F96-9ECCC76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8171844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9D0B9C5-1F75-410C-AEB5-47E5D555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47DBDB4-640F-4EDB-B7B9-20309927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8E6E22-C64F-4A31-9E35-40D235E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现金流与风险准备并行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6844AF6-DCBE-45B7-AED3-40039C4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B20EDAB-2111-46F0-B03F-54DC8893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9A3AC06F-467C-4D42-8F7C-E99372A6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79c8566d34f11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81408ED-447D-4E2D-9F8B-427484C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AEEBCBE-5993-4892-8F9E-91A0F1FA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2958D2F-CA41-43DC-AA88-7D03CD54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015DD34-516D-4972-B5F2-76D72ED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8563FDA-1F41-4CF5-B2D8-D43791D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18B872D-DF61-4B03-BDE0-3F4FD566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97597d03f42df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D88214C0-4435-4E2B-A337-BACB427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F370D9-BEA5-46B3-ADAE-E3CF5BB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DE52A4B-09CD-447E-B375-F2671DB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3252BC9-2ED6-4247-B382-208C43E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97597d03f42df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5861FBFA-B08F-46AF-996D-80662FD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4967752-AFCE-40C6-AE0B-176AC9B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657D6A7-6552-4FE1-980C-A240C45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第6年起每年领取 US$35,000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088B7DA2-CAAB-4988-A2F3-6E81A389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第20年累计领取 US$525,006</a:t>
            </a: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97597d03f42df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DFDDE02-A5CD-4D2E-988C-22501EB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5815CA71-707F-4000-B79E-8FD901C1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5E478010-22FF-45BF-84EF-0C529A4B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 US$875,016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6AF7B939-8CCA-49CF-98C9-EB20C35B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 US$1,925,212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97597d03f42df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26E8625-0F06-4843-9F85-A566B3D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EF202D3-1919-41E4-8340-ED31CFB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6C7533C-59EE-40CE-9C2B-AB71B8B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043764-6469-44EF-977A-F56FC2C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97ebf50fe46d9">
            <a:extLst>
              <a:ext uri="{96DAC541-7B7A-43D3-8B79-37D633B846F1}">
                <asvg:svgBlip xmlns:asvg="http://schemas.microsoft.com/office/drawing/2016/SVG/main" r:embed="R16f565853cb04f5c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F1B1CEA-D0AA-4345-A0A5-AEBBC49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6AA76FE-B054-4591-A0FE-A875696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6DFD9924-677C-47DC-90B9-61CB660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2330c76f54f08">
            <a:extLst>
              <a:ext uri="{96DAC541-7B7A-43D3-8B79-37D633B846F1}">
                <asvg:svgBlip xmlns:asvg="http://schemas.microsoft.com/office/drawing/2016/SVG/main" r:embed="R31e5e998304f4172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9D3D3C6-AB85-42A2-A58F-05EA30B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A04553B-7C22-4D7C-9DD2-0A467F4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33d2cab184d97">
            <a:extLst>
              <a:ext uri="{96DAC541-7B7A-43D3-8B79-37D633B846F1}">
                <asvg:svgBlip xmlns:asvg="http://schemas.microsoft.com/office/drawing/2016/SVG/main" r:embed="R4972e98019424a2a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41D813A-A5BF-4B07-B103-CB25426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3D590BB-407C-444D-8034-A9A478C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812aea9304e34">
            <a:extLst>
              <a:ext uri="{96DAC541-7B7A-43D3-8B79-37D633B846F1}">
                <asvg:svgBlip xmlns:asvg="http://schemas.microsoft.com/office/drawing/2016/SVG/main" r:embed="Rac2c9c3f10f64d31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F285486-12D1-431F-BE8C-2F61820A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190856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C6A762A-F654-461B-B78E-046225EE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3E3E286-93DC-4EF3-B476-FDA831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D56FE5-3A91-4562-8DF8-AE734A9D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教育金领取路径（横向里程碑）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7FB7FE0-FE7B-4D0F-985A-7BF4B06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C028BCC-9060-48F1-A44E-B9B4B14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ac9cc51a043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19FAFE1-445B-4E3A-BE8E-F692E33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685C855-634A-4BA0-80F6-CC012B8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FBB9B54-75A0-4030-998B-CD24D8C7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ED065F6F-44BC-40BA-94C1-95CB4296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3A712ED-F0A0-4644-BED3-629D328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88DF1E6-70F6-4031-83D6-7E5A071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6231957-3377-4D86-B53C-F025617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04C1D22-0015-4125-9CFD-725697F7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76D6B73-B6FE-4143-972D-EF452978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第6年开始领取，每年约 US$35,000；第20年累计约 US$525,006。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AB7B4E91-2640-4756-AF17-424D9EA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C69F7550-50D1-4CEE-BE53-797656F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677B5CC3-18A5-44E8-8EB1-34996E4A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9ABDCF7-2162-4DEE-9D0E-201ECA98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ac9cc51a043da">
            <a:extLst>
              <a:ext uri="{96DAC541-7B7A-43D3-8B79-37D633B846F1}">
                <asvg:svgBlip xmlns:asvg="http://schemas.microsoft.com/office/drawing/2016/SVG/main" r:embed="R8dcd6daf6ba544e6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18C7DF5-A291-441A-AE08-C4A2559D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BD8335E-4651-451B-9A4D-863BE1D9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08D59CC-0DC2-4AB5-9071-F28A615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A7F28047-E0A5-487E-88DF-B9E37126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bcde59aa1491b">
            <a:extLst>
              <a:ext uri="{96DAC541-7B7A-43D3-8B79-37D633B846F1}">
                <asvg:svgBlip xmlns:asvg="http://schemas.microsoft.com/office/drawing/2016/SVG/main" r:embed="R2b4c7a665bb24efd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33138A83-7F73-442C-965C-8231B69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17A2F3B-A880-4965-B299-1B7EDE67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第30年累计约 US$875,016，同时保留退保价值。</a:t>
            </a:r>
          </a:p>
        </p:txBody>
      </p:sp>
    </p:spTree>
    <p:extLst>
      <p:ext uri="{BB962C8B-B14F-4D97-AF65-F5344CB8AC3E}">
        <p14:creationId xmlns:p14="http://schemas.microsoft.com/office/powerpoint/2010/main" val="17508099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9D0B9C5-1F75-410C-AEB5-47E5D555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47DBDB4-640F-4EDB-B7B9-20309927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8E6E22-C64F-4A31-9E35-40D235E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养老金视角：领取与剩余价值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6844AF6-DCBE-45B7-AED3-40039C4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B20EDAB-2111-46F0-B03F-54DC8893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9A3AC06F-467C-4D42-8F7C-E99372A6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ba50708ae40ec"/>
          <a:srcRect xmlns:a="http://schemas.openxmlformats.org/drawingml/2006/main" l="17337" t="0" r="173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81408ED-447D-4E2D-9F8B-427484C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AEEBCBE-5993-4892-8F9E-91A0F1FA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2958D2F-CA41-43DC-AA88-7D03CD54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015DD34-516D-4972-B5F2-76D72ED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8563FDA-1F41-4CF5-B2D8-D43791D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18B872D-DF61-4B03-BDE0-3F4FD566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59ac522dd4a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D88214C0-4435-4E2B-A337-BACB427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F370D9-BEA5-46B3-ADAE-E3CF5BB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DE52A4B-09CD-447E-B375-F2671DB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3252BC9-2ED6-4247-B382-208C43E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59ac522dd4a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5861FBFA-B08F-46AF-996D-80662FD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4967752-AFCE-40C6-AE0B-176AC9B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657D6A7-6552-4FE1-980C-A240C45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第30年累计领取约 US$875,016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088B7DA2-CAAB-4988-A2F3-6E81A389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59ac522dd4a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DFDDE02-A5CD-4D2E-988C-22501EB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5815CA71-707F-4000-B79E-8FD901C1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5E478010-22FF-45BF-84EF-0C529A4B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第60年累计领取约 US$1,925,212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6AF7B939-8CCA-49CF-98C9-EB20C35B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领取后仍有保单价值，便于兼顾灵活性</a:t>
            </a: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59ac522dd4a28"/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26E8625-0F06-4843-9F85-A566B3D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EF202D3-1919-41E4-8340-ED31CFB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6C7533C-59EE-40CE-9C2B-AB71B8B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043764-6469-44EF-977A-F56FC2C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4efd7cca34980">
            <a:extLst>
              <a:ext uri="{96DAC541-7B7A-43D3-8B79-37D633B846F1}">
                <asvg:svgBlip xmlns:asvg="http://schemas.microsoft.com/office/drawing/2016/SVG/main" r:embed="R0906e20b107a4c02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F1B1CEA-D0AA-4345-A0A5-AEBBC49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6AA76FE-B054-4591-A0FE-A875696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6DFD9924-677C-47DC-90B9-61CB660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e1fc1fd8b4fc0">
            <a:extLst>
              <a:ext uri="{96DAC541-7B7A-43D3-8B79-37D633B846F1}">
                <asvg:svgBlip xmlns:asvg="http://schemas.microsoft.com/office/drawing/2016/SVG/main" r:embed="Rf71d85692e5147a1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9D3D3C6-AB85-42A2-A58F-05EA30B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A04553B-7C22-4D7C-9DD2-0A467F4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92ea1f6d549db">
            <a:extLst>
              <a:ext uri="{96DAC541-7B7A-43D3-8B79-37D633B846F1}">
                <asvg:svgBlip xmlns:asvg="http://schemas.microsoft.com/office/drawing/2016/SVG/main" r:embed="R9ee9ee40dd4446fc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41D813A-A5BF-4B07-B103-CB25426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3D590BB-407C-444D-8034-A9A478C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03c324d9c4326">
            <a:extLst>
              <a:ext uri="{96DAC541-7B7A-43D3-8B79-37D633B846F1}">
                <asvg:svgBlip xmlns:asvg="http://schemas.microsoft.com/office/drawing/2016/SVG/main" r:embed="Ra4047b57acc74c00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F285486-12D1-431F-BE8C-2F61820A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190856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6868D7-667B-489E-A0ED-B17CC39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76872C1-1FD9-4175-889B-C6F1763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9FBF4F9-7974-4FC1-9D4E-2F07772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6E06E96-9871-4F4D-B235-45371C7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40C0CB6-A0A9-44EE-89A8-F4F664B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bbb75ea9748ab">
            <a:extLst>
              <a:ext uri="{96DAC541-7B7A-43D3-8B79-37D633B846F1}">
                <asvg:svgBlip xmlns:asvg="http://schemas.microsoft.com/office/drawing/2016/SVG/main" r:embed="Rd0d861f1c1e04a57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1BD5826-68C3-4BC8-A6A5-7370275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9F8D882-7F6A-4C1C-9C93-16BD707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3B6A5C9-A371-42C6-AD73-3B683B1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4729256-52F8-462C-AC93-BEF4F3F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字段包含：年龄、保单年度、已交总保费、领取金额、累计领取、退保现金价值、单利、复利。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44B540B-1371-499C-A2C6-20368D4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1E3A78D-AF47-4C10-8BE2-82EC19F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6DE540-257A-46D1-800F-45E92FC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0C1FB0A-5197-49B6-A4FB-12443A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EEC7A35-4E3E-43FE-879F-2F2E29E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0E6F577-B7F4-4B1B-8E96-627A0E6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07873bf224f29">
            <a:extLst>
              <a:ext uri="{96DAC541-7B7A-43D3-8B79-37D633B846F1}">
                <asvg:svgBlip xmlns:asvg="http://schemas.microsoft.com/office/drawing/2016/SVG/main" r:embed="R1c497561f43a4737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A5155A2-9F57-474E-9083-EBEF64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1BD66F8-E3AD-4071-ABE4-396113C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24AD62B-BF00-409D-96F2-28B78C8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8ff2191ab4ced">
            <a:extLst>
              <a:ext uri="{96DAC541-7B7A-43D3-8B79-37D633B846F1}">
                <asvg:svgBlip xmlns:asvg="http://schemas.microsoft.com/office/drawing/2016/SVG/main" r:embed="R03935b228e1c4f6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4FD930C-8F96-4860-9E4A-BA0ECA0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484040-C85A-4DB3-9F1B-A9E1E1A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F2743ED-19FC-41EE-A3BE-B8424A4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284D72B0-ADF7-41CF-9157-BBFC92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5157d37274b56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8B32FBC-9F43-4ECF-831C-51B5007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CCCE37A-F5A2-40BB-A383-837DDAF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D3FB71A-C287-4962-8E2E-CF77008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5157d37274b56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2E05CE4-74DE-4D14-8D56-AE0B51F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1D0BA40-4B88-493E-AC3D-D1BB73D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D0A40B8-B0C1-4EA9-9B59-EE58D92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5157d37274b56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62320B0-0E3E-49DD-8620-42A896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61255DF-67E5-4EAD-B331-2263DDF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8B6BDFB-975D-4AAF-B51A-BFD6D69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5157d37274b56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9A08778E-9CA3-4AFD-9187-149959C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786B9B72-A6D6-448E-8F96-9ECCC76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8171844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6868D7-667B-489E-A0ED-B17CC39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76872C1-1FD9-4175-889B-C6F1763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9FBF4F9-7974-4FC1-9D4E-2F07772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不提领方案数据表（每10年）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6E06E96-9871-4F4D-B235-45371C7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40C0CB6-A0A9-44EE-89A8-F4F664B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0b3f17bbe4d7b">
            <a:extLst>
              <a:ext uri="{96DAC541-7B7A-43D3-8B79-37D633B846F1}">
                <asvg:svgBlip xmlns:asvg="http://schemas.microsoft.com/office/drawing/2016/SVG/main" r:embed="Rbf134b90b61c43b6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1BD5826-68C3-4BC8-A6A5-7370275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9F8D882-7F6A-4C1C-9C93-16BD707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3B6A5C9-A371-42C6-AD73-3B683B1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4729256-52F8-462C-AC93-BEF4F3F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第20年约 2.73 倍，第30年约 5.57 倍。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44B540B-1371-499C-A2C6-20368D4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1E3A78D-AF47-4C10-8BE2-82EC19F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6DE540-257A-46D1-800F-45E92FC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0C1FB0A-5197-49B6-A4FB-12443A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EEC7A35-4E3E-43FE-879F-2F2E29E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0E6F577-B7F4-4B1B-8E96-627A0E6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514a751914e4d">
            <a:extLst>
              <a:ext uri="{96DAC541-7B7A-43D3-8B79-37D633B846F1}">
                <asvg:svgBlip xmlns:asvg="http://schemas.microsoft.com/office/drawing/2016/SVG/main" r:embed="Ra59de601c8264861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A5155A2-9F57-474E-9083-EBEF64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1BD66F8-E3AD-4071-ABE4-396113C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24AD62B-BF00-409D-96F2-28B78C8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df2301df848d7">
            <a:extLst>
              <a:ext uri="{96DAC541-7B7A-43D3-8B79-37D633B846F1}">
                <asvg:svgBlip xmlns:asvg="http://schemas.microsoft.com/office/drawing/2016/SVG/main" r:embed="Rda9215bb4cdb4f40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4FD930C-8F96-4860-9E4A-BA0ECA0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484040-C85A-4DB3-9F1B-A9E1E1A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F2743ED-19FC-41EE-A3BE-B8424A4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284D72B0-ADF7-41CF-9157-BBFC92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9240fcc094370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8B32FBC-9F43-4ECF-831C-51B5007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CCCE37A-F5A2-40BB-A383-837DDAF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D3FB71A-C287-4962-8E2E-CF77008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9240fcc094370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2E05CE4-74DE-4D14-8D56-AE0B51F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1D0BA40-4B88-493E-AC3D-D1BB73D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D0A40B8-B0C1-4EA9-9B59-EE58D92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9240fcc094370"/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62320B0-0E3E-49DD-8620-42A896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61255DF-67E5-4EAD-B331-2263DDF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8B6BDFB-975D-4AAF-B51A-BFD6D69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9240fcc094370"/>
          <a:srcRect xmlns:a="http://schemas.openxmlformats.org/drawingml/2006/main" l="40455" t="0" r="40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9A08778E-9CA3-4AFD-9187-149959C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786B9B72-A6D6-448E-8F96-9ECCC76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8171844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83F978-82BE-415E-9951-AC9EBF5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59FBB3E-05CC-4466-AAC6-FAE802E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2E5AB3E-BCFA-4722-BACF-72776BC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方案结论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C4B16F9-39D1-4E8E-95EE-9091DC6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36A6987-B768-405C-84C4-DBDBFE5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88D872D-F4F3-4CFD-9446-C94FC8C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93DBF2B-9E4A-475B-87EC-37E29583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EF69148-0E9F-409A-B440-3B6C22C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04E0464-C792-4495-8A4A-7B31FE77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D3CB662-863F-4845-8E68-8ABE50B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11F455D-38AB-4DF5-88F4-7ECA480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A134403-DF14-4E88-BF48-FA4D828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E881D4BB-2D45-4B7A-977C-FF54AF1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4A54A88-B480-4649-BEAE-E4DC60A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6DDACD5-C84F-4B51-81E7-99A02D0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0E44C1C-B734-4C91-B6DC-4201AF6C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0FD41F9-1C8F-479F-9B15-2AEE6CD6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775447C-98CE-40A3-B207-9B79DFA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74E22C4F-94CD-4ADB-A01E-61B55AE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7DF3E93-C1EC-4DC5-A63B-81B23ED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999605B4-109D-4A73-8295-FC0532F9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0992A319-9246-4C97-BD69-9B37093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3790251-0786-4963-8288-E6680D3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A84494B-6BA9-4124-B70F-ECE1147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5F699DC3-660B-46F9-BF05-13F8172D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45FA8C49-7CAF-460C-879C-0B52507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D40AF06-23A8-4CD8-A6A0-CEECE07E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4C1336CF-0A38-4E9C-B50D-9E93254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F588BD1-F9F2-4595-B2A9-11A5602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15F61F5-8DD0-4D08-B831-A5A67710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b8f4711084986"/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D104207-942D-4CA5-95C1-1868FCBD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ADF9122-D609-4862-9EBD-6599211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通过“提领 / 不提领”双视角，兼顾教育金和长期现金流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8DD1926C-9272-4315-B8EE-3FAF7EC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F8D69233-481E-4219-B8A4-C306EA0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3807fdb2c499e"/>
          <a:srcRect xmlns:a="http://schemas.openxmlformats.org/drawingml/2006/main" l="21519" t="0" r="21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F855427-90F2-4B7E-8210-2443FE6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2382CC36-C36E-41B3-866F-9B4D31F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关键数字均可回溯到官方计划书对应年度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FDF525BB-F494-4309-B925-7994FB0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FA35012-D167-4E71-A872-5E9B504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3807fdb2c499e"/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4FC6D25F-7127-46F5-94EB-2563638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B9BFD2F-4F42-4414-AFE6-70B541C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F8A492B-EDD0-4117-9FD5-810BAE24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16AFBDE-BBC5-4974-9032-1AFD336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3807fdb2c499e"/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5DE945FE-A8A7-4FE2-8DE8-4840A2B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1F95FB41-E5F1-43BE-9D76-95D1CAA3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2585939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23FCB8D-06C8-4E6E-AC21-E38C3EA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A62E645-6E98-4629-97F7-21482705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C20B302-2870-4514-A9FA-8AA7FEE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963A7BE-0BBD-438F-9BEA-5E91305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A3D9B86-5B3A-4D25-A4C6-0BDA5EBD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452BB1E-3131-46D1-9105-E2BF5DA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E4A28F90-4E1B-4DF7-B0AE-778EFD6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6DF834-412C-4B54-BF04-A520850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F686687-D926-482E-8144-7A10139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B9BE54D7-CC2F-4FD0-B243-D4690B9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01A6C36-3530-41D4-928C-C1D40F2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EF89DE4-45C2-4CC7-952B-920F803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4AA83D-3C17-4FA7-B6A9-6E03C0B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9D183DAB-4853-4924-A43C-3D34E40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fb32fb2e24e05">
            <a:extLst>
              <a:ext uri="{96DAC541-7B7A-43D3-8B79-37D633B846F1}">
                <asvg:svgBlip xmlns:asvg="http://schemas.microsoft.com/office/drawing/2016/SVG/main" r:embed="Rcb92791e294f4297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870241B-B730-4F05-AABA-ACDD06E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9294E64-9FC1-435C-8E6C-74E7CFD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如需调整提领节奏，可基于同一模型自动重算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B05403D5-18A9-4262-A4E4-8E1ACE81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C65CDCD-D524-42FF-8D25-A803ECC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b8e1c9ee14a3b">
            <a:extLst>
              <a:ext uri="{96DAC541-7B7A-43D3-8B79-37D633B846F1}">
                <asvg:svgBlip xmlns:asvg="http://schemas.microsoft.com/office/drawing/2016/SVG/main" r:embed="Rddfc26417d3e4cac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86E52F5-D53A-4F40-94E7-EF1AD45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BB48C22-D25A-4D60-9072-EF2DC19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B50F147-E9A8-43F2-8B91-77728FE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568CDA2-B2BA-4065-AA0D-A01551F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66925ea4d44f6">
            <a:extLst>
              <a:ext uri="{96DAC541-7B7A-43D3-8B79-37D633B846F1}">
                <asvg:svgBlip xmlns:asvg="http://schemas.microsoft.com/office/drawing/2016/SVG/main" r:embed="Re7efa12879994b82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3FA466F-98A2-4921-B9AE-4DBF4CF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55321B3-989F-4B01-B965-6F5BEB3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B6DCE44-A442-4B29-88D0-DD0CDC5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9D9E20DD-9A91-48A4-9BF6-9BFDE9CD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8bc11cb68428a">
            <a:extLst>
              <a:ext uri="{96DAC541-7B7A-43D3-8B79-37D633B846F1}">
                <asvg:svgBlip xmlns:asvg="http://schemas.microsoft.com/office/drawing/2016/SVG/main" r:embed="R30fa0d00f1734959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5574A4A-E077-413B-9854-11AA3F8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46B63A56-A85E-4AFE-B3A3-812DFDE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72459646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2026-06-08T02:46:32.4280000Z</dcterms:created>
  <dcterms:modified xsi:type="dcterms:W3CDTF">2026-06-08T02:46:32.4290000Z</dcterms:modified>
</coreProperties>
</file>