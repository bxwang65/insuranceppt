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5ed5f615346bc" /><Relationship Type="http://schemas.openxmlformats.org/officeDocument/2006/relationships/extended-properties" Target="/docProps/app.xml" Id="R803e9c300876485b" /><Relationship Type="http://schemas.openxmlformats.org/officeDocument/2006/relationships/officeDocument" Target="/ppt/presentation.xml" Id="Rfaadb5084c2e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24a13f432e42d2"/>
    <p:sldMasterId xmlns:r="http://schemas.openxmlformats.org/officeDocument/2006/relationships" id="2147483659" r:id="R7ff7baf665704681"/>
  </p:sldMasterIdLst>
  <p:notesMasterIdLst>
    <p:notesMasterId xmlns:r="http://schemas.openxmlformats.org/officeDocument/2006/relationships" r:id="Rf76c24fab7184ed3"/>
  </p:notesMasterIdLst>
  <p:sldIdLst>
    <p:sldId xmlns:r="http://schemas.openxmlformats.org/officeDocument/2006/relationships" id="256" r:id="R40378f4687794ae7"/>
    <p:sldId xmlns:r="http://schemas.openxmlformats.org/officeDocument/2006/relationships" id="257" r:id="Rc6dff92131a842f8"/>
    <p:sldId xmlns:r="http://schemas.openxmlformats.org/officeDocument/2006/relationships" id="258" r:id="R86ed542d7aef44a9"/>
    <p:sldId xmlns:r="http://schemas.openxmlformats.org/officeDocument/2006/relationships" id="259" r:id="Re2a4ec46b6594f82"/>
    <p:sldId xmlns:r="http://schemas.openxmlformats.org/officeDocument/2006/relationships" id="260" r:id="Ra0a5838d86e3406a"/>
    <p:sldId xmlns:r="http://schemas.openxmlformats.org/officeDocument/2006/relationships" id="261" r:id="Rb939e4c2cf894c8c"/>
    <p:sldId xmlns:r="http://schemas.openxmlformats.org/officeDocument/2006/relationships" id="262" r:id="R9326c75937e74e6b"/>
    <p:sldId xmlns:r="http://schemas.openxmlformats.org/officeDocument/2006/relationships" id="263" r:id="Re6cfa52db6b64024"/>
    <p:sldId xmlns:r="http://schemas.openxmlformats.org/officeDocument/2006/relationships" id="264" r:id="R3553521e97924d24"/>
    <p:sldId xmlns:r="http://schemas.openxmlformats.org/officeDocument/2006/relationships" id="265" r:id="R7d4a3276a2f94d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9c9c01f704bd3" /><Relationship Type="http://schemas.openxmlformats.org/officeDocument/2006/relationships/slideMaster" Target="/ppt/slideMasters/slideMaster1.xml" Id="R9b24a13f432e42d2" /><Relationship Type="http://schemas.openxmlformats.org/officeDocument/2006/relationships/slideMaster" Target="/ppt/slideMasters/slideMaster2.xml" Id="R7ff7baf665704681" /><Relationship Type="http://schemas.openxmlformats.org/officeDocument/2006/relationships/notesMaster" Target="/ppt/notesMasters/notesMaster1.xml" Id="Rf76c24fab7184ed3" /><Relationship Type="http://schemas.openxmlformats.org/officeDocument/2006/relationships/presProps" Target="/ppt/presProps.xml" Id="R62677a7eb2524a14" /><Relationship Type="http://schemas.openxmlformats.org/officeDocument/2006/relationships/viewProps" Target="/ppt/viewProps.xml" Id="R6ca554008e834485" /><Relationship Type="http://schemas.openxmlformats.org/officeDocument/2006/relationships/tableStyles" Target="/ppt/tableStyles.xml" Id="R076d18ceb66c4f1a" /><Relationship Type="http://schemas.openxmlformats.org/officeDocument/2006/relationships/slide" Target="/ppt/slides/slide1.xml" Id="R40378f4687794ae7" /><Relationship Type="http://schemas.openxmlformats.org/officeDocument/2006/relationships/slide" Target="/ppt/slides/slide2.xml" Id="Rc6dff92131a842f8" /><Relationship Type="http://schemas.openxmlformats.org/officeDocument/2006/relationships/slide" Target="/ppt/slides/slide3.xml" Id="R86ed542d7aef44a9" /><Relationship Type="http://schemas.openxmlformats.org/officeDocument/2006/relationships/slide" Target="/ppt/slides/slide4.xml" Id="Re2a4ec46b6594f82" /><Relationship Type="http://schemas.openxmlformats.org/officeDocument/2006/relationships/slide" Target="/ppt/slides/slide5.xml" Id="Ra0a5838d86e3406a" /><Relationship Type="http://schemas.openxmlformats.org/officeDocument/2006/relationships/slide" Target="/ppt/slides/slide6.xml" Id="Rb939e4c2cf894c8c" /><Relationship Type="http://schemas.openxmlformats.org/officeDocument/2006/relationships/slide" Target="/ppt/slides/slide7.xml" Id="R9326c75937e74e6b" /><Relationship Type="http://schemas.openxmlformats.org/officeDocument/2006/relationships/slide" Target="/ppt/slides/slide8.xml" Id="Re6cfa52db6b64024" /><Relationship Type="http://schemas.openxmlformats.org/officeDocument/2006/relationships/slide" Target="/ppt/slides/slide9.xml" Id="R3553521e97924d24" /><Relationship Type="http://schemas.openxmlformats.org/officeDocument/2006/relationships/slide" Target="/ppt/slides/slide10.xml" Id="R7d4a3276a2f94d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04140bc678d4d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b8228489c4723" /><Relationship Type="http://schemas.openxmlformats.org/officeDocument/2006/relationships/notesMaster" Target="/ppt/notesMasters/notesMaster1.xml" Id="R85a579878435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842d67fcc489a" /><Relationship Type="http://schemas.openxmlformats.org/officeDocument/2006/relationships/notesMaster" Target="/ppt/notesMasters/notesMaster1.xml" Id="R7e522426084948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3caa75fbc4e39" /><Relationship Type="http://schemas.openxmlformats.org/officeDocument/2006/relationships/notesMaster" Target="/ppt/notesMasters/notesMaster1.xml" Id="Rcfa4a13ea64a4f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10dd0dbad9465b" /><Relationship Type="http://schemas.openxmlformats.org/officeDocument/2006/relationships/notesMaster" Target="/ppt/notesMasters/notesMaster1.xml" Id="R44f284f9622f46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a5dabca884f5b" /><Relationship Type="http://schemas.openxmlformats.org/officeDocument/2006/relationships/notesMaster" Target="/ppt/notesMasters/notesMaster1.xml" Id="R2b7990316ebd48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dae3ddda94ddf" /><Relationship Type="http://schemas.openxmlformats.org/officeDocument/2006/relationships/notesMaster" Target="/ppt/notesMasters/notesMaster1.xml" Id="R45ee05f302a344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9241e6e5204e3c" /><Relationship Type="http://schemas.openxmlformats.org/officeDocument/2006/relationships/notesMaster" Target="/ppt/notesMasters/notesMaster1.xml" Id="R72dcc67687de42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26cdb59484fe3" /><Relationship Type="http://schemas.openxmlformats.org/officeDocument/2006/relationships/notesMaster" Target="/ppt/notesMasters/notesMaster1.xml" Id="Rb8b824b3505c4a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4e9f9ee0c44c2f" /><Relationship Type="http://schemas.openxmlformats.org/officeDocument/2006/relationships/notesMaster" Target="/ppt/notesMasters/notesMaster1.xml" Id="R72df7fa09123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3024ddd9b415b" /><Relationship Type="http://schemas.openxmlformats.org/officeDocument/2006/relationships/notesMaster" Target="/ppt/notesMasters/notesMaster1.xml" Id="Rce000992be44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c4f3afc7940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ab2a657954a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47b66f6fd4e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0f7343ea549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7519439734b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02c6a52254b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448503ce549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2bbd8851247a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8af2ef9eb42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d739a5f7b47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39d0d014f040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1fe97d168e47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a24d07705e443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cf4241e167423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0794d471dc4c1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55ce21b7f2480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2dea7a18db45b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e76b3fee89408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8db2c7ba5c4c1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c0e612c44e4b8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2617207416457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43d48c9724496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8859EA3-D2AF-472F-B5CC-ABBB6BB720F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D2CD6E-4F93-4686-B1B2-17D33DC588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3F8CC5-86EE-43AC-B956-FCD7353EBA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80B5D1-1354-4E41-881C-D8D300F913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CD48BE9-0C64-4E50-B004-84585CF0C9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EF86C9-802C-4BBC-A509-63DA35ECA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5E8D32-C7FE-43C7-BA4D-71DFFBED7A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DC44D0-5267-4150-A9B1-EEE0672A35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9D5CDD-4853-4307-B896-E5A504BEA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9D3A80-4062-402D-9346-F2BE62488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5C52588-AC13-471E-AD64-32807EA1A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306AB7A-C788-4EF9-95E9-45AC6F7525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83A1AF-57FB-4ED3-A7DD-64D3F1BFB4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2ED92C-4AFD-430C-98FA-CDE2EBF8AF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92F32F-821A-46EF-852F-7A1D674E2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832A4B-B52D-427E-BB12-49E19156C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3A7889-07B2-45CB-9C0D-7047C74486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34FF1C2-F5F3-4677-A8D7-6E350B4FF2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7E530C-F41D-40B1-B425-6323404A02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652931-212F-42E4-BD85-00DC9D63C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DFAA6DA-B64E-4C70-8C31-C119E9BDD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CFF730-E893-4F2F-B0C9-F19B07063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E81360-06A1-42E5-9867-893C77DBA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3BF2793-EC78-4ED7-8EB5-25B4D71F1F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0B8EEA1-50CE-458B-90BA-1C0D1F2CE9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ABB5092-79F5-4254-AAA8-6BEE2DDB4FA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6C35CAE-67E8-4E14-9EE7-0842207560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A00524-45A7-4905-B899-1575F0A51D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D08E838-66F8-4B6E-9F50-3A7BE98E3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6F023C-1752-4566-81BD-846013E2A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94C4886-8F45-460F-82C5-7C9A67C1B3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5CA9EEF-918D-4DAB-B243-2A1EF8D8F0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B8BD4A5-7AB8-49A7-BE8E-6CAD67AD42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F5AB0C6-DFA5-435C-949D-DEF9ED26B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2AA3608-35E7-4050-A027-B1FF505586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3166D8-ADAF-4DAF-8235-A2B8EB288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F6051F3-0065-48A4-B132-33FB7F5E67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E14FCA-E110-4013-BA37-D9228A0581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EE7774B-AB9F-4C2F-936E-9C11CC20DA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5A49CD-2915-4115-80E3-6077CCC1C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7E6BC81-37C5-4F58-B725-C31B56C44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40D5E4-2D48-4035-9285-0C618801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513E736-FDB5-4559-A3D8-62A483513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A2FA710-B280-4A79-A7D7-8AF1972A9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29FFDE-E860-4FAD-81EA-8F563E5C8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398221-9C13-48D8-A8F9-E971061184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57EB0F-212F-4C12-807D-57615782B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44F2255-7D6B-43EC-95C9-59DAA20E7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00A03BE-41B8-4C10-9C5A-88D8873EC2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2DF04AC-E8E4-4ED0-AD07-6A1C6D6D4D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455F9F3-4CE6-4335-9FBF-AC6B349A5E4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F52327-7462-4288-B81D-CF53CBFB4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CA80EBD-B16A-4430-9436-D00BC0DCD6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A6A91F-BC8F-4A84-95A1-0C2A86ECBB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9EBF78-9DC8-4CB9-9EB3-B9D0AAA50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AE744-4A38-44BC-A7ED-499078230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F3745B-7CFC-4B8B-8EAD-B75FA54EE2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D7FCB5-CA66-40AF-A811-969D2B681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CBA34C6-D7A4-4CE7-B3D3-41D45639F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35F428-6AA9-475E-A2D1-0945E63EF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3D6133-36BD-4092-9327-33FFF26CA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ADA2EB-89A7-4BF5-B37A-4639731BCB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21C4BD-3A19-4BDE-B8C2-88483A4C3F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65DDBE-5825-4A2D-A985-1BD36D9E59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A1E747-91BF-4D7C-AED3-569A847109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2C30313-56E7-4310-BA21-4283C2ADD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DC8D30-C5CF-41DE-96FE-C0A3448DFB5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CA29B99-A4A3-46B2-A670-0FC23B75CA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4B23B8E-6864-4D65-AEE1-F8A8BAB5847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61C3C2B-5354-470C-B6AF-351A9676014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188B19-A7C4-4A0B-B8B1-F32E882996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A192C20-CB89-4254-8452-A7C5C89C8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8B114E-54D8-4AAA-97F6-1476932D6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5CF05376-02E7-41C6-B052-FEC64FBBA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88AE43-3ADE-4901-80D9-ACC327714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2A0A36-5C24-498D-AF61-8D178F5A3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FB0E57D-F257-4769-BBFC-908E28D35C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912CFD-13DA-4F18-8C08-29C92A7719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14CC116-8F85-4E54-BD45-536B67F366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E309593-C831-442A-8525-A307D9AE68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0B02D42-D9A0-4BE6-A23B-D4534B1AD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CF1991C0-F503-4089-9D15-FB792BB52B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EF1A965-58DB-435D-9420-F62F2E6940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1B41409-3519-4D87-A20F-B4B9FEB2A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4A17B6-FE8E-46FF-ABD7-EC702A9BE8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5B4536-BA4D-4B87-A6AD-0A2DB3595C0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7029AB-0366-40E8-BB04-EDB90234DA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B8CC19-6B06-4167-BF24-6B0ABD6978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DA0BCC-7DA4-4F2D-96AF-6109BDC612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580D24E-C078-4F91-8631-B83B15DC5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167E6BA-3899-43E4-8621-F210D5A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EE1345-E583-4C96-A4DD-A3542E46E201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0AEB626-60DF-48C5-82A7-78042885802B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3395CBE-E567-4F9B-A523-4746E9793F68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90E2910-BAF8-43A7-BB20-A4198B8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A513D37-CD63-4DDF-B6EE-B47CB23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F8DF580D-51B7-409C-A895-F0E5950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ED8C73BF-AA95-4F4E-AD78-0A7BC12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0DD61A2A-CFBB-4696-8AB1-8C024ED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1AD3632-583F-4467-89CB-632C304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9B04DA48-90E7-42E3-89B4-4A3935F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DC3D719-2B45-4D20-B08A-2058A7D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244DFB6-1ACC-425C-AEF1-2C72FDE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FEB1AA8A-8DA6-4146-840D-8291AC33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28798D15-6CC6-44BE-B505-0A1E3B7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F5D1AD3A-675F-4448-81D1-BA09DDE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C5E6DBD7-DDA0-4C14-9AFD-9C72E49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0D50D64E-BD49-4A98-8F88-F0BAB75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3B2029FC-98ED-4BBF-A992-D4DBCAA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6C989E1-9FE0-43ED-B6A1-29A71ECE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0B788FD7-2AAA-42AC-9E32-16CE5FE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4DCEBB83-44F3-4AB0-B12A-9BBD8284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F293A3F0-FC00-446F-96EB-FDBEBAC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10E91CB-2DA6-4BAF-9575-73C79708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D16B98A2-E854-4530-89AE-703A28D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C6D4CFE8-2BCC-461E-9BCB-F01496B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171DEF59-5553-4DE6-95F1-7458501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66AF8BC-9A40-4231-9A92-A9969DA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B4299B04-E410-4D99-BB37-B8C27DE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6532F573-8F95-4779-8E7A-870B4B0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A36464BA-F4DC-4275-964B-D844443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94F791FF-5925-4D67-ADA6-A40B6F79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1F444CA-97F9-4A09-BF75-2E62E68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152DB16A-423F-4211-AFC0-DC78E97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4346E005-F826-4AE2-9E91-C1CA47B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12BD1F9B-EDBC-4379-8978-7140B22A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824C13BE-D15A-416F-9086-25BE035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64E09465-1F65-4289-978D-A5C59ED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F6F4824C-8FE6-44BE-8574-A07303D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96821B0-D19C-4F42-9257-B2285F3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5E103EE-C1BD-4D08-80F4-4DB691327784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17EC7D2-4270-4E0B-AEEA-16AF6E5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0FCB716-3298-4C5A-9D77-3C8F4906A94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300F7DEF-188C-4AC6-81DA-BC6CCBAC3B9A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9264D2F8-4D2E-4779-B79C-AF0BDBB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C632FC3-69F6-47B4-9CC9-7CA04FDCADCA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183508F-51EC-4CC1-98B5-1C896A9F14F6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CF2E15B-AC91-4E4E-AF86-861478ECA91B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A9617362-F5A0-4E97-8D85-3746776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372223BB-502B-4FAC-B914-B3E6D60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72E4DA12-B62E-4E10-8C1D-3996699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C4AD3B1A-A604-4AB8-9AD5-3A9901C0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CB84CE2B-0B1A-4AAF-BBA5-E715FAB0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0F039A2-4695-42A4-AEAE-B0509C4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513794F6-CAAA-4A5D-A85B-B09FF21E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A82EB57-FEEA-4F7A-BE4A-6CDBA78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BAC019E3-752E-49F0-AD77-5AB3AF98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9E73EB87-5B60-4D15-9E65-E2382319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09BA26C1-24E5-4D77-951C-E43E84F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2C83C12-59CC-4AD8-893C-ED5DE7C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D51A6BA8-C421-4DFA-BF2E-A67FE43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D047BBD-4E55-48E8-B607-54D08340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91E187C-D694-4097-8577-9B387AD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D5B7BD03-9486-4278-844F-D1C70248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ADA8CB2-93CA-4975-A81D-5271068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9224A1B-7B06-4C3D-87EA-0E6BABE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7862073-611E-4BFD-8FC9-BB80132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67AF2D5-5D3A-47EB-87C2-D960E21B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90DFB247-CA3F-41A4-910A-F4F1BE65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5EB36D0-D5F0-4ADB-8FE5-C1C691B6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AEDDB40-D9E1-47D8-87D2-BCA4EEF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2AE6D343-0894-46B2-9D5F-B7F31B3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2726CA2A-AA0B-4AF2-B322-246B7D4E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8D82FD43-7BD0-4F88-9635-D190736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DA1CEFF5-AE4D-4E7C-9EDB-39C0D51B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3E875744-69D3-48F3-8B05-4F43F22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4102F499-6E34-4F8D-8D76-AC8771E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07B05B66-7313-465F-A96A-8E54AB8E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E32E4AAB-0863-4E94-81F9-C2EEB3D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E907A0A8-8CF3-4ED9-809E-4A24988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6D65C4E-F1BE-4C32-B278-5B7173AE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5423C359-6526-4044-99EA-1E9FBA5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EC4DEDE7-A95E-4BC9-88E0-3A6D054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0E0B5F0C-79D8-41E7-8D21-AC6DC63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D6C47C94-E604-4475-90D9-03541DC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B8FA850C-2429-49A7-ABBE-AF740009916C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039EC331-D699-41A1-9682-67DC810E5A60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9D97CFE-8212-4CE2-B1AA-921F329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52C24916-C32A-492B-B3E8-5F691AF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1CBD37D9-6D31-4417-8570-26DEAA58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DC1F9F8-F0DB-43EC-A1F5-44A7A91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D4208CF3-E3D9-4562-8C9F-1794FFC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9F3496F2-E704-4F0B-B62B-49F13FB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EE68D7E-3782-4A4A-8069-42E44DC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A811FB97-0D5B-43AF-B549-08837EC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F00476DB-3A54-4F9F-BB7A-AE6DA13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AE7A0E2A-3085-4A09-909A-B9DC084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D36DABA8-8F8C-4DB4-8220-701ED31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90CFA5C-7B14-4AA7-9472-88D4C7E1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686D765B-50EA-4A4A-B2F8-295247F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9C5F79E-ED84-4BBD-ABE3-6C03185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52CAF495-ED76-4E87-8013-B2FA7C1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0A582EF-73C1-4046-8FA0-077FB44B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603666D4-B580-4A50-8E92-BD60F5F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9D95FEA9-BE8D-46C7-9C85-25FD5D3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BE021E3-7E9D-474E-9686-1018E2DC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3DE6CB33-DF07-4AAF-BB72-66E2BC0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A9695E42-6C5F-41D0-9E09-6C4E282C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B8605F63-467A-4569-89FD-1479DC06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84FB0A0-048E-4820-8AC8-1116444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910BACC2-C1B4-4D62-BF64-9EF4E6A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C8169567-1C43-4094-8941-F7294EF5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B0C81D45-68FB-4BBD-9815-C6E45B4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BE331C7-02B9-48E4-B6B1-7D3E1018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232B8C2-2A1F-428C-BA98-B83D89C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1F173DC2-CBDE-4F21-98C2-6A20A816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51E5BFD-59E4-4EFD-A6A7-1A66823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24773C8A-87AF-48DC-BD5F-946B229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EAF79874-5176-4547-AA64-DD2947B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A7169A22-681C-4D20-8887-FE6F8375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63BADBE4-CD99-4BB4-AC6E-B1244DE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F992C33E-4563-4B2B-B9D9-4BC6F6C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E87278C4-5283-4686-AA20-BDDE043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6913887-D2EF-490A-A8E0-6B309A94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F8535B8E-C8C8-4489-9038-456DA36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2D63E7E-8EB8-4288-917A-CFB7D76AC5E4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E6AFE4-804A-453F-9BB8-D4EA79951749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E397A44-1159-479E-B05A-48725BA39BA7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97E2D2F-F11A-4F7A-9B93-4C43C3B99C1F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80870DFE-8FA0-4300-9BBB-819A85C32B4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963708-BB32-426D-B2AA-B995B9969F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107F8-B3D5-4BBD-BE51-4C9E7BE21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FFBA98-1368-4D4E-9DA5-6BD1B0F52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A71512C-EBFE-4924-93AA-4B623E496C1D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C8E33CFF-50E7-4B27-B4C4-A4F94239EFB5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23AF826-7D0E-4C3B-9A70-16D69A23ABDC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3B399DD0-0480-47CE-B01A-0324160E8091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EBD96E4-5D11-4B36-B908-A91D50C3B4F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1BEE5A2-2EC3-4D74-B4D9-7B34E8A55140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8722BC84-8A01-4AB9-91F0-AA27927A205B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C5567C3-AF36-4824-B6B8-A187B01C76DB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37E9D5E-A87D-469A-BB21-7C866016A82D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B8A1E590-80E5-4825-8982-02051C86690B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DBB2073-2F71-4911-B33C-4838A3EDC78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E2E655EC-6324-4270-9F41-5D50699B3A9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8C8A3CD-4AE2-4162-A8BA-01140D480335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593B00B0-C6E1-4F3B-9D31-1B8C4C1EB066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aa39c11bc49f4" /><Relationship Type="http://schemas.openxmlformats.org/officeDocument/2006/relationships/slideLayout" Target="/ppt/slideLayouts/slideLayout1.xml" Id="R461d724c77dc47a8" /><Relationship Type="http://schemas.openxmlformats.org/officeDocument/2006/relationships/slideLayout" Target="/ppt/slideLayouts/slideLayout2.xml" Id="R3665ba1dcc324524" /><Relationship Type="http://schemas.openxmlformats.org/officeDocument/2006/relationships/slideLayout" Target="/ppt/slideLayouts/slideLayout3.xml" Id="R3e87bc955a8e4a14" /><Relationship Type="http://schemas.openxmlformats.org/officeDocument/2006/relationships/slideLayout" Target="/ppt/slideLayouts/slideLayout4.xml" Id="R744e86cb98e641d6" /><Relationship Type="http://schemas.openxmlformats.org/officeDocument/2006/relationships/slideLayout" Target="/ppt/slideLayouts/slideLayout5.xml" Id="Rf255e46461284036" /><Relationship Type="http://schemas.openxmlformats.org/officeDocument/2006/relationships/slideLayout" Target="/ppt/slideLayouts/slideLayout6.xml" Id="Rb41da870b11f419f" /><Relationship Type="http://schemas.openxmlformats.org/officeDocument/2006/relationships/slideLayout" Target="/ppt/slideLayouts/slideLayout7.xml" Id="Ra2ceae7c095d415c" /><Relationship Type="http://schemas.openxmlformats.org/officeDocument/2006/relationships/slideLayout" Target="/ppt/slideLayouts/slideLayout8.xml" Id="R2bd771ab14ee4350" /><Relationship Type="http://schemas.openxmlformats.org/officeDocument/2006/relationships/slideLayout" Target="/ppt/slideLayouts/slideLayout9.xml" Id="Reed4156f6ba344f7" /><Relationship Type="http://schemas.openxmlformats.org/officeDocument/2006/relationships/slideLayout" Target="/ppt/slideLayouts/slideLayout10.xml" Id="R01aa2c3c3e9b4f7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06e4fbc4541444a" /><Relationship Type="http://schemas.openxmlformats.org/officeDocument/2006/relationships/slideLayout" Target="/ppt/slideLayouts/slideLayout11.xml" Id="Rbb527485f74646fe" /><Relationship Type="http://schemas.openxmlformats.org/officeDocument/2006/relationships/slideLayout" Target="/ppt/slideLayouts/slideLayout12.xml" Id="R8643d7e4c3ca4099" /><Relationship Type="http://schemas.openxmlformats.org/officeDocument/2006/relationships/slideLayout" Target="/ppt/slideLayouts/slideLayout13.xml" Id="R9b274cdea1404346" /><Relationship Type="http://schemas.openxmlformats.org/officeDocument/2006/relationships/slideLayout" Target="/ppt/slideLayouts/slideLayout14.xml" Id="R4135bf38eb69453c" /><Relationship Type="http://schemas.openxmlformats.org/officeDocument/2006/relationships/slideLayout" Target="/ppt/slideLayouts/slideLayout15.xml" Id="Rde79c9a71ed444cc" /><Relationship Type="http://schemas.openxmlformats.org/officeDocument/2006/relationships/slideLayout" Target="/ppt/slideLayouts/slideLayout16.xml" Id="R3f8ebfda7a5d44aa" /><Relationship Type="http://schemas.openxmlformats.org/officeDocument/2006/relationships/slideLayout" Target="/ppt/slideLayouts/slideLayout17.xml" Id="R41110353567c4de2" /><Relationship Type="http://schemas.openxmlformats.org/officeDocument/2006/relationships/slideLayout" Target="/ppt/slideLayouts/slideLayout18.xml" Id="R74f503e7a76c416c" /><Relationship Type="http://schemas.openxmlformats.org/officeDocument/2006/relationships/slideLayout" Target="/ppt/slideLayouts/slideLayout19.xml" Id="R95e9faf9a0944bf1" /><Relationship Type="http://schemas.openxmlformats.org/officeDocument/2006/relationships/slideLayout" Target="/ppt/slideLayouts/slideLayout20.xml" Id="Rd7afa51137554c17" /><Relationship Type="http://schemas.openxmlformats.org/officeDocument/2006/relationships/slideLayout" Target="/ppt/slideLayouts/slideLayout21.xml" Id="R6fe62007d0bf4731" /><Relationship Type="http://schemas.openxmlformats.org/officeDocument/2006/relationships/slideLayout" Target="/ppt/slideLayouts/slideLayout22.xml" Id="R85766506b3bc46e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847B5B-D3D0-433F-9DB4-23B7FD7BE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40A40F-74A1-42CD-A14F-CB3CA120C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85C3DE-00FF-4955-B7E2-0F632D92C5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B0FA6A-6489-46EF-96BD-10AED5E60B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EC0964-5848-4A4C-AE7A-560808A3AD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d724c77dc47a8"/>
    <p:sldLayoutId xmlns:r="http://schemas.openxmlformats.org/officeDocument/2006/relationships" id="2147483650" r:id="R3665ba1dcc324524"/>
    <p:sldLayoutId xmlns:r="http://schemas.openxmlformats.org/officeDocument/2006/relationships" id="2147483651" r:id="R3e87bc955a8e4a14"/>
    <p:sldLayoutId xmlns:r="http://schemas.openxmlformats.org/officeDocument/2006/relationships" id="2147483652" r:id="R744e86cb98e641d6"/>
    <p:sldLayoutId xmlns:r="http://schemas.openxmlformats.org/officeDocument/2006/relationships" id="2147483653" r:id="Rf255e46461284036"/>
    <p:sldLayoutId xmlns:r="http://schemas.openxmlformats.org/officeDocument/2006/relationships" id="2147483654" r:id="Rb41da870b11f419f"/>
    <p:sldLayoutId xmlns:r="http://schemas.openxmlformats.org/officeDocument/2006/relationships" id="2147483655" r:id="Ra2ceae7c095d415c"/>
    <p:sldLayoutId xmlns:r="http://schemas.openxmlformats.org/officeDocument/2006/relationships" id="2147483656" r:id="R2bd771ab14ee4350"/>
    <p:sldLayoutId xmlns:r="http://schemas.openxmlformats.org/officeDocument/2006/relationships" id="2147483657" r:id="Reed4156f6ba344f7"/>
    <p:sldLayoutId xmlns:r="http://schemas.openxmlformats.org/officeDocument/2006/relationships" id="2147483658" r:id="R01aa2c3c3e9b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C18D98-F400-4E6C-92E3-6957985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7E947723-3D39-4404-8A8D-AD906F1F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BE7D31E-616A-4153-A40F-A32ED78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E4BDCB1-9329-4D79-B76C-49CD304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E8CD10D0-3186-42C2-8B7F-A80A245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4D906EF9-BE5B-4A10-BE90-433F67E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625652A-41C6-4305-BC63-81347AAE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6347768F-978F-4CEE-AC84-889179F3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2FEFDB07-700E-47EF-905B-6F2D9DC9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5012EA72-22B5-4634-93D0-1F738D3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0981FC2-1E6E-4ED2-94D3-35DB90A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92BD5D0C-6526-4D2E-92DE-A961B02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C4CD3FDE-24CA-4F02-A92A-0F1F336A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3029E5F-2DFA-4E06-86FA-D99354D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A60F5E55-C7B8-47C7-8A9E-2BFDD93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DE43643C-9C36-47C8-B581-92B4F0C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876A67BF-0C09-4709-B743-FD8AB2EA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912D9DC0-BC3C-4148-9E19-6299BC61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D36244E4-C23E-4E68-88F9-315D67F2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133204CC-3F82-4EFE-90C4-8E6B9E60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6A05F02-9E02-4A78-8DF8-69D5D0C3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093DD954-9E19-43B2-B062-3703D90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BF0A04EC-5090-47D2-B5DC-253809A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A91BDFAB-C1DE-4231-B835-8246F1D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5B555CD7-F350-4496-AA16-080EDC8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32871B1E-D0AE-4D17-AB8A-DC1A7F9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8089BFE-FA9A-4B7B-9F0E-3DF1A5B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97664A76-D9E1-41F8-AFDF-96FE2F5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6FC31884-275F-44C6-A6D3-295B34E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E671654-E74A-46EC-B176-8F18EA2E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0E77FF9A-C5A6-4BE2-BFE9-9519F72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4FD1B6F4-FFBD-461E-8473-24ECD3F4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CDD4766D-8B63-418A-8F63-31ABFFC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C7CB9CD1-1CF8-4CCC-8A70-79526E0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5A7FCEF1-3985-4AA3-9625-16CACF5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5D0F0F9C-B684-421A-B12D-51660D9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9112FB8C-90E7-4ED2-BB3C-25A02F3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05F92D0-3467-4579-8530-5442282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D7DAC244-BCF4-4D76-93A0-1405AD6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60694E-F062-4BC3-B845-2D0EB6990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40F2080-8DAC-42DF-BA13-E53BBECE74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D8A86C-9C62-4757-806C-3C7EEF6BEC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EF342B-96E2-4835-A8DE-19338BE70D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13B0E1-FF5D-49E5-B01D-64F18909CB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84FB7D06-F855-44C7-B448-F5DFDFAA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bb527485f74646fe"/>
    <p:sldLayoutId xmlns:r="http://schemas.openxmlformats.org/officeDocument/2006/relationships" id="2147483661" r:id="R8643d7e4c3ca4099"/>
    <p:sldLayoutId xmlns:r="http://schemas.openxmlformats.org/officeDocument/2006/relationships" id="2147483662" r:id="R9b274cdea1404346"/>
    <p:sldLayoutId xmlns:r="http://schemas.openxmlformats.org/officeDocument/2006/relationships" id="2147483663" r:id="R4135bf38eb69453c"/>
    <p:sldLayoutId xmlns:r="http://schemas.openxmlformats.org/officeDocument/2006/relationships" id="2147483664" r:id="Rde79c9a71ed444cc"/>
    <p:sldLayoutId xmlns:r="http://schemas.openxmlformats.org/officeDocument/2006/relationships" id="2147483665" r:id="R3f8ebfda7a5d44aa"/>
    <p:sldLayoutId xmlns:r="http://schemas.openxmlformats.org/officeDocument/2006/relationships" id="2147483666" r:id="R41110353567c4de2"/>
    <p:sldLayoutId xmlns:r="http://schemas.openxmlformats.org/officeDocument/2006/relationships" id="2147483667" r:id="R74f503e7a76c416c"/>
    <p:sldLayoutId xmlns:r="http://schemas.openxmlformats.org/officeDocument/2006/relationships" id="2147483668" r:id="R95e9faf9a0944bf1"/>
    <p:sldLayoutId xmlns:r="http://schemas.openxmlformats.org/officeDocument/2006/relationships" id="2147483669" r:id="Rd7afa51137554c17"/>
    <p:sldLayoutId xmlns:r="http://schemas.openxmlformats.org/officeDocument/2006/relationships" id="2147483670" r:id="R6fe62007d0bf4731"/>
    <p:sldLayoutId xmlns:r="http://schemas.openxmlformats.org/officeDocument/2006/relationships" id="2147483671" r:id="R85766506b3bc46ee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7ec8baa92c145c0" /><Relationship Type="http://schemas.openxmlformats.org/officeDocument/2006/relationships/image" Target="/ppt/media/image.png" Id="R83262e173c36401e" /><Relationship Type="http://schemas.openxmlformats.org/officeDocument/2006/relationships/image" Target="/ppt/media/image.svg" Id="R310f4a0ad6344ee2" /><Relationship Type="http://schemas.openxmlformats.org/officeDocument/2006/relationships/image" Target="/ppt/media/image2.png" Id="R29cb55d98d564e23" /><Relationship Type="http://schemas.openxmlformats.org/officeDocument/2006/relationships/image" Target="/ppt/media/image2.svg" Id="R231d948f0e824236" /><Relationship Type="http://schemas.openxmlformats.org/officeDocument/2006/relationships/image" Target="/ppt/media/image3.png" Id="Re13d388222de4183" /><Relationship Type="http://schemas.openxmlformats.org/officeDocument/2006/relationships/image" Target="/ppt/media/image3.svg" Id="R3b29b274144445c8" /><Relationship Type="http://schemas.openxmlformats.org/officeDocument/2006/relationships/image" Target="/ppt/media/image4.png" Id="R8a7cd8d4f0234cac" /><Relationship Type="http://schemas.openxmlformats.org/officeDocument/2006/relationships/image" Target="/ppt/media/image4.svg" Id="R0a948b6461da4eb5" /><Relationship Type="http://schemas.openxmlformats.org/officeDocument/2006/relationships/notesSlide" Target="/ppt/notesSlides/notesSlide1.xml" Id="R8f0e2b96d5074c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f1f5afc5b254bfc" /><Relationship Type="http://schemas.openxmlformats.org/officeDocument/2006/relationships/image" Target="/ppt/media/image.jpeg" Id="R29d31dec957844c2" /><Relationship Type="http://schemas.openxmlformats.org/officeDocument/2006/relationships/image" Target="/ppt/media/image2.jpeg" Id="R26d682f58d5c465b" /><Relationship Type="http://schemas.openxmlformats.org/officeDocument/2006/relationships/notesSlide" Target="/ppt/notesSlides/notesSlide2.xml" Id="Rbf1419803449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8bb98481bcc4c8b" /><Relationship Type="http://schemas.openxmlformats.org/officeDocument/2006/relationships/image" Target="/ppt/media/image5.png" Id="R27a38a25f34b4203" /><Relationship Type="http://schemas.openxmlformats.org/officeDocument/2006/relationships/image" Target="/ppt/media/image5.svg" Id="R37d64d468a9d4a45" /><Relationship Type="http://schemas.openxmlformats.org/officeDocument/2006/relationships/image" Target="/ppt/media/image6.png" Id="R1b0d727422ca4bfc" /><Relationship Type="http://schemas.openxmlformats.org/officeDocument/2006/relationships/image" Target="/ppt/media/image6.svg" Id="Raa6064ac829b4bce" /><Relationship Type="http://schemas.openxmlformats.org/officeDocument/2006/relationships/image" Target="/ppt/media/image.png" Id="Raec5d9b684764eba" /><Relationship Type="http://schemas.openxmlformats.org/officeDocument/2006/relationships/image" Target="/ppt/media/image.svg" Id="R70fec02c8dee40d2" /><Relationship Type="http://schemas.openxmlformats.org/officeDocument/2006/relationships/image" Target="/ppt/media/image7.png" Id="Rb1088845ac4740c3" /><Relationship Type="http://schemas.openxmlformats.org/officeDocument/2006/relationships/notesSlide" Target="/ppt/notesSlides/notesSlide3.xml" Id="R304bee9388c4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ee3e93d7b5e4646" /><Relationship Type="http://schemas.openxmlformats.org/officeDocument/2006/relationships/image" Target="/ppt/media/image3.jpeg" Id="R99a99d70e1d84d68" /><Relationship Type="http://schemas.openxmlformats.org/officeDocument/2006/relationships/image" Target="/ppt/media/image8.png" Id="R0706794618da4473" /><Relationship Type="http://schemas.openxmlformats.org/officeDocument/2006/relationships/image" Target="/ppt/media/image9.png" Id="Rd3cf1708a71c4209" /><Relationship Type="http://schemas.openxmlformats.org/officeDocument/2006/relationships/image" Target="/ppt/media/image7.svg" Id="Rfeb45e3c5cf1461f" /><Relationship Type="http://schemas.openxmlformats.org/officeDocument/2006/relationships/image" Target="/ppt/media/image10.png" Id="R89e68f31b6794165" /><Relationship Type="http://schemas.openxmlformats.org/officeDocument/2006/relationships/image" Target="/ppt/media/image8.svg" Id="Rbdf33cc4730d4d2d" /><Relationship Type="http://schemas.openxmlformats.org/officeDocument/2006/relationships/image" Target="/ppt/media/image11.png" Id="R663e7e8c33284f41" /><Relationship Type="http://schemas.openxmlformats.org/officeDocument/2006/relationships/image" Target="/ppt/media/image9.svg" Id="R9fd43a092f174942" /><Relationship Type="http://schemas.openxmlformats.org/officeDocument/2006/relationships/image" Target="/ppt/media/image12.png" Id="R94fd3fc66f6640d7" /><Relationship Type="http://schemas.openxmlformats.org/officeDocument/2006/relationships/image" Target="/ppt/media/image10.svg" Id="R775e42abd2ac4f52" /><Relationship Type="http://schemas.openxmlformats.org/officeDocument/2006/relationships/notesSlide" Target="/ppt/notesSlides/notesSlide4.xml" Id="Rde965c0e6c8f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9084a7c28c743cf" /><Relationship Type="http://schemas.openxmlformats.org/officeDocument/2006/relationships/image" Target="/ppt/media/image13.png" Id="R72a5c2a741544bbd" /><Relationship Type="http://schemas.openxmlformats.org/officeDocument/2006/relationships/image" Target="/ppt/media/image11.svg" Id="Rc1e472fa536a4d43" /><Relationship Type="http://schemas.openxmlformats.org/officeDocument/2006/relationships/image" Target="/ppt/media/image2.png" Id="Ree70cc42d64d48c7" /><Relationship Type="http://schemas.openxmlformats.org/officeDocument/2006/relationships/image" Target="/ppt/media/image2.svg" Id="R6869084e1e744c2f" /><Relationship Type="http://schemas.openxmlformats.org/officeDocument/2006/relationships/notesSlide" Target="/ppt/notesSlides/notesSlide5.xml" Id="R119b8e2292af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fca1c2f1f5e47d2" /><Relationship Type="http://schemas.openxmlformats.org/officeDocument/2006/relationships/image" Target="/ppt/media/image3.jpeg" Id="Rb327c69caa5843e2" /><Relationship Type="http://schemas.openxmlformats.org/officeDocument/2006/relationships/image" Target="/ppt/media/image8.png" Id="R44e0501f9dc94028" /><Relationship Type="http://schemas.openxmlformats.org/officeDocument/2006/relationships/image" Target="/ppt/media/image9.png" Id="R2dc39cb4ac0649d6" /><Relationship Type="http://schemas.openxmlformats.org/officeDocument/2006/relationships/image" Target="/ppt/media/image7.svg" Id="R9dd1200cde144e3a" /><Relationship Type="http://schemas.openxmlformats.org/officeDocument/2006/relationships/image" Target="/ppt/media/image10.png" Id="R0ca3b038cbfc40b0" /><Relationship Type="http://schemas.openxmlformats.org/officeDocument/2006/relationships/image" Target="/ppt/media/image8.svg" Id="Rcafd4a2057f74f88" /><Relationship Type="http://schemas.openxmlformats.org/officeDocument/2006/relationships/image" Target="/ppt/media/image11.png" Id="R52a72aab46e54815" /><Relationship Type="http://schemas.openxmlformats.org/officeDocument/2006/relationships/image" Target="/ppt/media/image9.svg" Id="R43be6395ba0d49a6" /><Relationship Type="http://schemas.openxmlformats.org/officeDocument/2006/relationships/image" Target="/ppt/media/image12.png" Id="R2e09568aa4e340da" /><Relationship Type="http://schemas.openxmlformats.org/officeDocument/2006/relationships/image" Target="/ppt/media/image10.svg" Id="Rd678abeec7e14cd9" /><Relationship Type="http://schemas.openxmlformats.org/officeDocument/2006/relationships/notesSlide" Target="/ppt/notesSlides/notesSlide6.xml" Id="R59c9518ecf734a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c043b0c469c4ae7" /><Relationship Type="http://schemas.openxmlformats.org/officeDocument/2006/relationships/image" Target="/ppt/media/image5.png" Id="R0788e2c52366458c" /><Relationship Type="http://schemas.openxmlformats.org/officeDocument/2006/relationships/image" Target="/ppt/media/image5.svg" Id="R18fefe05e857484e" /><Relationship Type="http://schemas.openxmlformats.org/officeDocument/2006/relationships/image" Target="/ppt/media/image6.png" Id="R56398e22caff4cda" /><Relationship Type="http://schemas.openxmlformats.org/officeDocument/2006/relationships/image" Target="/ppt/media/image6.svg" Id="R64da23fa3ff34d0a" /><Relationship Type="http://schemas.openxmlformats.org/officeDocument/2006/relationships/image" Target="/ppt/media/image.png" Id="Rdd4326ddfac7459f" /><Relationship Type="http://schemas.openxmlformats.org/officeDocument/2006/relationships/image" Target="/ppt/media/image.svg" Id="R3025c0bda3be4261" /><Relationship Type="http://schemas.openxmlformats.org/officeDocument/2006/relationships/image" Target="/ppt/media/image7.png" Id="Refedaa21469e49ed" /><Relationship Type="http://schemas.openxmlformats.org/officeDocument/2006/relationships/notesSlide" Target="/ppt/notesSlides/notesSlide7.xml" Id="R5d66961920ca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5730725b3864c22" /><Relationship Type="http://schemas.openxmlformats.org/officeDocument/2006/relationships/image" Target="/ppt/media/image5.png" Id="Rb281708047034542" /><Relationship Type="http://schemas.openxmlformats.org/officeDocument/2006/relationships/image" Target="/ppt/media/image5.svg" Id="R961dcd91cf294f54" /><Relationship Type="http://schemas.openxmlformats.org/officeDocument/2006/relationships/image" Target="/ppt/media/image6.png" Id="Rb71cbb97dbf74ae1" /><Relationship Type="http://schemas.openxmlformats.org/officeDocument/2006/relationships/image" Target="/ppt/media/image6.svg" Id="R5f6c973e343b4a52" /><Relationship Type="http://schemas.openxmlformats.org/officeDocument/2006/relationships/image" Target="/ppt/media/image.png" Id="R6782030edec84d8f" /><Relationship Type="http://schemas.openxmlformats.org/officeDocument/2006/relationships/image" Target="/ppt/media/image.svg" Id="R21430d6471764222" /><Relationship Type="http://schemas.openxmlformats.org/officeDocument/2006/relationships/image" Target="/ppt/media/image7.png" Id="R7f6f5243af154197" /><Relationship Type="http://schemas.openxmlformats.org/officeDocument/2006/relationships/notesSlide" Target="/ppt/notesSlides/notesSlide8.xml" Id="R6469234e67d448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218004d54034c8c" /><Relationship Type="http://schemas.openxmlformats.org/officeDocument/2006/relationships/image" Target="/ppt/media/image.jpeg" Id="R3dc50a76df6d48fc" /><Relationship Type="http://schemas.openxmlformats.org/officeDocument/2006/relationships/image" Target="/ppt/media/image2.jpeg" Id="R835e213b836348eb" /><Relationship Type="http://schemas.openxmlformats.org/officeDocument/2006/relationships/notesSlide" Target="/ppt/notesSlides/notesSlide9.xml" Id="R42d588f93e2440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572cc93ad974852" /><Relationship Type="http://schemas.openxmlformats.org/officeDocument/2006/relationships/image" Target="/ppt/media/image.png" Id="R9da7c171ce14425b" /><Relationship Type="http://schemas.openxmlformats.org/officeDocument/2006/relationships/image" Target="/ppt/media/image.svg" Id="R7bf723c72a85470f" /><Relationship Type="http://schemas.openxmlformats.org/officeDocument/2006/relationships/image" Target="/ppt/media/image2.png" Id="R4fdb7bdd8a344d7e" /><Relationship Type="http://schemas.openxmlformats.org/officeDocument/2006/relationships/image" Target="/ppt/media/image2.svg" Id="Rfd3b533d353448e2" /><Relationship Type="http://schemas.openxmlformats.org/officeDocument/2006/relationships/image" Target="/ppt/media/image3.png" Id="Raef6a365f3464bc8" /><Relationship Type="http://schemas.openxmlformats.org/officeDocument/2006/relationships/image" Target="/ppt/media/image3.svg" Id="R6914220460174881" /><Relationship Type="http://schemas.openxmlformats.org/officeDocument/2006/relationships/image" Target="/ppt/media/image4.png" Id="R369df9ef3cfd401f" /><Relationship Type="http://schemas.openxmlformats.org/officeDocument/2006/relationships/image" Target="/ppt/media/image4.svg" Id="R32f2e60d5a9e4aef" /><Relationship Type="http://schemas.openxmlformats.org/officeDocument/2006/relationships/notesSlide" Target="/ppt/notesSlides/notesSlide10.xml" Id="R8f198ad47e6041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8925A11-6817-4973-858A-159B91C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C1D7CB-F4B0-40B4-A6D8-61CBA9A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508AD4A-6F82-4545-9F04-84D7703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VIP 先生 家庭定制方案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484A14E-EF97-4083-BF59-0378D22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0171206-4253-4AEC-B2CE-90011430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C73E1EB-27BE-40AD-A157-A1A2D58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5031CB7-0F19-4CC6-B374-967FF71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C5C4EA-5CFE-4D70-9F19-6E69704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4ED5DAE-655B-4E6B-99F3-928E41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5849751B-B1D5-429B-9093-3A03160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D15C95D-C786-4E9B-B773-CBBEA56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2A97FAF-0D92-41DD-A122-F0D724B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C5400E4-51F3-4A7C-8EB0-A4DB355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ABC2EE5-9367-4FDA-BAC7-A9448548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62e173c36401e">
            <a:extLst>
              <a:ext uri="{96DAC541-7B7A-43D3-8B79-37D633B846F1}">
                <asvg:svgBlip xmlns:asvg="http://schemas.microsoft.com/office/drawing/2016/SVG/main" r:embed="R310f4a0ad6344ee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0F783FE-8D40-4856-9D43-736CB80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E899235-DECF-4CED-B372-0F2CCEE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周大福人寿 · 「匠·传承」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0701094-3615-49D2-BAFD-07FF559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A8B8CB30-9A18-400C-88C2-36ECC0E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b55d98d564e23">
            <a:extLst>
              <a:ext uri="{96DAC541-7B7A-43D3-8B79-37D633B846F1}">
                <asvg:svgBlip xmlns:asvg="http://schemas.microsoft.com/office/drawing/2016/SVG/main" r:embed="R231d948f0e824236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2650DF8-E495-4F04-A3D3-4E533B7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D050CBC-FD84-4058-A52A-8259651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53A936D-F7B6-4C2B-9AE7-ADC083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F07AD7A-F5C3-4180-AA5B-5D85C9F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d388222de4183">
            <a:extLst>
              <a:ext uri="{96DAC541-7B7A-43D3-8B79-37D633B846F1}">
                <asvg:svgBlip xmlns:asvg="http://schemas.microsoft.com/office/drawing/2016/SVG/main" r:embed="R3b29b274144445c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AC6F256C-D265-4273-AEC6-847EDA2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4CD884C-4B69-4710-BA7E-6F4CC25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25CF119-5F6A-4032-B308-A138963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87C13331-DFF9-4A04-886B-9B0AAAA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cd8d4f0234cac">
            <a:extLst>
              <a:ext uri="{96DAC541-7B7A-43D3-8B79-37D633B846F1}">
                <asvg:svgBlip xmlns:asvg="http://schemas.microsoft.com/office/drawing/2016/SVG/main" r:embed="R0a948b6461da4eb5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498338F-622B-41D6-9D30-26938A2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0ED25EF-90FE-4132-969D-943378F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2026-06-08</a:t>
            </a:r>
          </a:p>
        </p:txBody>
      </p:sp>
    </p:spTree>
    <p:extLst>
      <p:ext uri="{BB962C8B-B14F-4D97-AF65-F5344CB8AC3E}">
        <p14:creationId xmlns:p14="http://schemas.microsoft.com/office/powerpoint/2010/main" val="1369245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2FEBDD-22E5-48A2-8299-E38F3B9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FD9387F-F42B-4A45-99BD-B4E02F1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9896CC8-F786-4464-87EF-3EDD78B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周大福人寿公司介绍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DAD4FF0-FFC1-4765-926C-54E897E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AF7D22E-A8FA-4065-ACE4-F1B4FDB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B990AE-16FF-425F-8098-A19DCB7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60AC0AE-BA83-47AD-B646-6C4A479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E64FD10-6434-4D22-B9DE-79391C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2D3E33-3ED2-4FB0-A291-CF1371A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D2ED84-0F59-4802-91F1-653A8B9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35292D5B-0FFE-42CB-BCAF-1EF5F66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77AB1C-A5E6-4A1C-B0FD-E772B57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96E2E532-1F9B-432F-B6FC-C571874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2F8C76-2FD8-4CFE-B146-93AAE33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B384B0C-57B1-4D36-A1DB-75941FE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4113613-17FB-4C38-825B-F96E6DF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D35CF5-161A-43EE-8DF5-AF891DF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FB3578F-7211-46ED-8514-BA91660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A0E921F-B38C-4D2C-B48C-893941F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35986A2-666C-42D0-BDD0-D5744D2D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A432D62-0E99-495F-A309-FF5CFE6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14A5C0-56D7-4039-803B-E00D5CB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90BE5D-B7D9-48C9-96E7-B9EC9FC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E4C9815-5144-4B94-8B07-C04ACA4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8BD85B8-820B-4C23-8463-A0B6C3D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D666135-746D-47BE-86E9-39971AC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8D9C250-1FA1-4A8C-8E8E-7A1AC94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1D3C77C-0171-4F62-B33F-769746A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D7746CB-F0F6-4536-A2B6-B653867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C6BC0F13-4E08-405B-AA96-BDFF3AD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31dec957844c2"/>
          <a:srcRect xmlns:a="http://schemas.openxmlformats.org/drawingml/2006/main" l="13270" t="0" r="13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30E183A-9F32-42B9-8B1F-8CD8785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548F75F-7AA2-4098-AE3B-AAAC2B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公司资料来自内部知识库（公开口径）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F5D1C5D-C618-4EEF-8047-F1D3347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8031784-F1AD-4D25-AB16-E7DB5BF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82f58d5c465b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DC71DEB-6CED-41CD-AD49-A86DA2B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25990F8-6C51-4BF5-8120-0E189D8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以长期偿付与资产实力为核心筛选依据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D68FBA3B-B29B-4D43-BA62-10F33F7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55DC52C6-45B9-413D-97DD-2C75336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82f58d5c465b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FA8E2DD-5E40-4FCD-989A-E64D0DC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34DECB0-9871-4DE0-A937-8B9ACF06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本页用于销售沟通，正式数值与官方计划书分层呈现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6CD706E-AF14-4A19-BAD8-6A7BC95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C90E0929-B02A-4B6C-9F55-B86AACE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82f58d5c465b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D90B340-32CF-47D2-B9EF-5F84B05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8E471C2-4C4C-4517-BF41-34E6F81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2139756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产品亮点概览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38a25f34b4203">
            <a:extLst>
              <a:ext uri="{96DAC541-7B7A-43D3-8B79-37D633B846F1}">
                <asvg:svgBlip xmlns:asvg="http://schemas.microsoft.com/office/drawing/2016/SVG/main" r:embed="R37d64d468a9d4a45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长期价值来源于保证底盘 + 非保证增值，图表用于结构化解释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d727422ca4bfc">
            <a:extLst>
              <a:ext uri="{96DAC541-7B7A-43D3-8B79-37D633B846F1}">
                <asvg:svgBlip xmlns:asvg="http://schemas.microsoft.com/office/drawing/2016/SVG/main" r:embed="Raa6064ac829b4bce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总缴保费约 US$500,000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5d9b684764eba">
            <a:extLst>
              <a:ext uri="{96DAC541-7B7A-43D3-8B79-37D633B846F1}">
                <asvg:svgBlip xmlns:asvg="http://schemas.microsoft.com/office/drawing/2016/SVG/main" r:embed="R70fec02c8dee40d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8845ac4740c3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不提领：30年约 5.57 倍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8845ac4740c3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8845ac4740c3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8845ac4740c3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D1EF93-87E4-4E78-9EF7-D5DC123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6ECCE9DA-E567-420C-9F41-22F31EA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5FF7893-628D-48DA-9069-3AB1C5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现金流与风险准备并行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460D8C4-615D-47C1-8CBE-100F4F1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6F86AAC-BFB5-42A0-AF6A-B3D0464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527FDDE-44CA-49E0-BD79-A33647D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99d70e1d84d68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3B320C2-19E9-4EA7-8180-B257B3C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D69834A-82EE-4083-BDD0-B5E3F33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5ABBC6-01CA-4B85-84A1-1356798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223EE81-DD71-4257-B1A4-79562E1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782EEE78-1FCC-4139-A1FE-EDCB4DB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D663206-4655-4C91-990F-305868F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6794618da4473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6882414-0754-4BA0-8AA4-9E3764BD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79310D-6E63-4CF1-BA71-A9A0824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C57EC839-387F-4B43-A52D-9B4133C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DBCAE66-1CCB-4C17-A5C2-C4B5F6F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6794618da4473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47EACE5-F35E-4BC7-A5F3-86B580BD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22D7718-84D6-4A6B-A08D-0912918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93FB0B6-17F3-4211-AD30-908FE42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第6年起每年领取 US$35,000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D01B82F-C655-4BEA-A624-B131A8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第20年累计领取 US$525,006</a:t>
            </a: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6794618da4473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6B61745-4B8C-4108-8290-A50535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941CD93-D202-4AED-9083-8335966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18DD339-4191-4BF3-AC3C-6D5C80F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US$875,016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538A816-6FE6-4224-A37C-180472D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 US$1,925,212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6794618da4473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C1C000CE-A2AC-47C7-B542-584096D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9B04411-3ED1-43DD-81F7-1B6D379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E8B89544-49EC-42FC-AB4C-01D551B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D46C77-D041-47EF-A787-03EF74D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f1708a71c4209">
            <a:extLst>
              <a:ext uri="{96DAC541-7B7A-43D3-8B79-37D633B846F1}">
                <asvg:svgBlip xmlns:asvg="http://schemas.microsoft.com/office/drawing/2016/SVG/main" r:embed="Rfeb45e3c5cf1461f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ACB14E8-03F2-46A0-903A-0688745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8FA68B0-6EB3-4281-8475-5058447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5F1ED494-9075-4BBC-B4B2-69F070E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68f31b6794165">
            <a:extLst>
              <a:ext uri="{96DAC541-7B7A-43D3-8B79-37D633B846F1}">
                <asvg:svgBlip xmlns:asvg="http://schemas.microsoft.com/office/drawing/2016/SVG/main" r:embed="Rbdf33cc4730d4d2d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68D29ED-AD23-43B3-9E37-F8ECC52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5F8EF5-4B7B-4AA4-AC9B-3491A5D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e7e8c33284f41">
            <a:extLst>
              <a:ext uri="{96DAC541-7B7A-43D3-8B79-37D633B846F1}">
                <asvg:svgBlip xmlns:asvg="http://schemas.microsoft.com/office/drawing/2016/SVG/main" r:embed="R9fd43a092f174942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A202051-4FBE-4F54-83B9-8157D59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11817E6-0780-4726-9E8B-16136F1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d3fc66f6640d7">
            <a:extLst>
              <a:ext uri="{96DAC541-7B7A-43D3-8B79-37D633B846F1}">
                <asvg:svgBlip xmlns:asvg="http://schemas.microsoft.com/office/drawing/2016/SVG/main" r:embed="R775e42abd2ac4f52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8DD3433-6C39-439D-A317-A504C94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89774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131CA91-1E41-4220-8401-DC1EC9A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3860804-633A-4966-8529-265AE43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45F6-CA91-4814-AA06-299E243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教育金领取路径（横向里程碑）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3853E09-2E34-4D38-947C-301128B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60A1FE3-77AC-425D-B785-A3CE341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5c2a741544b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5309055-285A-4C1F-87FE-0F7FAB6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179C663-FCC2-4052-BD1E-DEC1A13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5231ACF-11B8-43AB-B028-F1A3EF55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A29BF92-A7CE-41C8-9BBF-59E5BC0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C5A59F4-234D-4A97-9AA6-9006FA79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09EDB37-4BE4-4F6C-BEC3-87FED11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46984BC4-B707-4D57-ADB1-FA84A3B7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C065291B-BBB2-406C-B6A7-1F2F65CC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1EADE89-FD00-4CCB-A4E7-F03AB41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第6年开始领取，每年约 US$35,000；第20年累计约 US$525,006。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593C803-68EC-437E-A2A4-A870474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D83EC18-8CF5-4B0B-BE84-4EC5366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360FA80-85C8-433D-9370-C72C077F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7D1A002-3757-4EBE-8A92-71D156BC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5c2a741544bbd">
            <a:extLst>
              <a:ext uri="{96DAC541-7B7A-43D3-8B79-37D633B846F1}">
                <asvg:svgBlip xmlns:asvg="http://schemas.microsoft.com/office/drawing/2016/SVG/main" r:embed="Rc1e472fa536a4d43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6E6FF65-17FE-47BD-810C-CEA14FC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1F42D4D-FBE8-4E9B-ADD3-FB5141AE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4B92CE1B-A8A3-40CA-9FCB-B1D61D9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26ED34A-B720-4484-BADE-B925E30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0cc42d64d48c7">
            <a:extLst>
              <a:ext uri="{96DAC541-7B7A-43D3-8B79-37D633B846F1}">
                <asvg:svgBlip xmlns:asvg="http://schemas.microsoft.com/office/drawing/2016/SVG/main" r:embed="R6869084e1e744c2f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BD61CB71-6233-4CAC-AF81-F4BEDC6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C619100-29B5-4275-B4E2-5D2C3EB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第30年累计约 US$875,016，同时保留退保价值。</a:t>
            </a:r>
          </a:p>
        </p:txBody>
      </p:sp>
    </p:spTree>
    <p:extLst>
      <p:ext uri="{BB962C8B-B14F-4D97-AF65-F5344CB8AC3E}">
        <p14:creationId xmlns:p14="http://schemas.microsoft.com/office/powerpoint/2010/main" val="15317423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D1EF93-87E4-4E78-9EF7-D5DC123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6ECCE9DA-E567-420C-9F41-22F31EA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5FF7893-628D-48DA-9069-3AB1C5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养老金视角：领取与剩余价值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460D8C4-615D-47C1-8CBE-100F4F1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6F86AAC-BFB5-42A0-AF6A-B3D0464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527FDDE-44CA-49E0-BD79-A33647D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7c69caa5843e2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3B320C2-19E9-4EA7-8180-B257B3C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D69834A-82EE-4083-BDD0-B5E3F33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5ABBC6-01CA-4B85-84A1-1356798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223EE81-DD71-4257-B1A4-79562E1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782EEE78-1FCC-4139-A1FE-EDCB4DB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D663206-4655-4C91-990F-305868F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0501f9dc940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6882414-0754-4BA0-8AA4-9E3764BD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79310D-6E63-4CF1-BA71-A9A0824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C57EC839-387F-4B43-A52D-9B4133C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DBCAE66-1CCB-4C17-A5C2-C4B5F6F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0501f9dc940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47EACE5-F35E-4BC7-A5F3-86B580BD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22D7718-84D6-4A6B-A08D-0912918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93FB0B6-17F3-4211-AD30-908FE42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第30年累计领取约 US$875,016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D01B82F-C655-4BEA-A624-B131A8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0501f9dc940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6B61745-4B8C-4108-8290-A50535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941CD93-D202-4AED-9083-8335966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18DD339-4191-4BF3-AC3C-6D5C80F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第60年累计领取约 US$1,925,212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538A816-6FE6-4224-A37C-180472D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领取后仍有保单价值，便于兼顾灵活性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0501f9dc940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C1C000CE-A2AC-47C7-B542-584096D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9B04411-3ED1-43DD-81F7-1B6D379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E8B89544-49EC-42FC-AB4C-01D551B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D46C77-D041-47EF-A787-03EF74D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39cb4ac0649d6">
            <a:extLst>
              <a:ext uri="{96DAC541-7B7A-43D3-8B79-37D633B846F1}">
                <asvg:svgBlip xmlns:asvg="http://schemas.microsoft.com/office/drawing/2016/SVG/main" r:embed="R9dd1200cde144e3a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ACB14E8-03F2-46A0-903A-0688745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8FA68B0-6EB3-4281-8475-5058447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5F1ED494-9075-4BBC-B4B2-69F070E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3b038cbfc40b0">
            <a:extLst>
              <a:ext uri="{96DAC541-7B7A-43D3-8B79-37D633B846F1}">
                <asvg:svgBlip xmlns:asvg="http://schemas.microsoft.com/office/drawing/2016/SVG/main" r:embed="Rcafd4a2057f74f88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68D29ED-AD23-43B3-9E37-F8ECC52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5F8EF5-4B7B-4AA4-AC9B-3491A5D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72aab46e54815">
            <a:extLst>
              <a:ext uri="{96DAC541-7B7A-43D3-8B79-37D633B846F1}">
                <asvg:svgBlip xmlns:asvg="http://schemas.microsoft.com/office/drawing/2016/SVG/main" r:embed="R43be6395ba0d49a6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A202051-4FBE-4F54-83B9-8157D59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11817E6-0780-4726-9E8B-16136F1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9568aa4e340da">
            <a:extLst>
              <a:ext uri="{96DAC541-7B7A-43D3-8B79-37D633B846F1}">
                <asvg:svgBlip xmlns:asvg="http://schemas.microsoft.com/office/drawing/2016/SVG/main" r:embed="Rd678abeec7e14cd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8DD3433-6C39-439D-A317-A504C94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89774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8e2c52366458c">
            <a:extLst>
              <a:ext uri="{96DAC541-7B7A-43D3-8B79-37D633B846F1}">
                <asvg:svgBlip xmlns:asvg="http://schemas.microsoft.com/office/drawing/2016/SVG/main" r:embed="R18fefe05e857484e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字段包含：年龄、保单年度、已交总保费、领取金额、累计领取、退保现金价值、单利、复利。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98e22caff4cda">
            <a:extLst>
              <a:ext uri="{96DAC541-7B7A-43D3-8B79-37D633B846F1}">
                <asvg:svgBlip xmlns:asvg="http://schemas.microsoft.com/office/drawing/2016/SVG/main" r:embed="R64da23fa3ff34d0a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326ddfac7459f">
            <a:extLst>
              <a:ext uri="{96DAC541-7B7A-43D3-8B79-37D633B846F1}">
                <asvg:svgBlip xmlns:asvg="http://schemas.microsoft.com/office/drawing/2016/SVG/main" r:embed="R3025c0bda3be4261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aa21469e49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aa21469e49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aa21469e49ed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aa21469e49ed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不提领方案数据表（每10年）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1708047034542">
            <a:extLst>
              <a:ext uri="{96DAC541-7B7A-43D3-8B79-37D633B846F1}">
                <asvg:svgBlip xmlns:asvg="http://schemas.microsoft.com/office/drawing/2016/SVG/main" r:embed="R961dcd91cf294f54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第20年约 2.73 倍，第30年约 5.57 倍。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bb97dbf74ae1">
            <a:extLst>
              <a:ext uri="{96DAC541-7B7A-43D3-8B79-37D633B846F1}">
                <asvg:svgBlip xmlns:asvg="http://schemas.microsoft.com/office/drawing/2016/SVG/main" r:embed="R5f6c973e343b4a52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2030edec84d8f">
            <a:extLst>
              <a:ext uri="{96DAC541-7B7A-43D3-8B79-37D633B846F1}">
                <asvg:svgBlip xmlns:asvg="http://schemas.microsoft.com/office/drawing/2016/SVG/main" r:embed="R21430d647176422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5243af154197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5243af154197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5243af154197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5243af154197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2FEBDD-22E5-48A2-8299-E38F3B9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FD9387F-F42B-4A45-99BD-B4E02F1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9896CC8-F786-4464-87EF-3EDD78B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方案结论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DAD4FF0-FFC1-4765-926C-54E897E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AF7D22E-A8FA-4065-ACE4-F1B4FDB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B990AE-16FF-425F-8098-A19DCB7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60AC0AE-BA83-47AD-B646-6C4A479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E64FD10-6434-4D22-B9DE-79391C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2D3E33-3ED2-4FB0-A291-CF1371A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D2ED84-0F59-4802-91F1-653A8B9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35292D5B-0FFE-42CB-BCAF-1EF5F66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77AB1C-A5E6-4A1C-B0FD-E772B57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96E2E532-1F9B-432F-B6FC-C571874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2F8C76-2FD8-4CFE-B146-93AAE33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B384B0C-57B1-4D36-A1DB-75941FE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4113613-17FB-4C38-825B-F96E6DF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D35CF5-161A-43EE-8DF5-AF891DF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FB3578F-7211-46ED-8514-BA91660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A0E921F-B38C-4D2C-B48C-893941F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35986A2-666C-42D0-BDD0-D5744D2D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A432D62-0E99-495F-A309-FF5CFE6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14A5C0-56D7-4039-803B-E00D5CB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90BE5D-B7D9-48C9-96E7-B9EC9FC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E4C9815-5144-4B94-8B07-C04ACA4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8BD85B8-820B-4C23-8463-A0B6C3D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D666135-746D-47BE-86E9-39971AC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8D9C250-1FA1-4A8C-8E8E-7A1AC94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1D3C77C-0171-4F62-B33F-769746A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D7746CB-F0F6-4536-A2B6-B653867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C6BC0F13-4E08-405B-AA96-BDFF3AD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50a76df6d48fc"/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30E183A-9F32-42B9-8B1F-8CD8785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548F75F-7AA2-4098-AE3B-AAAC2B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通过“提领 / 不提领”双视角，兼顾教育金和长期现金流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F5D1C5D-C618-4EEF-8047-F1D3347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8031784-F1AD-4D25-AB16-E7DB5BF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e213b836348eb"/>
          <a:srcRect xmlns:a="http://schemas.openxmlformats.org/drawingml/2006/main" l="21519" t="0" r="21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DC71DEB-6CED-41CD-AD49-A86DA2B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25990F8-6C51-4BF5-8120-0E189D8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关键数字均可回溯到官方计划书对应年度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D68FBA3B-B29B-4D43-BA62-10F33F7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55DC52C6-45B9-413D-97DD-2C75336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e213b836348eb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FA8E2DD-5E40-4FCD-989A-E64D0DC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34DECB0-9871-4DE0-A937-8B9ACF06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6CD706E-AF14-4A19-BAD8-6A7BC95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C90E0929-B02A-4B6C-9F55-B86AACE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e213b836348eb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D90B340-32CF-47D2-B9EF-5F84B05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8E471C2-4C4C-4517-BF41-34E6F81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21397560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8925A11-6817-4973-858A-159B91C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C1D7CB-F4B0-40B4-A6D8-61CBA9A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508AD4A-6F82-4545-9F04-84D7703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484A14E-EF97-4083-BF59-0378D22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0171206-4253-4AEC-B2CE-90011430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C73E1EB-27BE-40AD-A157-A1A2D58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5031CB7-0F19-4CC6-B374-967FF71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C5C4EA-5CFE-4D70-9F19-6E69704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4ED5DAE-655B-4E6B-99F3-928E41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5849751B-B1D5-429B-9093-3A03160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D15C95D-C786-4E9B-B773-CBBEA56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2A97FAF-0D92-41DD-A122-F0D724B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C5400E4-51F3-4A7C-8EB0-A4DB355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ABC2EE5-9367-4FDA-BAC7-A9448548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7c171ce14425b">
            <a:extLst>
              <a:ext uri="{96DAC541-7B7A-43D3-8B79-37D633B846F1}">
                <asvg:svgBlip xmlns:asvg="http://schemas.microsoft.com/office/drawing/2016/SVG/main" r:embed="R7bf723c72a85470f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0F783FE-8D40-4856-9D43-736CB80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E899235-DECF-4CED-B372-0F2CCEE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如需调整提领节奏，可基于同一模型自动重算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0701094-3615-49D2-BAFD-07FF559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A8B8CB30-9A18-400C-88C2-36ECC0E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b7bdd8a344d7e">
            <a:extLst>
              <a:ext uri="{96DAC541-7B7A-43D3-8B79-37D633B846F1}">
                <asvg:svgBlip xmlns:asvg="http://schemas.microsoft.com/office/drawing/2016/SVG/main" r:embed="Rfd3b533d353448e2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2650DF8-E495-4F04-A3D3-4E533B7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D050CBC-FD84-4058-A52A-8259651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53A936D-F7B6-4C2B-9AE7-ADC083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F07AD7A-F5C3-4180-AA5B-5D85C9F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6a365f3464bc8">
            <a:extLst>
              <a:ext uri="{96DAC541-7B7A-43D3-8B79-37D633B846F1}">
                <asvg:svgBlip xmlns:asvg="http://schemas.microsoft.com/office/drawing/2016/SVG/main" r:embed="R6914220460174881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AC6F256C-D265-4273-AEC6-847EDA2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4CD884C-4B69-4710-BA7E-6F4CC25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25CF119-5F6A-4032-B308-A138963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87C13331-DFF9-4A04-886B-9B0AAAA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df9ef3cfd401f">
            <a:extLst>
              <a:ext uri="{96DAC541-7B7A-43D3-8B79-37D633B846F1}">
                <asvg:svgBlip xmlns:asvg="http://schemas.microsoft.com/office/drawing/2016/SVG/main" r:embed="R32f2e60d5a9e4aef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498338F-622B-41D6-9D30-26938A2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0ED25EF-90FE-4132-969D-943378F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36924542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2026-06-08T09:12:35.9620000Z</dcterms:created>
  <dcterms:modified xsi:type="dcterms:W3CDTF">2026-06-08T09:12:35.9620000Z</dcterms:modified>
</coreProperties>
</file>