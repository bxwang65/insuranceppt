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dde7be369143f7" /><Relationship Type="http://schemas.openxmlformats.org/officeDocument/2006/relationships/extended-properties" Target="/docProps/app.xml" Id="R8495580430924db2" /><Relationship Type="http://schemas.openxmlformats.org/officeDocument/2006/relationships/officeDocument" Target="/ppt/presentation.xml" Id="R4c1dc731552d4d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380c3aae14a73"/>
    <p:sldMasterId xmlns:r="http://schemas.openxmlformats.org/officeDocument/2006/relationships" id="2147483659" r:id="R990634de0e9d4f61"/>
  </p:sldMasterIdLst>
  <p:notesMasterIdLst>
    <p:notesMasterId xmlns:r="http://schemas.openxmlformats.org/officeDocument/2006/relationships" r:id="Rdf84247b9cb74576"/>
  </p:notesMasterIdLst>
  <p:sldIdLst>
    <p:sldId xmlns:r="http://schemas.openxmlformats.org/officeDocument/2006/relationships" id="256" r:id="Rfeac3d983a194348"/>
    <p:sldId xmlns:r="http://schemas.openxmlformats.org/officeDocument/2006/relationships" id="257" r:id="Rd8ccb8aecf6840da"/>
    <p:sldId xmlns:r="http://schemas.openxmlformats.org/officeDocument/2006/relationships" id="258" r:id="Rbfb2e49face545b1"/>
    <p:sldId xmlns:r="http://schemas.openxmlformats.org/officeDocument/2006/relationships" id="259" r:id="R4953cc3d5f624577"/>
    <p:sldId xmlns:r="http://schemas.openxmlformats.org/officeDocument/2006/relationships" id="260" r:id="R647ea40423be43c6"/>
    <p:sldId xmlns:r="http://schemas.openxmlformats.org/officeDocument/2006/relationships" id="261" r:id="R29450843453d4e33"/>
    <p:sldId xmlns:r="http://schemas.openxmlformats.org/officeDocument/2006/relationships" id="262" r:id="R8ae9c8edbcbd442e"/>
    <p:sldId xmlns:r="http://schemas.openxmlformats.org/officeDocument/2006/relationships" id="263" r:id="R845db07864ca4adb"/>
    <p:sldId xmlns:r="http://schemas.openxmlformats.org/officeDocument/2006/relationships" id="264" r:id="Rcd581d0db664462d"/>
    <p:sldId xmlns:r="http://schemas.openxmlformats.org/officeDocument/2006/relationships" id="265" r:id="R20cf5a446aa047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1a5f68786f43c2" /><Relationship Type="http://schemas.openxmlformats.org/officeDocument/2006/relationships/slideMaster" Target="/ppt/slideMasters/slideMaster1.xml" Id="R117380c3aae14a73" /><Relationship Type="http://schemas.openxmlformats.org/officeDocument/2006/relationships/slideMaster" Target="/ppt/slideMasters/slideMaster2.xml" Id="R990634de0e9d4f61" /><Relationship Type="http://schemas.openxmlformats.org/officeDocument/2006/relationships/notesMaster" Target="/ppt/notesMasters/notesMaster1.xml" Id="Rdf84247b9cb74576" /><Relationship Type="http://schemas.openxmlformats.org/officeDocument/2006/relationships/presProps" Target="/ppt/presProps.xml" Id="R358240807a4446f0" /><Relationship Type="http://schemas.openxmlformats.org/officeDocument/2006/relationships/viewProps" Target="/ppt/viewProps.xml" Id="R364a524e571c48ad" /><Relationship Type="http://schemas.openxmlformats.org/officeDocument/2006/relationships/tableStyles" Target="/ppt/tableStyles.xml" Id="R2d9eb4977bfb428d" /><Relationship Type="http://schemas.openxmlformats.org/officeDocument/2006/relationships/slide" Target="/ppt/slides/slide1.xml" Id="Rfeac3d983a194348" /><Relationship Type="http://schemas.openxmlformats.org/officeDocument/2006/relationships/slide" Target="/ppt/slides/slide2.xml" Id="Rd8ccb8aecf6840da" /><Relationship Type="http://schemas.openxmlformats.org/officeDocument/2006/relationships/slide" Target="/ppt/slides/slide3.xml" Id="Rbfb2e49face545b1" /><Relationship Type="http://schemas.openxmlformats.org/officeDocument/2006/relationships/slide" Target="/ppt/slides/slide4.xml" Id="R4953cc3d5f624577" /><Relationship Type="http://schemas.openxmlformats.org/officeDocument/2006/relationships/slide" Target="/ppt/slides/slide5.xml" Id="R647ea40423be43c6" /><Relationship Type="http://schemas.openxmlformats.org/officeDocument/2006/relationships/slide" Target="/ppt/slides/slide6.xml" Id="R29450843453d4e33" /><Relationship Type="http://schemas.openxmlformats.org/officeDocument/2006/relationships/slide" Target="/ppt/slides/slide7.xml" Id="R8ae9c8edbcbd442e" /><Relationship Type="http://schemas.openxmlformats.org/officeDocument/2006/relationships/slide" Target="/ppt/slides/slide8.xml" Id="R845db07864ca4adb" /><Relationship Type="http://schemas.openxmlformats.org/officeDocument/2006/relationships/slide" Target="/ppt/slides/slide9.xml" Id="Rcd581d0db664462d" /><Relationship Type="http://schemas.openxmlformats.org/officeDocument/2006/relationships/slide" Target="/ppt/slides/slide10.xml" Id="R20cf5a446aa047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9a874df993c4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12bd66da4c46fe" /><Relationship Type="http://schemas.openxmlformats.org/officeDocument/2006/relationships/notesMaster" Target="/ppt/notesMasters/notesMaster1.xml" Id="Rfa0a65b4ae7b48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2d02b86ca4b35" /><Relationship Type="http://schemas.openxmlformats.org/officeDocument/2006/relationships/notesMaster" Target="/ppt/notesMasters/notesMaster1.xml" Id="Rb25e8e2bb95140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a4366a959448ec" /><Relationship Type="http://schemas.openxmlformats.org/officeDocument/2006/relationships/notesMaster" Target="/ppt/notesMasters/notesMaster1.xml" Id="Rfc2be4bd0be348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925d4fae594c92" /><Relationship Type="http://schemas.openxmlformats.org/officeDocument/2006/relationships/notesMaster" Target="/ppt/notesMasters/notesMaster1.xml" Id="R2dc0b9b819a145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c1e06a515c4a2b" /><Relationship Type="http://schemas.openxmlformats.org/officeDocument/2006/relationships/notesMaster" Target="/ppt/notesMasters/notesMaster1.xml" Id="R94508ca8979644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f52ffe830c41c9" /><Relationship Type="http://schemas.openxmlformats.org/officeDocument/2006/relationships/notesMaster" Target="/ppt/notesMasters/notesMaster1.xml" Id="R0a012245dae642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0646a3b3be44f7" /><Relationship Type="http://schemas.openxmlformats.org/officeDocument/2006/relationships/notesMaster" Target="/ppt/notesMasters/notesMaster1.xml" Id="R2dfdb505f2cf4d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a13d94518e4e14" /><Relationship Type="http://schemas.openxmlformats.org/officeDocument/2006/relationships/notesMaster" Target="/ppt/notesMasters/notesMaster1.xml" Id="R093bac8e8be941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98839e1f484e94" /><Relationship Type="http://schemas.openxmlformats.org/officeDocument/2006/relationships/notesMaster" Target="/ppt/notesMasters/notesMaster1.xml" Id="R00f7100ae9464b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f82ef13c2e47d8" /><Relationship Type="http://schemas.openxmlformats.org/officeDocument/2006/relationships/notesMaster" Target="/ppt/notesMasters/notesMaster1.xml" Id="R861cc9dbcb9c4c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f463534fc47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63ee17df546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d011541374e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3fd6378f641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3b053b05249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63afd0eb04c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abe45249447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5de00e64a4c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c512fba2c4f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e9a284863490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ed63b2a6e04f9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9eabea723dd4aa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53375b4455448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0a260130c2476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e5cd2e858e4bb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e9a9c33091475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c5bf585aa6450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4c8238a6534d0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717af761a04dd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7fc30fc0ab476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1425e35f2b41d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28f758955d4de2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8859EA3-D2AF-472F-B5CC-ABBB6BB720F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D2CD6E-4F93-4686-B1B2-17D33DC588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3F8CC5-86EE-43AC-B956-FCD7353EBA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80B5D1-1354-4E41-881C-D8D300F913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CD48BE9-0C64-4E50-B004-84585CF0C9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CEF86C9-802C-4BBC-A509-63DA35ECA0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5E8D32-C7FE-43C7-BA4D-71DFFBED7A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FDC44D0-5267-4150-A9B1-EEE0672A35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9D5CDD-4853-4307-B896-E5A504BEAB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9D3A80-4062-402D-9346-F2BE62488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5C52588-AC13-471E-AD64-32807EA1A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306AB7A-C788-4EF9-95E9-45AC6F7525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983A1AF-57FB-4ED3-A7DD-64D3F1BFB4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2ED92C-4AFD-430C-98FA-CDE2EBF8AF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492F32F-821A-46EF-852F-7A1D674E28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832A4B-B52D-427E-BB12-49E19156C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3A7889-07B2-45CB-9C0D-7047C74486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34FF1C2-F5F3-4677-A8D7-6E350B4FF2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7E530C-F41D-40B1-B425-6323404A02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D652931-212F-42E4-BD85-00DC9D63C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DFAA6DA-B64E-4C70-8C31-C119E9BDDB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3CFF730-E893-4F2F-B0C9-F19B07063E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7E81360-06A1-42E5-9867-893C77DBA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3BF2793-EC78-4ED7-8EB5-25B4D71F1FD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0B8EEA1-50CE-458B-90BA-1C0D1F2CE9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ABB5092-79F5-4254-AAA8-6BEE2DDB4FA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6C35CAE-67E8-4E14-9EE7-0842207560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3A00524-45A7-4905-B899-1575F0A51D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D08E838-66F8-4B6E-9F50-3A7BE98E3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6F023C-1752-4566-81BD-846013E2A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94C4886-8F45-460F-82C5-7C9A67C1B3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5CA9EEF-918D-4DAB-B243-2A1EF8D8F0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B8BD4A5-7AB8-49A7-BE8E-6CAD67AD42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F5AB0C6-DFA5-435C-949D-DEF9ED26BE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2AA3608-35E7-4050-A027-B1FF505586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C3166D8-ADAF-4DAF-8235-A2B8EB2886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F6051F3-0065-48A4-B132-33FB7F5E67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E14FCA-E110-4013-BA37-D9228A05815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EE7774B-AB9F-4C2F-936E-9C11CC20DA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85A49CD-2915-4115-80E3-6077CCC1C8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7E6BC81-37C5-4F58-B725-C31B56C44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C40D5E4-2D48-4035-9285-0C6188015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513E736-FDB5-4559-A3D8-62A4835137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A2FA710-B280-4A79-A7D7-8AF1972A90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29FFDE-E860-4FAD-81EA-8F563E5C8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398221-9C13-48D8-A8F9-E971061184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057EB0F-212F-4C12-807D-57615782BD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44F2255-7D6B-43EC-95C9-59DAA20E7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00A03BE-41B8-4C10-9C5A-88D8873EC2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2DF04AC-E8E4-4ED0-AD07-6A1C6D6D4D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4455F9F3-4CE6-4335-9FBF-AC6B349A5E4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F52327-7462-4288-B81D-CF53CBFB4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CA80EBD-B16A-4430-9436-D00BC0DCD6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A6A91F-BC8F-4A84-95A1-0C2A86ECBB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9EBF78-9DC8-4CB9-9EB3-B9D0AAA50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AE744-4A38-44BC-A7ED-499078230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F3745B-7CFC-4B8B-8EAD-B75FA54EE25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D7FCB5-CA66-40AF-A811-969D2B681E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CBA34C6-D7A4-4CE7-B3D3-41D45639FB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35F428-6AA9-475E-A2D1-0945E63EF3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3D6133-36BD-4092-9327-33FFF26CA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ADA2EB-89A7-4BF5-B37A-4639731BCB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721C4BD-3A19-4BDE-B8C2-88483A4C3F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065DDBE-5825-4A2D-A985-1BD36D9E59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6A1E747-91BF-4D7C-AED3-569A847109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2C30313-56E7-4310-BA21-4283C2ADDE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FDC8D30-C5CF-41DE-96FE-C0A3448DFB5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CA29B99-A4A3-46B2-A670-0FC23B75CA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4B23B8E-6864-4D65-AEE1-F8A8BAB58472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61C3C2B-5354-470C-B6AF-351A9676014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188B19-A7C4-4A0B-B8B1-F32E882996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A192C20-CB89-4254-8452-A7C5C89C8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98B114E-54D8-4AAA-97F6-1476932D68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5CF05376-02E7-41C6-B052-FEC64FBBA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188AE43-3ADE-4901-80D9-ACC327714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B2A0A36-5C24-498D-AF61-8D178F5A3D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FB0E57D-F257-4769-BBFC-908E28D35C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5912CFD-13DA-4F18-8C08-29C92A7719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14CC116-8F85-4E54-BD45-536B67F366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E309593-C831-442A-8525-A307D9AE68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0B02D42-D9A0-4BE6-A23B-D4534B1AD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CF1991C0-F503-4089-9D15-FB792BB52B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EF1A965-58DB-435D-9420-F62F2E6940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1B41409-3519-4D87-A20F-B4B9FEB2A2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94A17B6-FE8E-46FF-ABD7-EC702A9BE8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5B4536-BA4D-4B87-A6AD-0A2DB3595C0C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7029AB-0366-40E8-BB04-EDB90234DA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B8CC19-6B06-4167-BF24-6B0ABD6978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ADA0BCC-7DA4-4F2D-96AF-6109BDC612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8580D24E-C078-4F91-8631-B83B15DC59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167E6BA-3899-43E4-8621-F210D5A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6EE1345-E583-4C96-A4DD-A3542E46E201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0AEB626-60DF-48C5-82A7-78042885802B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3395CBE-E567-4F9B-A523-4746E9793F68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190E2910-BAF8-43A7-BB20-A4198B8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A513D37-CD63-4DDF-B6EE-B47CB23A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F8DF580D-51B7-409C-A895-F0E59509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ED8C73BF-AA95-4F4E-AD78-0A7BC12C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0DD61A2A-CFBB-4696-8AB1-8C024ED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1AD3632-583F-4467-89CB-632C3048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9B04DA48-90E7-42E3-89B4-4A3935F4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0DC3D719-2B45-4D20-B08A-2058A7D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6244DFB6-1ACC-425C-AEF1-2C72FDE4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FEB1AA8A-8DA6-4146-840D-8291AC33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28798D15-6CC6-44BE-B505-0A1E3B7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F5D1AD3A-675F-4448-81D1-BA09DDEB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C5E6DBD7-DDA0-4C14-9AFD-9C72E493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0D50D64E-BD49-4A98-8F88-F0BAB75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3B2029FC-98ED-4BBF-A992-D4DBCAA1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06C989E1-9FE0-43ED-B6A1-29A71ECE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0B788FD7-2AAA-42AC-9E32-16CE5FE1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4DCEBB83-44F3-4AB0-B12A-9BBD8284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F293A3F0-FC00-446F-96EB-FDBEBAC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B10E91CB-2DA6-4BAF-9575-73C79708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D16B98A2-E854-4530-89AE-703A28D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C6D4CFE8-2BCC-461E-9BCB-F01496B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171DEF59-5553-4DE6-95F1-74585010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A66AF8BC-9A40-4231-9A92-A9969DAA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B4299B04-E410-4D99-BB37-B8C27DE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6532F573-8F95-4779-8E7A-870B4B0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A36464BA-F4DC-4275-964B-D844443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94F791FF-5925-4D67-ADA6-A40B6F79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41F444CA-97F9-4A09-BF75-2E62E68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152DB16A-423F-4211-AFC0-DC78E97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4346E005-F826-4AE2-9E91-C1CA47BD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12BD1F9B-EDBC-4379-8978-7140B22A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824C13BE-D15A-416F-9086-25BE035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64E09465-1F65-4289-978D-A5C59ED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F6F4824C-8FE6-44BE-8574-A07303D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796821B0-D19C-4F42-9257-B2285F3E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5E103EE-C1BD-4D08-80F4-4DB691327784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20XX YEAR</a:t>
            </a: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717EC7D2-4270-4E0B-AEEA-16AF6E5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30FCB716-3298-4C5A-9D77-3C8F4906A94E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单击此处
添加文档标题</a:t>
            </a:r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300F7DEF-188C-4AC6-81DA-BC6CCBAC3B9A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2">
            <a:extLst xmlns:a="http://schemas.openxmlformats.org/drawingml/2006/main">
              <a:ext uri="{FF2B5EF4-FFF2-40B4-BE49-F238E27FC236}">
                <a16:creationId xmlns:a16="http://schemas.microsoft.com/office/drawing/2014/main" id="{9264D2F8-4D2E-4779-B79C-AF0BDBBF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C632FC3-69F6-47B4-9CC9-7CA04FDCADCA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183508F-51EC-4CC1-98B5-1C896A9F14F6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CF2E15B-AC91-4E4E-AF86-861478ECA91B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任意多边形: 形状 11">
            <a:extLst xmlns:a="http://schemas.openxmlformats.org/drawingml/2006/main">
              <a:ext uri="{FF2B5EF4-FFF2-40B4-BE49-F238E27FC236}">
                <a16:creationId xmlns:a16="http://schemas.microsoft.com/office/drawing/2014/main" id="{A9617362-F5A0-4E97-8D85-3746776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4335" y="3182620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任意多边形: 形状 12">
            <a:extLst xmlns:a="http://schemas.openxmlformats.org/drawingml/2006/main">
              <a:ext uri="{FF2B5EF4-FFF2-40B4-BE49-F238E27FC236}">
                <a16:creationId xmlns:a16="http://schemas.microsoft.com/office/drawing/2014/main" id="{372223BB-502B-4FAC-B914-B3E6D60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98665" y="422656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72E4DA12-B62E-4E10-8C1D-3996699D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613390" y="196596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C4AD3B1A-A604-4AB8-9AD5-3A9901C0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493760" y="16090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CB84CE2B-0B1A-4AAF-BBA5-E715FAB0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245475" y="1659890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E0F039A2-4695-42A4-AEAE-B0509C4E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654290" y="188023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513794F6-CAAA-4A5D-A85B-B09FF21E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506335" y="1964690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EA82EB57-FEEA-4F7A-BE4A-6CDBA78D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504045" y="160591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BAC019E3-752E-49F0-AD77-5AB3AF98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10022840" y="171577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9E73EB87-5B60-4D15-9E65-E2382319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9123680" y="15767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09BA26C1-24E5-4D77-951C-E43E84F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778875" y="158051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D2C83C12-59CC-4AD8-893C-ED5DE7C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8034020" y="17202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23">
            <a:extLst xmlns:a="http://schemas.openxmlformats.org/drawingml/2006/main">
              <a:ext uri="{FF2B5EF4-FFF2-40B4-BE49-F238E27FC236}">
                <a16:creationId xmlns:a16="http://schemas.microsoft.com/office/drawing/2014/main" id="{D51A6BA8-C421-4DFA-BF2E-A67FE431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843520" y="179197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4D047BBD-4E55-48E8-B607-54D08340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368540" y="205486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091E187C-D694-4097-8577-9B387ADD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244080" y="214757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D5B7BD03-9486-4278-844F-D1C70248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8035" y="224091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ADA8CB2-93CA-4975-A81D-5271068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52310" y="233426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19224A1B-7B06-4C3D-87EA-0E6BABE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69760" y="2439670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77862073-611E-4BFD-8FC9-BB80132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06895" y="2534920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67AF2D5-5D3A-47EB-87C2-D960E21B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8000" y="262953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90DFB247-CA3F-41A4-910A-F4F1BE65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17360" y="272796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A5EB36D0-D5F0-4ADB-8FE5-C1C691B6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88150" y="281876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9AEDDB40-D9E1-47D8-87D2-BCA4EEF2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8465" y="2905125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2AE6D343-0894-46B2-9D5F-B7F31B3B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3860" y="299339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2726CA2A-AA0B-4AF2-B322-246B7D4E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46240" y="3090545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8D82FD43-7BD0-4F88-9635-D190736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50685" y="327469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DA1CEFF5-AE4D-4E7C-9EDB-39C0D51B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60210" y="33655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3E875744-69D3-48F3-8B05-4F43F22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83095" y="402526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4102F499-6E34-4F8D-8D76-AC8771E7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042150" y="413702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07B05B66-7313-465F-A96A-8E54AB8E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88480" y="381952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E32E4AAB-0863-4E94-81F9-C2EEB3D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930390" y="392049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E907A0A8-8CF3-4ED9-809E-4A249888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23075" y="3637280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6D65C4E-F1BE-4C32-B278-5B7173AE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853555" y="373189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5423C359-6526-4044-99EA-1E9FBA5F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77355" y="345757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EC4DEDE7-A95E-4BC9-88E0-3A6D0542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6796405" y="35477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0E0B5F0C-79D8-41E7-8D21-AC6DC63E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22498">
            <a:off x="7136765" y="4328795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椭圆 46">
            <a:extLst xmlns:a="http://schemas.openxmlformats.org/drawingml/2006/main">
              <a:ext uri="{FF2B5EF4-FFF2-40B4-BE49-F238E27FC236}">
                <a16:creationId xmlns:a16="http://schemas.microsoft.com/office/drawing/2014/main" id="{D6C47C94-E604-4475-90D9-03541DCB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0335" y="1164515"/>
            <a:ext cx="1628128" cy="162812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B8FA850C-2429-49A7-ABBE-AF740009916C}"/>
              </a:ext>
            </a:extLst>
          </p:cNvPr>
          <p:cNvSpPr>
            <a:spLocks xmlns:a="http://schemas.openxmlformats.org/drawingml/2006/main" noGrp="1"/>
          </p:cNvSpPr>
          <p:nvPr>
            <p:ph type="title" idx="16388" hasCustomPrompt="1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单击此处添加章节标题</a:t>
            </a:r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039EC331-D699-41A1-9682-67DC810E5A60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9D97CFE-8212-4CE2-B1AA-921F329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52C24916-C32A-492B-B3E8-5F691AF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15670" y="101155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1CBD37D9-6D31-4417-8570-26DEAA58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07160" y="14566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7DC1F9F8-F0DB-43EC-A1F5-44A7A916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615055" y="4448810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D4208CF3-E3D9-4562-8C9F-1794FFC5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914525" y="242697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9F3496F2-E704-4F0B-B62B-49F13FB5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733550" y="22015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7EE68D7E-3782-4A4A-8069-42E44DCF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26515" y="167957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A811FB97-0D5B-43AF-B549-08837EC8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30630" y="155511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F00476DB-3A54-4F9F-BB7A-AE6DA13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693035" y="3366770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AE7A0E2A-3085-4A09-909A-B9DC0843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3121660" y="386080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D36DABA8-8F8C-4DB4-8220-701ED31D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388870" y="3011170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190CFA5C-7B14-4AA7-9472-88D4C7E1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2124710" y="269049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686D765B-50EA-4A4A-B2F8-295247FD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584325" y="20123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29C5F79E-ED84-4BBD-ABE3-6C03185F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52880" y="1843405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52CAF495-ED76-4E87-8013-B2FA7C1F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45540" y="1441450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20A582EF-73C1-4046-8FA0-077FB44B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3150" y="133858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603666D4-B580-4A50-8E92-BD60F5F8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14730" y="1251585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9D95FEA9-BE8D-46C7-9C85-25FD5D3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6470" y="1188085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0BE021E3-7E9D-474E-9686-1018E2DC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27100" y="112585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3DE6CB33-DF07-4AAF-BB72-66E2BC0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02335" y="107886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A9695E42-6C5F-41D0-9E09-6C4E282C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650" y="1047750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B8605F63-467A-4569-89FD-1479DC06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1022350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284FB0A0-048E-4820-8AC8-1116444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1220" y="100647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910BACC2-C1B4-4D62-BF64-9EF4E6A1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74395" y="99949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C8169567-1C43-4094-8941-F7294EF5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82015" y="99695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B0C81D45-68FB-4BBD-9815-C6E45B4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897255" y="100203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BE331C7-02B9-48E4-B6B1-7D3E1018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39800" y="102806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7232B8C2-2A1F-428C-BA98-B83D89C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65200" y="104775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1F173DC2-CBDE-4F21-98C2-6A20A816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76985" y="1327785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451E5BFD-59E4-4EFD-A6A7-1A668235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344295" y="1395730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24773C8A-87AF-48DC-BD5F-946B229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60145" y="1217930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EAF79874-5176-4547-AA64-DD2947B3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212215" y="127000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A7169A22-681C-4D20-8887-FE6F8375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71880" y="113728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1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63BADBE4-CD99-4BB4-AC6E-B1244DE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112520" y="117792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F992C33E-4563-4B2B-B9D9-4BC6F6CD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998855" y="107378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E87278C4-5283-4686-AA20-BDDE043C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031240" y="1103630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A6913887-D2EF-490A-A8E0-6B309A94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361091">
            <a:off x="1460500" y="151130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F8535B8E-C8C8-4489-9038-456DA36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1895767"/>
            <a:ext cx="1493592" cy="3066466"/>
          </a:xfrm>
          <a:custGeom xmlns:a="http://schemas.openxmlformats.org/drawingml/2006/main">
            <a:rect l="l" t="t" r="r" b="b"/>
            <a:pathLst>
              <a:path w="1493592" h="3066466">
                <a:moveTo>
                  <a:pt x="1493592" y="0"/>
                </a:moveTo>
                <a:lnTo>
                  <a:pt x="1227781" y="26796"/>
                </a:lnTo>
                <a:cubicBezTo>
                  <a:pt x="527088" y="170179"/>
                  <a:pt x="0" y="790152"/>
                  <a:pt x="0" y="1533233"/>
                </a:cubicBezTo>
                <a:cubicBezTo>
                  <a:pt x="0" y="2276315"/>
                  <a:pt x="527088" y="2896288"/>
                  <a:pt x="1227781" y="3039670"/>
                </a:cubicBezTo>
                <a:lnTo>
                  <a:pt x="1493592" y="3066466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2D63E7E-8EB8-4288-917A-CFB7D76AC5E4}"/>
              </a:ext>
            </a:extLst>
          </p:cNvPr>
          <p:cNvSpPr>
            <a:spLocks xmlns:a="http://schemas.openxmlformats.org/drawingml/2006/main" noGrp="1"/>
          </p:cNvSpPr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0E6AFE4-804A-453F-9BB8-D4EA79951749}"/>
              </a:ext>
            </a:extLst>
          </p:cNvPr>
          <p:cNvSpPr>
            <a:spLocks xmlns:a="http://schemas.openxmlformats.org/drawingml/2006/main" noGrp="1"/>
          </p:cNvSpPr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E397A44-1159-479E-B05A-48725BA39BA7}"/>
              </a:ext>
            </a:extLst>
          </p:cNvPr>
          <p:cNvSpPr>
            <a:spLocks xmlns:a="http://schemas.openxmlformats.org/drawingml/2006/main" noGrp="1"/>
          </p:cNvSpPr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97E2D2F-F11A-4F7A-9B93-4C43C3B99C1F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80870DFE-8FA0-4300-9BBB-819A85C32B4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8" hasCustomPrompt="1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963708-BB32-426D-B2AA-B995B9969F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107F8-B3D5-4BBD-BE51-4C9E7BE21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6FFBA98-1368-4D4E-9DA5-6BD1B0F52A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EA71512C-EBFE-4924-93AA-4B623E496C1D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C8E33CFF-50E7-4B27-B4C4-A4F94239EFB5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123AF826-7D0E-4C3B-9A70-16D69A23ABDC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3B399DD0-0480-47CE-B01A-0324160E8091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8EBD96E4-5D11-4B36-B908-A91D50C3B4FE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E1BEE5A2-2EC3-4D74-B4D9-7B34E8A55140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8722BC84-8A01-4AB9-91F0-AA27927A205B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5C5567C3-AF36-4824-B6B8-A187B01C76DB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837E9D5E-A87D-469A-BB21-7C866016A82D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B8A1E590-80E5-4825-8982-02051C86690B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DBB2073-2F71-4911-B33C-4838A3EDC78B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E2E655EC-6324-4270-9F41-5D50699B3A94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8C8A3CD-4AE2-4162-A8BA-01140D480335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593B00B0-C6E1-4F3B-9D31-1B8C4C1EB066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32796db7b24b27" /><Relationship Type="http://schemas.openxmlformats.org/officeDocument/2006/relationships/slideLayout" Target="/ppt/slideLayouts/slideLayout1.xml" Id="Red6c3c9d45bb42dd" /><Relationship Type="http://schemas.openxmlformats.org/officeDocument/2006/relationships/slideLayout" Target="/ppt/slideLayouts/slideLayout2.xml" Id="R69f6eb822c4549bd" /><Relationship Type="http://schemas.openxmlformats.org/officeDocument/2006/relationships/slideLayout" Target="/ppt/slideLayouts/slideLayout3.xml" Id="R8974b991516f44a0" /><Relationship Type="http://schemas.openxmlformats.org/officeDocument/2006/relationships/slideLayout" Target="/ppt/slideLayouts/slideLayout4.xml" Id="R5ac9500799544046" /><Relationship Type="http://schemas.openxmlformats.org/officeDocument/2006/relationships/slideLayout" Target="/ppt/slideLayouts/slideLayout5.xml" Id="R7949b567e9034f04" /><Relationship Type="http://schemas.openxmlformats.org/officeDocument/2006/relationships/slideLayout" Target="/ppt/slideLayouts/slideLayout6.xml" Id="Rb978b225b404426d" /><Relationship Type="http://schemas.openxmlformats.org/officeDocument/2006/relationships/slideLayout" Target="/ppt/slideLayouts/slideLayout7.xml" Id="R5e01e7f6f1c549ad" /><Relationship Type="http://schemas.openxmlformats.org/officeDocument/2006/relationships/slideLayout" Target="/ppt/slideLayouts/slideLayout8.xml" Id="Re0715900c7d742a4" /><Relationship Type="http://schemas.openxmlformats.org/officeDocument/2006/relationships/slideLayout" Target="/ppt/slideLayouts/slideLayout9.xml" Id="Rdd406c4a22e04ac6" /><Relationship Type="http://schemas.openxmlformats.org/officeDocument/2006/relationships/slideLayout" Target="/ppt/slideLayouts/slideLayout10.xml" Id="R89fb9557952247d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92fa99d941b4047" /><Relationship Type="http://schemas.openxmlformats.org/officeDocument/2006/relationships/slideLayout" Target="/ppt/slideLayouts/slideLayout11.xml" Id="R288d12cfacfb49b4" /><Relationship Type="http://schemas.openxmlformats.org/officeDocument/2006/relationships/slideLayout" Target="/ppt/slideLayouts/slideLayout12.xml" Id="R0af2628f3a6c49f1" /><Relationship Type="http://schemas.openxmlformats.org/officeDocument/2006/relationships/slideLayout" Target="/ppt/slideLayouts/slideLayout13.xml" Id="Rd6a3de723bd14d32" /><Relationship Type="http://schemas.openxmlformats.org/officeDocument/2006/relationships/slideLayout" Target="/ppt/slideLayouts/slideLayout14.xml" Id="Ra7aedec8674d4b8c" /><Relationship Type="http://schemas.openxmlformats.org/officeDocument/2006/relationships/slideLayout" Target="/ppt/slideLayouts/slideLayout15.xml" Id="Rc1541d2970b54438" /><Relationship Type="http://schemas.openxmlformats.org/officeDocument/2006/relationships/slideLayout" Target="/ppt/slideLayouts/slideLayout16.xml" Id="Rf055f50d4d0b45f3" /><Relationship Type="http://schemas.openxmlformats.org/officeDocument/2006/relationships/slideLayout" Target="/ppt/slideLayouts/slideLayout17.xml" Id="Ra149497f738849de" /><Relationship Type="http://schemas.openxmlformats.org/officeDocument/2006/relationships/slideLayout" Target="/ppt/slideLayouts/slideLayout18.xml" Id="R7b94293c71904837" /><Relationship Type="http://schemas.openxmlformats.org/officeDocument/2006/relationships/slideLayout" Target="/ppt/slideLayouts/slideLayout19.xml" Id="R73d47710055d4038" /><Relationship Type="http://schemas.openxmlformats.org/officeDocument/2006/relationships/slideLayout" Target="/ppt/slideLayouts/slideLayout20.xml" Id="R7e2a4d134b034b54" /><Relationship Type="http://schemas.openxmlformats.org/officeDocument/2006/relationships/slideLayout" Target="/ppt/slideLayouts/slideLayout21.xml" Id="Re52cd616cade4cd7" /><Relationship Type="http://schemas.openxmlformats.org/officeDocument/2006/relationships/slideLayout" Target="/ppt/slideLayouts/slideLayout22.xml" Id="Rbce2bcfb6507452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847B5B-D3D0-433F-9DB4-23B7FD7BE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740A40F-74A1-42CD-A14F-CB3CA120C2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A85C3DE-00FF-4955-B7E2-0F632D92C51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5B0FA6A-6489-46EF-96BD-10AED5E60BE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EC0964-5848-4A4C-AE7A-560808A3AD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c3c9d45bb42dd"/>
    <p:sldLayoutId xmlns:r="http://schemas.openxmlformats.org/officeDocument/2006/relationships" id="2147483650" r:id="R69f6eb822c4549bd"/>
    <p:sldLayoutId xmlns:r="http://schemas.openxmlformats.org/officeDocument/2006/relationships" id="2147483651" r:id="R8974b991516f44a0"/>
    <p:sldLayoutId xmlns:r="http://schemas.openxmlformats.org/officeDocument/2006/relationships" id="2147483652" r:id="R5ac9500799544046"/>
    <p:sldLayoutId xmlns:r="http://schemas.openxmlformats.org/officeDocument/2006/relationships" id="2147483653" r:id="R7949b567e9034f04"/>
    <p:sldLayoutId xmlns:r="http://schemas.openxmlformats.org/officeDocument/2006/relationships" id="2147483654" r:id="Rb978b225b404426d"/>
    <p:sldLayoutId xmlns:r="http://schemas.openxmlformats.org/officeDocument/2006/relationships" id="2147483655" r:id="R5e01e7f6f1c549ad"/>
    <p:sldLayoutId xmlns:r="http://schemas.openxmlformats.org/officeDocument/2006/relationships" id="2147483656" r:id="Re0715900c7d742a4"/>
    <p:sldLayoutId xmlns:r="http://schemas.openxmlformats.org/officeDocument/2006/relationships" id="2147483657" r:id="Rdd406c4a22e04ac6"/>
    <p:sldLayoutId xmlns:r="http://schemas.openxmlformats.org/officeDocument/2006/relationships" id="2147483658" r:id="R89fb9557952247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C18D98-F400-4E6C-92E3-69579851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7E947723-3D39-4404-8A8D-AD906F1F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22675"/>
            <a:ext cx="1957070" cy="2042795"/>
          </a:xfrm>
          <a:custGeom xmlns:a="http://schemas.openxmlformats.org/drawingml/2006/main">
            <a:rect l="l" t="t" r="r" b="b"/>
            <a:pathLst>
              <a:path w="1957284" h="2042763">
                <a:moveTo>
                  <a:pt x="1957284" y="88055"/>
                </a:moveTo>
                <a:lnTo>
                  <a:pt x="1896235" y="65711"/>
                </a:lnTo>
                <a:cubicBezTo>
                  <a:pt x="1758934" y="23005"/>
                  <a:pt x="1612954" y="0"/>
                  <a:pt x="1461600" y="0"/>
                </a:cubicBezTo>
                <a:cubicBezTo>
                  <a:pt x="654381" y="0"/>
                  <a:pt x="0" y="654381"/>
                  <a:pt x="0" y="1461600"/>
                </a:cubicBezTo>
                <a:cubicBezTo>
                  <a:pt x="0" y="1663405"/>
                  <a:pt x="40899" y="1855657"/>
                  <a:pt x="114860" y="2030521"/>
                </a:cubicBezTo>
                <a:lnTo>
                  <a:pt x="120757" y="204276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3BE7D31E-616A-4153-A40F-A32ED78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390" y="4784090"/>
            <a:ext cx="363220" cy="381635"/>
          </a:xfrm>
          <a:custGeom xmlns:a="http://schemas.openxmlformats.org/drawingml/2006/main">
            <a:rect l="l" t="t" r="r" b="b"/>
            <a:pathLst>
              <a:path w="363138" h="381923">
                <a:moveTo>
                  <a:pt x="12546" y="381923"/>
                </a:moveTo>
                <a:lnTo>
                  <a:pt x="6107" y="361181"/>
                </a:lnTo>
                <a:cubicBezTo>
                  <a:pt x="2103" y="341613"/>
                  <a:pt x="0" y="321352"/>
                  <a:pt x="0" y="300600"/>
                </a:cubicBezTo>
                <a:cubicBezTo>
                  <a:pt x="0" y="134583"/>
                  <a:pt x="134583" y="0"/>
                  <a:pt x="300600" y="0"/>
                </a:cubicBezTo>
                <a:cubicBezTo>
                  <a:pt x="321352" y="0"/>
                  <a:pt x="341613" y="2103"/>
                  <a:pt x="361181" y="6107"/>
                </a:cubicBezTo>
                <a:lnTo>
                  <a:pt x="363138" y="671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EE4BDCB1-9329-4D79-B76C-49CD304D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800" y="1363345"/>
            <a:ext cx="1207770" cy="1283335"/>
          </a:xfrm>
          <a:custGeom xmlns:a="http://schemas.openxmlformats.org/drawingml/2006/main">
            <a:rect l="l" t="t" r="r" b="b"/>
            <a:pathLst>
              <a:path w="1207728" h="1283476">
                <a:moveTo>
                  <a:pt x="1207728" y="0"/>
                </a:moveTo>
                <a:lnTo>
                  <a:pt x="1136917" y="50355"/>
                </a:lnTo>
                <a:cubicBezTo>
                  <a:pt x="725367" y="358134"/>
                  <a:pt x="367298" y="733498"/>
                  <a:pt x="79165" y="1159992"/>
                </a:cubicBezTo>
                <a:lnTo>
                  <a:pt x="0" y="128347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任意多边形: 形状 20">
            <a:extLst xmlns:a="http://schemas.openxmlformats.org/drawingml/2006/main">
              <a:ext uri="{FF2B5EF4-FFF2-40B4-BE49-F238E27FC236}">
                <a16:creationId xmlns:a16="http://schemas.microsoft.com/office/drawing/2014/main" id="{E8CD10D0-3186-42C2-8B7F-A80A2458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80490"/>
            <a:ext cx="2945130" cy="3138805"/>
          </a:xfrm>
          <a:custGeom xmlns:a="http://schemas.openxmlformats.org/drawingml/2006/main">
            <a:rect l="l" t="t" r="r" b="b"/>
            <a:pathLst>
              <a:path w="2945236" h="3138693">
                <a:moveTo>
                  <a:pt x="0" y="3138693"/>
                </a:moveTo>
                <a:lnTo>
                  <a:pt x="1500" y="3126894"/>
                </a:lnTo>
                <a:cubicBezTo>
                  <a:pt x="231547" y="1621315"/>
                  <a:pt x="1347493" y="407251"/>
                  <a:pt x="2800676" y="33364"/>
                </a:cubicBezTo>
                <a:lnTo>
                  <a:pt x="294523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4D906EF9-BE5B-4A10-BE90-433F67E7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165" y="1490345"/>
            <a:ext cx="3030220" cy="3228340"/>
          </a:xfrm>
          <a:custGeom xmlns:a="http://schemas.openxmlformats.org/drawingml/2006/main">
            <a:rect l="l" t="t" r="r" b="b"/>
            <a:pathLst>
              <a:path w="3030313" h="3228280">
                <a:moveTo>
                  <a:pt x="3030313" y="0"/>
                </a:moveTo>
                <a:lnTo>
                  <a:pt x="2890285" y="25006"/>
                </a:lnTo>
                <a:cubicBezTo>
                  <a:pt x="1348940" y="340411"/>
                  <a:pt x="162205" y="1629308"/>
                  <a:pt x="536" y="3221241"/>
                </a:cubicBezTo>
                <a:cubicBezTo>
                  <a:pt x="357" y="3223587"/>
                  <a:pt x="179" y="3225934"/>
                  <a:pt x="0" y="3228280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2625652A-41C6-4305-BC63-81347AAE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645" y="1873885"/>
            <a:ext cx="3099435" cy="3300095"/>
          </a:xfrm>
          <a:custGeom xmlns:a="http://schemas.openxmlformats.org/drawingml/2006/main">
            <a:rect l="l" t="t" r="r" b="b"/>
            <a:pathLst>
              <a:path w="3099797" h="3300200">
                <a:moveTo>
                  <a:pt x="2277" y="3300200"/>
                </a:moveTo>
                <a:lnTo>
                  <a:pt x="0" y="3210137"/>
                </a:lnTo>
                <a:cubicBezTo>
                  <a:pt x="0" y="1491099"/>
                  <a:pt x="1350007" y="87372"/>
                  <a:pt x="3047659" y="1318"/>
                </a:cubicBezTo>
                <a:lnTo>
                  <a:pt x="3099797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任意多边形: 形状 24">
            <a:extLst xmlns:a="http://schemas.openxmlformats.org/drawingml/2006/main">
              <a:ext uri="{FF2B5EF4-FFF2-40B4-BE49-F238E27FC236}">
                <a16:creationId xmlns:a16="http://schemas.microsoft.com/office/drawing/2014/main" id="{6347768F-978F-4CEE-AC84-889179F3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7995" y="2004695"/>
            <a:ext cx="3083560" cy="3275330"/>
          </a:xfrm>
          <a:custGeom xmlns:a="http://schemas.openxmlformats.org/drawingml/2006/main">
            <a:rect l="l" t="t" r="r" b="b"/>
            <a:pathLst>
              <a:path w="3083468" h="3275088">
                <a:moveTo>
                  <a:pt x="3083468" y="93"/>
                </a:moveTo>
                <a:lnTo>
                  <a:pt x="3079800" y="0"/>
                </a:lnTo>
                <a:cubicBezTo>
                  <a:pt x="1378873" y="0"/>
                  <a:pt x="0" y="1378873"/>
                  <a:pt x="0" y="3079800"/>
                </a:cubicBezTo>
                <a:cubicBezTo>
                  <a:pt x="0" y="3132954"/>
                  <a:pt x="1346" y="3185794"/>
                  <a:pt x="4007" y="3238286"/>
                </a:cubicBezTo>
                <a:lnTo>
                  <a:pt x="6805" y="327508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2FEFDB07-700E-47EF-905B-6F2D9DC9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172845"/>
            <a:ext cx="2335530" cy="2491740"/>
          </a:xfrm>
          <a:custGeom xmlns:a="http://schemas.openxmlformats.org/drawingml/2006/main">
            <a:rect l="l" t="t" r="r" b="b"/>
            <a:pathLst>
              <a:path w="2335534" h="2491287">
                <a:moveTo>
                  <a:pt x="2335534" y="0"/>
                </a:moveTo>
                <a:lnTo>
                  <a:pt x="2166244" y="76534"/>
                </a:lnTo>
                <a:cubicBezTo>
                  <a:pt x="1174276" y="554513"/>
                  <a:pt x="396178" y="1406038"/>
                  <a:pt x="14436" y="2448623"/>
                </a:cubicBezTo>
                <a:lnTo>
                  <a:pt x="0" y="249128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" name="任意多边形: 形状 26">
            <a:extLst xmlns:a="http://schemas.openxmlformats.org/drawingml/2006/main">
              <a:ext uri="{FF2B5EF4-FFF2-40B4-BE49-F238E27FC236}">
                <a16:creationId xmlns:a16="http://schemas.microsoft.com/office/drawing/2014/main" id="{5012EA72-22B5-4634-93D0-1F738D3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1203960"/>
            <a:ext cx="1868805" cy="2000885"/>
          </a:xfrm>
          <a:custGeom xmlns:a="http://schemas.openxmlformats.org/drawingml/2006/main">
            <a:rect l="l" t="t" r="r" b="b"/>
            <a:pathLst>
              <a:path w="1869053" h="2000692">
                <a:moveTo>
                  <a:pt x="0" y="2000692"/>
                </a:moveTo>
                <a:lnTo>
                  <a:pt x="1568" y="1990416"/>
                </a:lnTo>
                <a:lnTo>
                  <a:pt x="15892" y="1958733"/>
                </a:lnTo>
                <a:cubicBezTo>
                  <a:pt x="389303" y="1183777"/>
                  <a:pt x="981584" y="534133"/>
                  <a:pt x="1712542" y="89993"/>
                </a:cubicBezTo>
                <a:lnTo>
                  <a:pt x="186905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20981FC2-1E6E-4ED2-94D3-35DB90A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208405"/>
            <a:ext cx="2613025" cy="2781300"/>
          </a:xfrm>
          <a:custGeom xmlns:a="http://schemas.openxmlformats.org/drawingml/2006/main">
            <a:rect l="l" t="t" r="r" b="b"/>
            <a:pathLst>
              <a:path w="2612863" h="2781134">
                <a:moveTo>
                  <a:pt x="0" y="2781134"/>
                </a:moveTo>
                <a:lnTo>
                  <a:pt x="35434" y="2656357"/>
                </a:lnTo>
                <a:cubicBezTo>
                  <a:pt x="414818" y="1436598"/>
                  <a:pt x="1348392" y="461005"/>
                  <a:pt x="2541633" y="24101"/>
                </a:cubicBezTo>
                <a:lnTo>
                  <a:pt x="2612863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92BD5D0C-6526-4D2E-92DE-A961B02F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1284605"/>
            <a:ext cx="2815590" cy="2996565"/>
          </a:xfrm>
          <a:custGeom xmlns:a="http://schemas.openxmlformats.org/drawingml/2006/main">
            <a:rect l="l" t="t" r="r" b="b"/>
            <a:pathLst>
              <a:path w="2815694" h="2996646">
                <a:moveTo>
                  <a:pt x="2815694" y="0"/>
                </a:moveTo>
                <a:lnTo>
                  <a:pt x="2686366" y="36725"/>
                </a:lnTo>
                <a:cubicBezTo>
                  <a:pt x="1390883" y="439662"/>
                  <a:pt x="382022" y="1493150"/>
                  <a:pt x="41909" y="2815064"/>
                </a:cubicBezTo>
                <a:lnTo>
                  <a:pt x="0" y="299664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" name="任意多边形: 形状 29">
            <a:extLst xmlns:a="http://schemas.openxmlformats.org/drawingml/2006/main">
              <a:ext uri="{FF2B5EF4-FFF2-40B4-BE49-F238E27FC236}">
                <a16:creationId xmlns:a16="http://schemas.microsoft.com/office/drawing/2014/main" id="{C4CD3FDE-24CA-4F02-A92A-0F1F336A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895" y="1605915"/>
            <a:ext cx="3078480" cy="3280410"/>
          </a:xfrm>
          <a:custGeom xmlns:a="http://schemas.openxmlformats.org/drawingml/2006/main">
            <a:rect l="l" t="t" r="r" b="b"/>
            <a:pathLst>
              <a:path w="3078620" h="3280097">
                <a:moveTo>
                  <a:pt x="0" y="3280097"/>
                </a:moveTo>
                <a:lnTo>
                  <a:pt x="12149" y="3120339"/>
                </a:lnTo>
                <a:cubicBezTo>
                  <a:pt x="173672" y="1529845"/>
                  <a:pt x="1398725" y="253757"/>
                  <a:pt x="2964939" y="14445"/>
                </a:cubicBezTo>
                <a:lnTo>
                  <a:pt x="307862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93029E5F-2DFA-4E06-86FA-D99354D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1729740"/>
            <a:ext cx="3100070" cy="3303905"/>
          </a:xfrm>
          <a:custGeom xmlns:a="http://schemas.openxmlformats.org/drawingml/2006/main">
            <a:rect l="l" t="t" r="r" b="b"/>
            <a:pathLst>
              <a:path w="3100310" h="3303501">
                <a:moveTo>
                  <a:pt x="3100310" y="0"/>
                </a:moveTo>
                <a:lnTo>
                  <a:pt x="3020552" y="6065"/>
                </a:lnTo>
                <a:cubicBezTo>
                  <a:pt x="1379804" y="172692"/>
                  <a:pt x="87421" y="1517722"/>
                  <a:pt x="3086" y="3181473"/>
                </a:cubicBezTo>
                <a:cubicBezTo>
                  <a:pt x="2057" y="3222149"/>
                  <a:pt x="1029" y="3262825"/>
                  <a:pt x="0" y="3303501"/>
                </a:cubicBez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2" name="任意多边形: 形状 31">
            <a:extLst xmlns:a="http://schemas.openxmlformats.org/drawingml/2006/main">
              <a:ext uri="{FF2B5EF4-FFF2-40B4-BE49-F238E27FC236}">
                <a16:creationId xmlns:a16="http://schemas.microsoft.com/office/drawing/2014/main" id="{A60F5E55-C7B8-47C7-8A9E-2BFDD93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6425" y="2143125"/>
            <a:ext cx="3050540" cy="3232785"/>
          </a:xfrm>
          <a:custGeom xmlns:a="http://schemas.openxmlformats.org/drawingml/2006/main">
            <a:rect l="l" t="t" r="r" b="b"/>
            <a:pathLst>
              <a:path w="3050508" h="3232460">
                <a:moveTo>
                  <a:pt x="14465" y="3232460"/>
                </a:moveTo>
                <a:lnTo>
                  <a:pt x="3827" y="3092554"/>
                </a:lnTo>
                <a:cubicBezTo>
                  <a:pt x="1286" y="3042424"/>
                  <a:pt x="0" y="2991962"/>
                  <a:pt x="0" y="2941200"/>
                </a:cubicBezTo>
                <a:cubicBezTo>
                  <a:pt x="0" y="1316820"/>
                  <a:pt x="1316820" y="0"/>
                  <a:pt x="2941200" y="0"/>
                </a:cubicBezTo>
                <a:lnTo>
                  <a:pt x="3050508" y="276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DE43643C-9C36-47C8-B581-92B4F0C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490" y="2282190"/>
            <a:ext cx="3003550" cy="3178810"/>
          </a:xfrm>
          <a:custGeom xmlns:a="http://schemas.openxmlformats.org/drawingml/2006/main">
            <a:rect l="l" t="t" r="r" b="b"/>
            <a:pathLst>
              <a:path w="3003593" h="3178430">
                <a:moveTo>
                  <a:pt x="3003593" y="10180"/>
                </a:moveTo>
                <a:lnTo>
                  <a:pt x="2801987" y="0"/>
                </a:lnTo>
                <a:cubicBezTo>
                  <a:pt x="1254492" y="0"/>
                  <a:pt x="0" y="1254492"/>
                  <a:pt x="0" y="2801987"/>
                </a:cubicBezTo>
                <a:cubicBezTo>
                  <a:pt x="0" y="2898706"/>
                  <a:pt x="4900" y="2994280"/>
                  <a:pt x="14466" y="3088474"/>
                </a:cubicBezTo>
                <a:lnTo>
                  <a:pt x="28195" y="31784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4" name="任意多边形: 形状 33">
            <a:extLst xmlns:a="http://schemas.openxmlformats.org/drawingml/2006/main">
              <a:ext uri="{FF2B5EF4-FFF2-40B4-BE49-F238E27FC236}">
                <a16:creationId xmlns:a16="http://schemas.microsoft.com/office/drawing/2014/main" id="{876A67BF-0C09-4709-B743-FD8AB2EA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420620"/>
            <a:ext cx="2941955" cy="3111500"/>
          </a:xfrm>
          <a:custGeom xmlns:a="http://schemas.openxmlformats.org/drawingml/2006/main">
            <a:rect l="l" t="t" r="r" b="b"/>
            <a:pathLst>
              <a:path w="2942190" h="3111259">
                <a:moveTo>
                  <a:pt x="40443" y="3111259"/>
                </a:moveTo>
                <a:lnTo>
                  <a:pt x="13754" y="2936379"/>
                </a:lnTo>
                <a:cubicBezTo>
                  <a:pt x="4659" y="2846823"/>
                  <a:pt x="0" y="2755956"/>
                  <a:pt x="0" y="2664000"/>
                </a:cubicBezTo>
                <a:cubicBezTo>
                  <a:pt x="0" y="1192713"/>
                  <a:pt x="1192713" y="0"/>
                  <a:pt x="2664000" y="0"/>
                </a:cubicBezTo>
                <a:cubicBezTo>
                  <a:pt x="2755955" y="0"/>
                  <a:pt x="2846823" y="4659"/>
                  <a:pt x="2936379" y="13754"/>
                </a:cubicBezTo>
                <a:lnTo>
                  <a:pt x="2942190" y="146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912D9DC0-BC3C-4148-9E19-6299BC61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46350"/>
            <a:ext cx="2880360" cy="3034665"/>
          </a:xfrm>
          <a:custGeom xmlns:a="http://schemas.openxmlformats.org/drawingml/2006/main">
            <a:rect l="l" t="t" r="r" b="b"/>
            <a:pathLst>
              <a:path w="2880145" h="3034614">
                <a:moveTo>
                  <a:pt x="2880145" y="25717"/>
                </a:moveTo>
                <a:lnTo>
                  <a:pt x="2797496" y="13103"/>
                </a:lnTo>
                <a:cubicBezTo>
                  <a:pt x="2712176" y="4439"/>
                  <a:pt x="2625606" y="0"/>
                  <a:pt x="2538000" y="0"/>
                </a:cubicBezTo>
                <a:cubicBezTo>
                  <a:pt x="1136301" y="0"/>
                  <a:pt x="0" y="1136301"/>
                  <a:pt x="0" y="2538000"/>
                </a:cubicBezTo>
                <a:cubicBezTo>
                  <a:pt x="0" y="2625606"/>
                  <a:pt x="4438" y="2712176"/>
                  <a:pt x="13103" y="2797496"/>
                </a:cubicBezTo>
                <a:lnTo>
                  <a:pt x="49291" y="30346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6" name="任意多边形: 形状 35">
            <a:extLst xmlns:a="http://schemas.openxmlformats.org/drawingml/2006/main">
              <a:ext uri="{FF2B5EF4-FFF2-40B4-BE49-F238E27FC236}">
                <a16:creationId xmlns:a16="http://schemas.microsoft.com/office/drawing/2014/main" id="{D36244E4-C23E-4E68-88F9-315D67F2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795" y="2690495"/>
            <a:ext cx="2792730" cy="2938145"/>
          </a:xfrm>
          <a:custGeom xmlns:a="http://schemas.openxmlformats.org/drawingml/2006/main">
            <a:rect l="l" t="t" r="r" b="b"/>
            <a:pathLst>
              <a:path w="2792551" h="2938086">
                <a:moveTo>
                  <a:pt x="64479" y="2938086"/>
                </a:moveTo>
                <a:lnTo>
                  <a:pt x="48638" y="2876475"/>
                </a:lnTo>
                <a:cubicBezTo>
                  <a:pt x="16747" y="2720631"/>
                  <a:pt x="0" y="2559271"/>
                  <a:pt x="0" y="2394000"/>
                </a:cubicBezTo>
                <a:cubicBezTo>
                  <a:pt x="0" y="1071830"/>
                  <a:pt x="1071830" y="0"/>
                  <a:pt x="2394000" y="0"/>
                </a:cubicBezTo>
                <a:cubicBezTo>
                  <a:pt x="2476636" y="0"/>
                  <a:pt x="2558293" y="4187"/>
                  <a:pt x="2638773" y="12360"/>
                </a:cubicBezTo>
                <a:lnTo>
                  <a:pt x="2792551" y="3582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7" name="任意多边形: 形状 36">
            <a:extLst xmlns:a="http://schemas.openxmlformats.org/drawingml/2006/main">
              <a:ext uri="{FF2B5EF4-FFF2-40B4-BE49-F238E27FC236}">
                <a16:creationId xmlns:a16="http://schemas.microsoft.com/office/drawing/2014/main" id="{133204CC-3F82-4EFE-90C4-8E6B9E60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335" y="2820035"/>
            <a:ext cx="2701925" cy="2842895"/>
          </a:xfrm>
          <a:custGeom xmlns:a="http://schemas.openxmlformats.org/drawingml/2006/main">
            <a:rect l="l" t="t" r="r" b="b"/>
            <a:pathLst>
              <a:path w="2702112" h="2842584">
                <a:moveTo>
                  <a:pt x="2702112" y="43159"/>
                </a:moveTo>
                <a:lnTo>
                  <a:pt x="2495922" y="11691"/>
                </a:lnTo>
                <a:cubicBezTo>
                  <a:pt x="2419799" y="3960"/>
                  <a:pt x="2342562" y="0"/>
                  <a:pt x="2264400" y="0"/>
                </a:cubicBezTo>
                <a:cubicBezTo>
                  <a:pt x="1013806" y="0"/>
                  <a:pt x="0" y="1013806"/>
                  <a:pt x="0" y="2264400"/>
                </a:cubicBezTo>
                <a:cubicBezTo>
                  <a:pt x="0" y="2420724"/>
                  <a:pt x="15841" y="2573349"/>
                  <a:pt x="46005" y="2720756"/>
                </a:cubicBezTo>
                <a:lnTo>
                  <a:pt x="77330" y="28425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任意多边形: 形状 37">
            <a:extLst xmlns:a="http://schemas.openxmlformats.org/drawingml/2006/main">
              <a:ext uri="{FF2B5EF4-FFF2-40B4-BE49-F238E27FC236}">
                <a16:creationId xmlns:a16="http://schemas.microsoft.com/office/drawing/2014/main" id="{66A05F02-9E02-4A78-8DF8-69D5D0C3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2940685"/>
            <a:ext cx="2613660" cy="2741930"/>
          </a:xfrm>
          <a:custGeom xmlns:a="http://schemas.openxmlformats.org/drawingml/2006/main">
            <a:rect l="l" t="t" r="r" b="b"/>
            <a:pathLst>
              <a:path w="2613744" h="2741829">
                <a:moveTo>
                  <a:pt x="86203" y="2741829"/>
                </a:moveTo>
                <a:lnTo>
                  <a:pt x="43556" y="2575971"/>
                </a:lnTo>
                <a:cubicBezTo>
                  <a:pt x="14998" y="2436408"/>
                  <a:pt x="0" y="2291906"/>
                  <a:pt x="0" y="2143900"/>
                </a:cubicBezTo>
                <a:cubicBezTo>
                  <a:pt x="0" y="959857"/>
                  <a:pt x="959857" y="0"/>
                  <a:pt x="2143900" y="0"/>
                </a:cubicBezTo>
                <a:cubicBezTo>
                  <a:pt x="2291905" y="0"/>
                  <a:pt x="2436408" y="14998"/>
                  <a:pt x="2575971" y="43556"/>
                </a:cubicBezTo>
                <a:lnTo>
                  <a:pt x="2613744" y="532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9" name="任意多边形: 形状 38">
            <a:extLst xmlns:a="http://schemas.openxmlformats.org/drawingml/2006/main">
              <a:ext uri="{FF2B5EF4-FFF2-40B4-BE49-F238E27FC236}">
                <a16:creationId xmlns:a16="http://schemas.microsoft.com/office/drawing/2014/main" id="{093DD954-9E19-43B2-B062-3703D90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0985" y="3067685"/>
            <a:ext cx="2507615" cy="2628900"/>
          </a:xfrm>
          <a:custGeom xmlns:a="http://schemas.openxmlformats.org/drawingml/2006/main">
            <a:rect l="l" t="t" r="r" b="b"/>
            <a:pathLst>
              <a:path w="2507554" h="2629009">
                <a:moveTo>
                  <a:pt x="2507554" y="62621"/>
                </a:moveTo>
                <a:lnTo>
                  <a:pt x="2423376" y="40976"/>
                </a:lnTo>
                <a:cubicBezTo>
                  <a:pt x="2292080" y="14109"/>
                  <a:pt x="2156138" y="0"/>
                  <a:pt x="2016900" y="0"/>
                </a:cubicBezTo>
                <a:cubicBezTo>
                  <a:pt x="902997" y="0"/>
                  <a:pt x="0" y="902997"/>
                  <a:pt x="0" y="2016900"/>
                </a:cubicBezTo>
                <a:cubicBezTo>
                  <a:pt x="0" y="2225757"/>
                  <a:pt x="31746" y="2427199"/>
                  <a:pt x="90676" y="2616664"/>
                </a:cubicBezTo>
                <a:lnTo>
                  <a:pt x="95194" y="2629009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任意多边形: 形状 39">
            <a:extLst xmlns:a="http://schemas.openxmlformats.org/drawingml/2006/main">
              <a:ext uri="{FF2B5EF4-FFF2-40B4-BE49-F238E27FC236}">
                <a16:creationId xmlns:a16="http://schemas.microsoft.com/office/drawing/2014/main" id="{BF0A04EC-5090-47D2-B5DC-253809AC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285" y="3181985"/>
            <a:ext cx="2407285" cy="2520950"/>
          </a:xfrm>
          <a:custGeom xmlns:a="http://schemas.openxmlformats.org/drawingml/2006/main">
            <a:rect l="l" t="t" r="r" b="b"/>
            <a:pathLst>
              <a:path w="2407041" h="2520965">
                <a:moveTo>
                  <a:pt x="104785" y="2520965"/>
                </a:moveTo>
                <a:lnTo>
                  <a:pt x="85537" y="2468375"/>
                </a:lnTo>
                <a:cubicBezTo>
                  <a:pt x="29947" y="2289647"/>
                  <a:pt x="0" y="2099621"/>
                  <a:pt x="0" y="1902600"/>
                </a:cubicBezTo>
                <a:cubicBezTo>
                  <a:pt x="0" y="851823"/>
                  <a:pt x="851823" y="0"/>
                  <a:pt x="1902600" y="0"/>
                </a:cubicBezTo>
                <a:cubicBezTo>
                  <a:pt x="2033947" y="0"/>
                  <a:pt x="2162186" y="13310"/>
                  <a:pt x="2286040" y="38654"/>
                </a:cubicBezTo>
                <a:lnTo>
                  <a:pt x="2407041" y="697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1" name="任意多边形: 形状 40">
            <a:extLst xmlns:a="http://schemas.openxmlformats.org/drawingml/2006/main">
              <a:ext uri="{FF2B5EF4-FFF2-40B4-BE49-F238E27FC236}">
                <a16:creationId xmlns:a16="http://schemas.microsoft.com/office/drawing/2014/main" id="{A91BDFAB-C1DE-4231-B835-8246F1DB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330" y="3288030"/>
            <a:ext cx="2306320" cy="2413635"/>
          </a:xfrm>
          <a:custGeom xmlns:a="http://schemas.openxmlformats.org/drawingml/2006/main">
            <a:rect l="l" t="t" r="r" b="b"/>
            <a:pathLst>
              <a:path w="2306398" h="2413436">
                <a:moveTo>
                  <a:pt x="2306398" y="74555"/>
                </a:moveTo>
                <a:lnTo>
                  <a:pt x="2158377" y="36495"/>
                </a:lnTo>
                <a:cubicBezTo>
                  <a:pt x="2041439" y="12566"/>
                  <a:pt x="1920362" y="0"/>
                  <a:pt x="1796350" y="0"/>
                </a:cubicBezTo>
                <a:cubicBezTo>
                  <a:pt x="804253" y="0"/>
                  <a:pt x="0" y="804253"/>
                  <a:pt x="0" y="1796350"/>
                </a:cubicBezTo>
                <a:cubicBezTo>
                  <a:pt x="0" y="1982368"/>
                  <a:pt x="28275" y="2161783"/>
                  <a:pt x="80760" y="2330530"/>
                </a:cubicBezTo>
                <a:lnTo>
                  <a:pt x="111104" y="241343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2" name="任意多边形: 形状 41">
            <a:extLst xmlns:a="http://schemas.openxmlformats.org/drawingml/2006/main">
              <a:ext uri="{FF2B5EF4-FFF2-40B4-BE49-F238E27FC236}">
                <a16:creationId xmlns:a16="http://schemas.microsoft.com/office/drawing/2014/main" id="{5B555CD7-F350-4496-AA16-080EDC8B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3395980"/>
            <a:ext cx="2200275" cy="2299970"/>
          </a:xfrm>
          <a:custGeom xmlns:a="http://schemas.openxmlformats.org/drawingml/2006/main">
            <a:rect l="l" t="t" r="r" b="b"/>
            <a:pathLst>
              <a:path w="2200258" h="2299792">
                <a:moveTo>
                  <a:pt x="115916" y="2299792"/>
                </a:moveTo>
                <a:lnTo>
                  <a:pt x="75907" y="2190479"/>
                </a:lnTo>
                <a:cubicBezTo>
                  <a:pt x="26575" y="2031872"/>
                  <a:pt x="0" y="1863240"/>
                  <a:pt x="0" y="1688400"/>
                </a:cubicBezTo>
                <a:cubicBezTo>
                  <a:pt x="0" y="755922"/>
                  <a:pt x="755922" y="0"/>
                  <a:pt x="1688400" y="0"/>
                </a:cubicBezTo>
                <a:cubicBezTo>
                  <a:pt x="1863240" y="0"/>
                  <a:pt x="2031872" y="26575"/>
                  <a:pt x="2190479" y="75907"/>
                </a:cubicBezTo>
                <a:lnTo>
                  <a:pt x="2200258" y="7948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32871B1E-D0AE-4D17-AB8A-DC1A7F9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120" y="3512820"/>
            <a:ext cx="2077085" cy="2169795"/>
          </a:xfrm>
          <a:custGeom xmlns:a="http://schemas.openxmlformats.org/drawingml/2006/main">
            <a:rect l="l" t="t" r="r" b="b"/>
            <a:pathLst>
              <a:path w="2077087" h="2169653">
                <a:moveTo>
                  <a:pt x="2077087" y="84702"/>
                </a:moveTo>
                <a:lnTo>
                  <a:pt x="2038686" y="70647"/>
                </a:lnTo>
                <a:cubicBezTo>
                  <a:pt x="1891071" y="24734"/>
                  <a:pt x="1734124" y="0"/>
                  <a:pt x="1571400" y="0"/>
                </a:cubicBezTo>
                <a:cubicBezTo>
                  <a:pt x="703540" y="0"/>
                  <a:pt x="0" y="703540"/>
                  <a:pt x="0" y="1571400"/>
                </a:cubicBezTo>
                <a:cubicBezTo>
                  <a:pt x="0" y="1734124"/>
                  <a:pt x="24734" y="1891071"/>
                  <a:pt x="70647" y="2038686"/>
                </a:cubicBezTo>
                <a:lnTo>
                  <a:pt x="118581" y="216965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任意多边形: 形状 43">
            <a:extLst xmlns:a="http://schemas.openxmlformats.org/drawingml/2006/main">
              <a:ext uri="{FF2B5EF4-FFF2-40B4-BE49-F238E27FC236}">
                <a16:creationId xmlns:a16="http://schemas.microsoft.com/office/drawing/2014/main" id="{C8089BFE-FA9A-4B7B-9F0E-3DF1A5B1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3730625"/>
            <a:ext cx="1832610" cy="1911350"/>
          </a:xfrm>
          <a:custGeom xmlns:a="http://schemas.openxmlformats.org/drawingml/2006/main">
            <a:rect l="l" t="t" r="r" b="b"/>
            <a:pathLst>
              <a:path w="1832676" h="1911428">
                <a:moveTo>
                  <a:pt x="121280" y="1911428"/>
                </a:moveTo>
                <a:lnTo>
                  <a:pt x="106373" y="1880482"/>
                </a:lnTo>
                <a:cubicBezTo>
                  <a:pt x="37877" y="1718540"/>
                  <a:pt x="0" y="1540493"/>
                  <a:pt x="0" y="1353600"/>
                </a:cubicBezTo>
                <a:cubicBezTo>
                  <a:pt x="0" y="606027"/>
                  <a:pt x="606027" y="0"/>
                  <a:pt x="1353600" y="0"/>
                </a:cubicBezTo>
                <a:cubicBezTo>
                  <a:pt x="1493770" y="0"/>
                  <a:pt x="1628964" y="21306"/>
                  <a:pt x="1756119" y="60855"/>
                </a:cubicBezTo>
                <a:lnTo>
                  <a:pt x="1832676" y="88875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任意多边形: 形状 44">
            <a:extLst xmlns:a="http://schemas.openxmlformats.org/drawingml/2006/main">
              <a:ext uri="{FF2B5EF4-FFF2-40B4-BE49-F238E27FC236}">
                <a16:creationId xmlns:a16="http://schemas.microsoft.com/office/drawing/2014/main" id="{97664A76-D9E1-41F8-AFDF-96FE2F5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3835400"/>
            <a:ext cx="1709420" cy="1780540"/>
          </a:xfrm>
          <a:custGeom xmlns:a="http://schemas.openxmlformats.org/drawingml/2006/main">
            <a:rect l="l" t="t" r="r" b="b"/>
            <a:pathLst>
              <a:path w="1709277" h="1780541">
                <a:moveTo>
                  <a:pt x="1709277" y="88591"/>
                </a:moveTo>
                <a:lnTo>
                  <a:pt x="1620674" y="56162"/>
                </a:lnTo>
                <a:cubicBezTo>
                  <a:pt x="1503325" y="19662"/>
                  <a:pt x="1378559" y="0"/>
                  <a:pt x="1249200" y="0"/>
                </a:cubicBezTo>
                <a:cubicBezTo>
                  <a:pt x="559286" y="0"/>
                  <a:pt x="0" y="559286"/>
                  <a:pt x="0" y="1249200"/>
                </a:cubicBezTo>
                <a:cubicBezTo>
                  <a:pt x="0" y="1421679"/>
                  <a:pt x="34955" y="1585993"/>
                  <a:pt x="98168" y="1735445"/>
                </a:cubicBezTo>
                <a:lnTo>
                  <a:pt x="119892" y="178054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任意多边形: 形状 45">
            <a:extLst xmlns:a="http://schemas.openxmlformats.org/drawingml/2006/main">
              <a:ext uri="{FF2B5EF4-FFF2-40B4-BE49-F238E27FC236}">
                <a16:creationId xmlns:a16="http://schemas.microsoft.com/office/drawing/2014/main" id="{6FC31884-275F-44C6-A6D3-295B34E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4030" y="4570730"/>
            <a:ext cx="699770" cy="730250"/>
          </a:xfrm>
          <a:custGeom xmlns:a="http://schemas.openxmlformats.org/drawingml/2006/main">
            <a:rect l="l" t="t" r="r" b="b"/>
            <a:pathLst>
              <a:path w="699728" h="730385">
                <a:moveTo>
                  <a:pt x="49502" y="730385"/>
                </a:moveTo>
                <a:lnTo>
                  <a:pt x="40363" y="713547"/>
                </a:lnTo>
                <a:cubicBezTo>
                  <a:pt x="14372" y="652098"/>
                  <a:pt x="0" y="584539"/>
                  <a:pt x="0" y="513622"/>
                </a:cubicBezTo>
                <a:cubicBezTo>
                  <a:pt x="0" y="229956"/>
                  <a:pt x="229956" y="0"/>
                  <a:pt x="513622" y="0"/>
                </a:cubicBezTo>
                <a:cubicBezTo>
                  <a:pt x="549080" y="0"/>
                  <a:pt x="583699" y="3593"/>
                  <a:pt x="617135" y="10435"/>
                </a:cubicBezTo>
                <a:lnTo>
                  <a:pt x="699728" y="36073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任意多边形: 形状 46">
            <a:extLst xmlns:a="http://schemas.openxmlformats.org/drawingml/2006/main">
              <a:ext uri="{FF2B5EF4-FFF2-40B4-BE49-F238E27FC236}">
                <a16:creationId xmlns:a16="http://schemas.microsoft.com/office/drawing/2014/main" id="{7E671654-E74A-46EC-B176-8F18EA2E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505" y="4688205"/>
            <a:ext cx="518795" cy="541020"/>
          </a:xfrm>
          <a:custGeom xmlns:a="http://schemas.openxmlformats.org/drawingml/2006/main">
            <a:rect l="l" t="t" r="r" b="b"/>
            <a:pathLst>
              <a:path w="518882" h="540737">
                <a:moveTo>
                  <a:pt x="518882" y="21416"/>
                </a:moveTo>
                <a:lnTo>
                  <a:pt x="475808" y="8045"/>
                </a:lnTo>
                <a:cubicBezTo>
                  <a:pt x="450029" y="2770"/>
                  <a:pt x="423338" y="0"/>
                  <a:pt x="396000" y="0"/>
                </a:cubicBezTo>
                <a:cubicBezTo>
                  <a:pt x="177295" y="0"/>
                  <a:pt x="0" y="177295"/>
                  <a:pt x="0" y="396000"/>
                </a:cubicBezTo>
                <a:cubicBezTo>
                  <a:pt x="0" y="423338"/>
                  <a:pt x="2770" y="450029"/>
                  <a:pt x="8045" y="475808"/>
                </a:cubicBezTo>
                <a:lnTo>
                  <a:pt x="28201" y="54073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任意多边形: 形状 47">
            <a:extLst xmlns:a="http://schemas.openxmlformats.org/drawingml/2006/main">
              <a:ext uri="{FF2B5EF4-FFF2-40B4-BE49-F238E27FC236}">
                <a16:creationId xmlns:a16="http://schemas.microsoft.com/office/drawing/2014/main" id="{0E77FF9A-C5A6-4BE2-BFE9-9519F72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346575"/>
            <a:ext cx="1031240" cy="1073150"/>
          </a:xfrm>
          <a:custGeom xmlns:a="http://schemas.openxmlformats.org/drawingml/2006/main">
            <a:rect l="l" t="t" r="r" b="b"/>
            <a:pathLst>
              <a:path w="1031244" h="1073200">
                <a:moveTo>
                  <a:pt x="84015" y="1073200"/>
                </a:moveTo>
                <a:lnTo>
                  <a:pt x="57996" y="1025263"/>
                </a:lnTo>
                <a:cubicBezTo>
                  <a:pt x="20651" y="936970"/>
                  <a:pt x="0" y="839897"/>
                  <a:pt x="0" y="738000"/>
                </a:cubicBezTo>
                <a:cubicBezTo>
                  <a:pt x="0" y="330414"/>
                  <a:pt x="330414" y="0"/>
                  <a:pt x="738000" y="0"/>
                </a:cubicBezTo>
                <a:cubicBezTo>
                  <a:pt x="839897" y="0"/>
                  <a:pt x="936970" y="20651"/>
                  <a:pt x="1025263" y="57996"/>
                </a:cubicBezTo>
                <a:lnTo>
                  <a:pt x="1031244" y="6124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任意多边形: 形状 48">
            <a:extLst xmlns:a="http://schemas.openxmlformats.org/drawingml/2006/main">
              <a:ext uri="{FF2B5EF4-FFF2-40B4-BE49-F238E27FC236}">
                <a16:creationId xmlns:a16="http://schemas.microsoft.com/office/drawing/2014/main" id="{4FD1B6F4-FFBD-461E-8473-24ECD3F4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4455160"/>
            <a:ext cx="875030" cy="908050"/>
          </a:xfrm>
          <a:custGeom xmlns:a="http://schemas.openxmlformats.org/drawingml/2006/main">
            <a:rect l="l" t="t" r="r" b="b"/>
            <a:pathLst>
              <a:path w="875351" h="908062">
                <a:moveTo>
                  <a:pt x="875351" y="50133"/>
                </a:moveTo>
                <a:lnTo>
                  <a:pt x="874082" y="49444"/>
                </a:lnTo>
                <a:cubicBezTo>
                  <a:pt x="798808" y="17606"/>
                  <a:pt x="716049" y="0"/>
                  <a:pt x="629178" y="0"/>
                </a:cubicBezTo>
                <a:cubicBezTo>
                  <a:pt x="281693" y="0"/>
                  <a:pt x="0" y="281693"/>
                  <a:pt x="0" y="629178"/>
                </a:cubicBezTo>
                <a:cubicBezTo>
                  <a:pt x="0" y="716049"/>
                  <a:pt x="17606" y="798809"/>
                  <a:pt x="49444" y="874082"/>
                </a:cubicBezTo>
                <a:lnTo>
                  <a:pt x="67888" y="90806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0" name="任意多边形: 形状 49">
            <a:extLst xmlns:a="http://schemas.openxmlformats.org/drawingml/2006/main">
              <a:ext uri="{FF2B5EF4-FFF2-40B4-BE49-F238E27FC236}">
                <a16:creationId xmlns:a16="http://schemas.microsoft.com/office/drawing/2014/main" id="{CDD4766D-8B63-418A-8F63-31ABFFC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945" y="4144645"/>
            <a:ext cx="1311275" cy="1365250"/>
          </a:xfrm>
          <a:custGeom xmlns:a="http://schemas.openxmlformats.org/drawingml/2006/main">
            <a:rect l="l" t="t" r="r" b="b"/>
            <a:pathLst>
              <a:path w="1311055" h="1365195">
                <a:moveTo>
                  <a:pt x="102721" y="1365195"/>
                </a:moveTo>
                <a:lnTo>
                  <a:pt x="73832" y="1305225"/>
                </a:lnTo>
                <a:cubicBezTo>
                  <a:pt x="26290" y="1192822"/>
                  <a:pt x="0" y="1069242"/>
                  <a:pt x="0" y="939521"/>
                </a:cubicBezTo>
                <a:cubicBezTo>
                  <a:pt x="0" y="420638"/>
                  <a:pt x="420638" y="0"/>
                  <a:pt x="939521" y="0"/>
                </a:cubicBezTo>
                <a:cubicBezTo>
                  <a:pt x="1069242" y="0"/>
                  <a:pt x="1192822" y="26290"/>
                  <a:pt x="1305225" y="73832"/>
                </a:cubicBezTo>
                <a:lnTo>
                  <a:pt x="1311055" y="7664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任意多边形: 形状 50">
            <a:extLst xmlns:a="http://schemas.openxmlformats.org/drawingml/2006/main">
              <a:ext uri="{FF2B5EF4-FFF2-40B4-BE49-F238E27FC236}">
                <a16:creationId xmlns:a16="http://schemas.microsoft.com/office/drawing/2014/main" id="{C7CB9CD1-1CF8-4CCC-8A70-79526E0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815" y="4247515"/>
            <a:ext cx="1172845" cy="1217295"/>
          </a:xfrm>
          <a:custGeom xmlns:a="http://schemas.openxmlformats.org/drawingml/2006/main">
            <a:rect l="l" t="t" r="r" b="b"/>
            <a:pathLst>
              <a:path w="1172967" h="1216931">
                <a:moveTo>
                  <a:pt x="1172967" y="71295"/>
                </a:moveTo>
                <a:lnTo>
                  <a:pt x="1162798" y="65776"/>
                </a:lnTo>
                <a:cubicBezTo>
                  <a:pt x="1062661" y="23421"/>
                  <a:pt x="952565" y="0"/>
                  <a:pt x="837000" y="0"/>
                </a:cubicBezTo>
                <a:cubicBezTo>
                  <a:pt x="374738" y="0"/>
                  <a:pt x="0" y="374738"/>
                  <a:pt x="0" y="837000"/>
                </a:cubicBezTo>
                <a:cubicBezTo>
                  <a:pt x="0" y="952566"/>
                  <a:pt x="23421" y="1062661"/>
                  <a:pt x="65776" y="1162798"/>
                </a:cubicBezTo>
                <a:lnTo>
                  <a:pt x="95158" y="1216931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2" name="任意多边形: 形状 51">
            <a:extLst xmlns:a="http://schemas.openxmlformats.org/drawingml/2006/main">
              <a:ext uri="{FF2B5EF4-FFF2-40B4-BE49-F238E27FC236}">
                <a16:creationId xmlns:a16="http://schemas.microsoft.com/office/drawing/2014/main" id="{5A7FCEF1-3985-4AA3-9625-16CACF5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45" y="3941445"/>
            <a:ext cx="1576705" cy="1642110"/>
          </a:xfrm>
          <a:custGeom xmlns:a="http://schemas.openxmlformats.org/drawingml/2006/main">
            <a:rect l="l" t="t" r="r" b="b"/>
            <a:pathLst>
              <a:path w="1576525" h="1642284">
                <a:moveTo>
                  <a:pt x="116018" y="1642284"/>
                </a:moveTo>
                <a:lnTo>
                  <a:pt x="89823" y="1587907"/>
                </a:lnTo>
                <a:cubicBezTo>
                  <a:pt x="31984" y="1451161"/>
                  <a:pt x="0" y="1300815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ubicBezTo>
                  <a:pt x="1261361" y="0"/>
                  <a:pt x="1375521" y="17991"/>
                  <a:pt x="1482893" y="51387"/>
                </a:cubicBezTo>
                <a:lnTo>
                  <a:pt x="1576525" y="85657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3" name="任意多边形: 形状 52">
            <a:extLst xmlns:a="http://schemas.openxmlformats.org/drawingml/2006/main">
              <a:ext uri="{FF2B5EF4-FFF2-40B4-BE49-F238E27FC236}">
                <a16:creationId xmlns:a16="http://schemas.microsoft.com/office/drawing/2014/main" id="{5D0F0F9C-B684-421A-B12D-51660D90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45" y="4043045"/>
            <a:ext cx="1447800" cy="1505585"/>
          </a:xfrm>
          <a:custGeom xmlns:a="http://schemas.openxmlformats.org/drawingml/2006/main">
            <a:rect l="l" t="t" r="r" b="b"/>
            <a:pathLst>
              <a:path w="1447763" h="1505306">
                <a:moveTo>
                  <a:pt x="1447763" y="82463"/>
                </a:moveTo>
                <a:lnTo>
                  <a:pt x="1446428" y="81820"/>
                </a:lnTo>
                <a:cubicBezTo>
                  <a:pt x="1321865" y="29134"/>
                  <a:pt x="1184915" y="0"/>
                  <a:pt x="1041161" y="0"/>
                </a:cubicBezTo>
                <a:cubicBezTo>
                  <a:pt x="466144" y="0"/>
                  <a:pt x="0" y="466144"/>
                  <a:pt x="0" y="1041161"/>
                </a:cubicBezTo>
                <a:cubicBezTo>
                  <a:pt x="0" y="1184915"/>
                  <a:pt x="29134" y="1321865"/>
                  <a:pt x="81820" y="1446428"/>
                </a:cubicBezTo>
                <a:lnTo>
                  <a:pt x="110183" y="150530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任意多边形: 形状 14">
            <a:extLst xmlns:a="http://schemas.openxmlformats.org/drawingml/2006/main">
              <a:ext uri="{FF2B5EF4-FFF2-40B4-BE49-F238E27FC236}">
                <a16:creationId xmlns:a16="http://schemas.microsoft.com/office/drawing/2014/main" id="{9112FB8C-90E7-4ED2-BB3C-25A02F38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150" y="4899660"/>
            <a:ext cx="204470" cy="213995"/>
          </a:xfrm>
          <a:custGeom xmlns:a="http://schemas.openxmlformats.org/drawingml/2006/main">
            <a:rect l="l" t="t" r="r" b="b"/>
            <a:pathLst>
              <a:path w="204370" h="213748">
                <a:moveTo>
                  <a:pt x="706" y="213748"/>
                </a:moveTo>
                <a:cubicBezTo>
                  <a:pt x="471" y="211410"/>
                  <a:pt x="235" y="209073"/>
                  <a:pt x="0" y="206735"/>
                </a:cubicBezTo>
                <a:cubicBezTo>
                  <a:pt x="0" y="106703"/>
                  <a:pt x="70956" y="23243"/>
                  <a:pt x="165282" y="3941"/>
                </a:cubicBezTo>
                <a:lnTo>
                  <a:pt x="204370" y="0"/>
                </a:lnTo>
                <a:lnTo>
                  <a:pt x="202904" y="1961"/>
                </a:lnTo>
              </a:path>
            </a:pathLst>
          </a:custGeom>
          <a:ln xmlns:a="http://schemas.openxmlformats.org/drawingml/2006/main">
            <a:solidFill>
              <a:schemeClr val="accent1">
                <a:alpha val="69804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6" name="任意多边形: 形状 54">
            <a:extLst xmlns:a="http://schemas.openxmlformats.org/drawingml/2006/main">
              <a:ext uri="{FF2B5EF4-FFF2-40B4-BE49-F238E27FC236}">
                <a16:creationId xmlns:a16="http://schemas.microsoft.com/office/drawing/2014/main" id="{705F92D0-3467-4579-8530-5442282D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0" y="1891430"/>
            <a:ext cx="1489360" cy="3075142"/>
          </a:xfrm>
          <a:custGeom xmlns:a="http://schemas.openxmlformats.org/drawingml/2006/main">
            <a:rect l="l" t="t" r="r" b="b"/>
            <a:pathLst>
              <a:path w="1489360" h="3075142">
                <a:moveTo>
                  <a:pt x="1489360" y="0"/>
                </a:moveTo>
                <a:lnTo>
                  <a:pt x="1489360" y="3075142"/>
                </a:lnTo>
                <a:lnTo>
                  <a:pt x="1382665" y="3069755"/>
                </a:lnTo>
                <a:cubicBezTo>
                  <a:pt x="606043" y="2990884"/>
                  <a:pt x="0" y="2335002"/>
                  <a:pt x="0" y="1537571"/>
                </a:cubicBezTo>
                <a:cubicBezTo>
                  <a:pt x="0" y="740140"/>
                  <a:pt x="606043" y="84258"/>
                  <a:pt x="1382665" y="5388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D7DAC244-BCF4-4D76-93A0-1405AD6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90000"/>
            </a:schemeClr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360694E-F062-4BC3-B845-2D0EB6990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40F2080-8DAC-42DF-BA13-E53BBECE74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5D8A86C-9C62-4757-806C-3C7EEF6BEC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EF342B-96E2-4835-A8DE-19338BE70D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13B0E1-FF5D-49E5-B01D-64F18909CBD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84FB7D06-F855-44C7-B448-F5DFDFAA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288d12cfacfb49b4"/>
    <p:sldLayoutId xmlns:r="http://schemas.openxmlformats.org/officeDocument/2006/relationships" id="2147483661" r:id="R0af2628f3a6c49f1"/>
    <p:sldLayoutId xmlns:r="http://schemas.openxmlformats.org/officeDocument/2006/relationships" id="2147483662" r:id="Rd6a3de723bd14d32"/>
    <p:sldLayoutId xmlns:r="http://schemas.openxmlformats.org/officeDocument/2006/relationships" id="2147483663" r:id="Ra7aedec8674d4b8c"/>
    <p:sldLayoutId xmlns:r="http://schemas.openxmlformats.org/officeDocument/2006/relationships" id="2147483664" r:id="Rc1541d2970b54438"/>
    <p:sldLayoutId xmlns:r="http://schemas.openxmlformats.org/officeDocument/2006/relationships" id="2147483665" r:id="Rf055f50d4d0b45f3"/>
    <p:sldLayoutId xmlns:r="http://schemas.openxmlformats.org/officeDocument/2006/relationships" id="2147483666" r:id="Ra149497f738849de"/>
    <p:sldLayoutId xmlns:r="http://schemas.openxmlformats.org/officeDocument/2006/relationships" id="2147483667" r:id="R7b94293c71904837"/>
    <p:sldLayoutId xmlns:r="http://schemas.openxmlformats.org/officeDocument/2006/relationships" id="2147483668" r:id="R73d47710055d4038"/>
    <p:sldLayoutId xmlns:r="http://schemas.openxmlformats.org/officeDocument/2006/relationships" id="2147483669" r:id="R7e2a4d134b034b54"/>
    <p:sldLayoutId xmlns:r="http://schemas.openxmlformats.org/officeDocument/2006/relationships" id="2147483670" r:id="Re52cd616cade4cd7"/>
    <p:sldLayoutId xmlns:r="http://schemas.openxmlformats.org/officeDocument/2006/relationships" id="2147483671" r:id="Rbce2bcfb65074521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buNone/>
        <a:defRPr sz="3200" b="1">
          <a:solidFill>
            <a:schemeClr val="tx1">
              <a:lumMod val="75000"/>
              <a:lumOff val="2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13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>
        <a:lnSpc>
          <a:spcPct val="130000"/>
        </a:lnSpc>
        <a:spcBef>
          <a:spcPts val="0"/>
        </a:spcBef>
        <a:buChar char="•"/>
        <a:defRPr sz="20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>
        <a:lnSpc>
          <a:spcPct val="130000"/>
        </a:lnSpc>
        <a:spcBef>
          <a:spcPts val="0"/>
        </a:spcBef>
        <a:buChar char="•"/>
        <a:defRPr sz="18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>
        <a:lnSpc>
          <a:spcPct val="130000"/>
        </a:lnSpc>
        <a:spcBef>
          <a:spcPts val="0"/>
        </a:spcBef>
        <a:buChar char="•"/>
        <a:defRPr sz="16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>
        <a:lnSpc>
          <a:spcPct val="130000"/>
        </a:lnSpc>
        <a:spcBef>
          <a:spcPts val="0"/>
        </a:spcBef>
        <a:buChar char="•"/>
        <a:defRPr sz="14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极简抽象圆线职场办公">
  <a:themeElements>
    <a:clrScheme name="yuanqqqqqqq">
      <a:dk1>
        <a:srgbClr val="000000"/>
      </a:dk1>
      <a:lt1>
        <a:srgbClr val="FFFFFF"/>
      </a:lt1>
      <a:dk2>
        <a:srgbClr val="332825"/>
      </a:dk2>
      <a:lt2>
        <a:srgbClr val="FEFCF7"/>
      </a:lt2>
      <a:accent1>
        <a:srgbClr val="8D624F"/>
      </a:accent1>
      <a:accent2>
        <a:srgbClr val="A65936"/>
      </a:accent2>
      <a:accent3>
        <a:srgbClr val="924A5F"/>
      </a:accent3>
      <a:accent4>
        <a:srgbClr val="964650"/>
      </a:accent4>
      <a:accent5>
        <a:srgbClr val="726D5A"/>
      </a:accent5>
      <a:accent6>
        <a:srgbClr val="988F6C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yuanqqqqqqq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829ba188329442fc" /><Relationship Type="http://schemas.openxmlformats.org/officeDocument/2006/relationships/image" Target="/ppt/media/image.png" Id="Rac1e8fd336834b96" /><Relationship Type="http://schemas.openxmlformats.org/officeDocument/2006/relationships/image" Target="/ppt/media/image.svg" Id="R801bd176fce641ce" /><Relationship Type="http://schemas.openxmlformats.org/officeDocument/2006/relationships/image" Target="/ppt/media/image2.png" Id="Ra818e28d8d3949e3" /><Relationship Type="http://schemas.openxmlformats.org/officeDocument/2006/relationships/image" Target="/ppt/media/image2.svg" Id="Ra5bae9e46ec84ff4" /><Relationship Type="http://schemas.openxmlformats.org/officeDocument/2006/relationships/image" Target="/ppt/media/image3.png" Id="R2cad34280ba34e1b" /><Relationship Type="http://schemas.openxmlformats.org/officeDocument/2006/relationships/image" Target="/ppt/media/image3.svg" Id="R384e97683c484be2" /><Relationship Type="http://schemas.openxmlformats.org/officeDocument/2006/relationships/image" Target="/ppt/media/image4.png" Id="R8762ba253f9f48e9" /><Relationship Type="http://schemas.openxmlformats.org/officeDocument/2006/relationships/image" Target="/ppt/media/image4.svg" Id="Rbe4519a9e37e4b63" /><Relationship Type="http://schemas.openxmlformats.org/officeDocument/2006/relationships/notesSlide" Target="/ppt/notesSlides/notesSlide1.xml" Id="R0315f7dbd41c49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9f8d80de6c14080" /><Relationship Type="http://schemas.openxmlformats.org/officeDocument/2006/relationships/image" Target="/ppt/media/image5.png" Id="R7e162784d8604f6a" /><Relationship Type="http://schemas.openxmlformats.org/officeDocument/2006/relationships/image" Target="/ppt/media/image5.svg" Id="Rfff2fe8645a14eca" /><Relationship Type="http://schemas.openxmlformats.org/officeDocument/2006/relationships/image" Target="/ppt/media/image6.png" Id="Rd7c82ecca93744ad" /><Relationship Type="http://schemas.openxmlformats.org/officeDocument/2006/relationships/image" Target="/ppt/media/image6.svg" Id="Rc923210378cb4b81" /><Relationship Type="http://schemas.openxmlformats.org/officeDocument/2006/relationships/notesSlide" Target="/ppt/notesSlides/notesSlide2.xml" Id="R31d2e18fff144a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c8041b0890d435a" /><Relationship Type="http://schemas.openxmlformats.org/officeDocument/2006/relationships/image" Target="/ppt/media/image7.png" Id="Rb682179230384f48" /><Relationship Type="http://schemas.openxmlformats.org/officeDocument/2006/relationships/image" Target="/ppt/media/image7.svg" Id="Rb30e787e48df4ea6" /><Relationship Type="http://schemas.openxmlformats.org/officeDocument/2006/relationships/image" Target="/ppt/media/image8.png" Id="R3bb1a40e0bcf476a" /><Relationship Type="http://schemas.openxmlformats.org/officeDocument/2006/relationships/image" Target="/ppt/media/image8.svg" Id="R9891f359d7214013" /><Relationship Type="http://schemas.openxmlformats.org/officeDocument/2006/relationships/image" Target="/ppt/media/image.png" Id="Rb67c351126344ca7" /><Relationship Type="http://schemas.openxmlformats.org/officeDocument/2006/relationships/image" Target="/ppt/media/image.svg" Id="Rd65d8da702cb4872" /><Relationship Type="http://schemas.openxmlformats.org/officeDocument/2006/relationships/image" Target="/ppt/media/image9.png" Id="R4a91290a7cdc4b8e" /><Relationship Type="http://schemas.openxmlformats.org/officeDocument/2006/relationships/image" Target="/ppt/media/image9.svg" Id="R87a3d1970c6d414c" /><Relationship Type="http://schemas.openxmlformats.org/officeDocument/2006/relationships/notesSlide" Target="/ppt/notesSlides/notesSlide3.xml" Id="R8f3a7a13ccf844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a45525d02014ed6" /><Relationship Type="http://schemas.openxmlformats.org/officeDocument/2006/relationships/image" Target="/ppt/media/image10.png" Id="Re557c30ec48d4ce3" /><Relationship Type="http://schemas.openxmlformats.org/officeDocument/2006/relationships/image" Target="/ppt/media/image10.svg" Id="R4775ade402c24e6f" /><Relationship Type="http://schemas.openxmlformats.org/officeDocument/2006/relationships/image" Target="/ppt/media/image11.png" Id="Rd34f20bdf94647a0" /><Relationship Type="http://schemas.openxmlformats.org/officeDocument/2006/relationships/image" Target="/ppt/media/image11.svg" Id="R23d946a3dbf6441f" /><Relationship Type="http://schemas.openxmlformats.org/officeDocument/2006/relationships/image" Target="/ppt/media/image12.png" Id="Rbf13edc485504caa" /><Relationship Type="http://schemas.openxmlformats.org/officeDocument/2006/relationships/image" Target="/ppt/media/image12.svg" Id="Rb4866907c3d74f70" /><Relationship Type="http://schemas.openxmlformats.org/officeDocument/2006/relationships/image" Target="/ppt/media/image13.png" Id="Rd26d2bfa049d49ba" /><Relationship Type="http://schemas.openxmlformats.org/officeDocument/2006/relationships/image" Target="/ppt/media/image13.svg" Id="R25de91f583b6489c" /><Relationship Type="http://schemas.openxmlformats.org/officeDocument/2006/relationships/image" Target="/ppt/media/image14.png" Id="Rdd7e48df6d284bbb" /><Relationship Type="http://schemas.openxmlformats.org/officeDocument/2006/relationships/image" Target="/ppt/media/image14.svg" Id="R96e07c3ca6964865" /><Relationship Type="http://schemas.openxmlformats.org/officeDocument/2006/relationships/image" Target="/ppt/media/image15.png" Id="R13f9ae9350854e43" /><Relationship Type="http://schemas.openxmlformats.org/officeDocument/2006/relationships/image" Target="/ppt/media/image15.svg" Id="Rfef40d1fc102486a" /><Relationship Type="http://schemas.openxmlformats.org/officeDocument/2006/relationships/notesSlide" Target="/ppt/notesSlides/notesSlide4.xml" Id="R1ffbaea0204643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ee074921c324d9e" /><Relationship Type="http://schemas.openxmlformats.org/officeDocument/2006/relationships/image" Target="/ppt/media/image16.png" Id="R719f2d8dc0484467" /><Relationship Type="http://schemas.openxmlformats.org/officeDocument/2006/relationships/image" Target="/ppt/media/image17.png" Id="R145fb7ec0e804983" /><Relationship Type="http://schemas.openxmlformats.org/officeDocument/2006/relationships/image" Target="/ppt/media/image16.svg" Id="R14e7d5f24ced434f" /><Relationship Type="http://schemas.openxmlformats.org/officeDocument/2006/relationships/image" Target="/ppt/media/image2.png" Id="Rcb6d8f7abe8643ee" /><Relationship Type="http://schemas.openxmlformats.org/officeDocument/2006/relationships/image" Target="/ppt/media/image2.svg" Id="R447bff7856f94c0f" /><Relationship Type="http://schemas.openxmlformats.org/officeDocument/2006/relationships/notesSlide" Target="/ppt/notesSlides/notesSlide5.xml" Id="R62526dd126794a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891e9f45e0a4bf2" /><Relationship Type="http://schemas.openxmlformats.org/officeDocument/2006/relationships/image" Target="/ppt/media/image10.png" Id="Ra3ac5d63de9941ce" /><Relationship Type="http://schemas.openxmlformats.org/officeDocument/2006/relationships/image" Target="/ppt/media/image10.svg" Id="Rd8b8bf6221a44fd5" /><Relationship Type="http://schemas.openxmlformats.org/officeDocument/2006/relationships/image" Target="/ppt/media/image11.png" Id="Rf91b54a6531a4f56" /><Relationship Type="http://schemas.openxmlformats.org/officeDocument/2006/relationships/image" Target="/ppt/media/image11.svg" Id="R18755ba5a6874658" /><Relationship Type="http://schemas.openxmlformats.org/officeDocument/2006/relationships/image" Target="/ppt/media/image12.png" Id="R688220e2d8164dfa" /><Relationship Type="http://schemas.openxmlformats.org/officeDocument/2006/relationships/image" Target="/ppt/media/image12.svg" Id="R246040b7d75f45d2" /><Relationship Type="http://schemas.openxmlformats.org/officeDocument/2006/relationships/image" Target="/ppt/media/image13.png" Id="R93b0ab76833a4596" /><Relationship Type="http://schemas.openxmlformats.org/officeDocument/2006/relationships/image" Target="/ppt/media/image13.svg" Id="R162bc5304d9d4361" /><Relationship Type="http://schemas.openxmlformats.org/officeDocument/2006/relationships/image" Target="/ppt/media/image14.png" Id="Rf2b9b696133f475b" /><Relationship Type="http://schemas.openxmlformats.org/officeDocument/2006/relationships/image" Target="/ppt/media/image14.svg" Id="Rc87a9b9d5a214838" /><Relationship Type="http://schemas.openxmlformats.org/officeDocument/2006/relationships/image" Target="/ppt/media/image15.png" Id="R3eac894b259248e9" /><Relationship Type="http://schemas.openxmlformats.org/officeDocument/2006/relationships/image" Target="/ppt/media/image15.svg" Id="Rb3da86ea79ce4e99" /><Relationship Type="http://schemas.openxmlformats.org/officeDocument/2006/relationships/notesSlide" Target="/ppt/notesSlides/notesSlide6.xml" Id="Rbe3416c0301747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9bfa189aaf54947" /><Relationship Type="http://schemas.openxmlformats.org/officeDocument/2006/relationships/image" Target="/ppt/media/image7.png" Id="Rca51c2bb571c4596" /><Relationship Type="http://schemas.openxmlformats.org/officeDocument/2006/relationships/image" Target="/ppt/media/image7.svg" Id="R05e2087694494da5" /><Relationship Type="http://schemas.openxmlformats.org/officeDocument/2006/relationships/image" Target="/ppt/media/image8.png" Id="R1a5ae9fbf2fb4a07" /><Relationship Type="http://schemas.openxmlformats.org/officeDocument/2006/relationships/image" Target="/ppt/media/image8.svg" Id="R425f2587d0f445df" /><Relationship Type="http://schemas.openxmlformats.org/officeDocument/2006/relationships/image" Target="/ppt/media/image.png" Id="R7c216e2b8d724ee9" /><Relationship Type="http://schemas.openxmlformats.org/officeDocument/2006/relationships/image" Target="/ppt/media/image.svg" Id="Reed503d21a4c4901" /><Relationship Type="http://schemas.openxmlformats.org/officeDocument/2006/relationships/image" Target="/ppt/media/image9.png" Id="R7f714a0aad4b4471" /><Relationship Type="http://schemas.openxmlformats.org/officeDocument/2006/relationships/image" Target="/ppt/media/image9.svg" Id="Rfff159760a8148e8" /><Relationship Type="http://schemas.openxmlformats.org/officeDocument/2006/relationships/notesSlide" Target="/ppt/notesSlides/notesSlide7.xml" Id="R563ca3e900ed4b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d9cf908d58f4481" /><Relationship Type="http://schemas.openxmlformats.org/officeDocument/2006/relationships/image" Target="/ppt/media/image7.png" Id="R1979c2791f884d6a" /><Relationship Type="http://schemas.openxmlformats.org/officeDocument/2006/relationships/image" Target="/ppt/media/image7.svg" Id="R50268ebb00a34e04" /><Relationship Type="http://schemas.openxmlformats.org/officeDocument/2006/relationships/image" Target="/ppt/media/image8.png" Id="R8daa3e467f354495" /><Relationship Type="http://schemas.openxmlformats.org/officeDocument/2006/relationships/image" Target="/ppt/media/image8.svg" Id="Radb81376914348b9" /><Relationship Type="http://schemas.openxmlformats.org/officeDocument/2006/relationships/image" Target="/ppt/media/image.png" Id="R43b91a6be95248c9" /><Relationship Type="http://schemas.openxmlformats.org/officeDocument/2006/relationships/image" Target="/ppt/media/image.svg" Id="R8b90c9df19844bb4" /><Relationship Type="http://schemas.openxmlformats.org/officeDocument/2006/relationships/image" Target="/ppt/media/image9.png" Id="R4be3b98e755e4224" /><Relationship Type="http://schemas.openxmlformats.org/officeDocument/2006/relationships/image" Target="/ppt/media/image9.svg" Id="Rae31b98c4fc34880" /><Relationship Type="http://schemas.openxmlformats.org/officeDocument/2006/relationships/notesSlide" Target="/ppt/notesSlides/notesSlide8.xml" Id="R46613ba47b6c4d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f5f0b703af94364" /><Relationship Type="http://schemas.openxmlformats.org/officeDocument/2006/relationships/image" Target="/ppt/media/image5.png" Id="R300501bb084f4af8" /><Relationship Type="http://schemas.openxmlformats.org/officeDocument/2006/relationships/image" Target="/ppt/media/image5.svg" Id="R35923e9cd1cc4502" /><Relationship Type="http://schemas.openxmlformats.org/officeDocument/2006/relationships/image" Target="/ppt/media/image6.png" Id="R14c5cce701f247de" /><Relationship Type="http://schemas.openxmlformats.org/officeDocument/2006/relationships/image" Target="/ppt/media/image6.svg" Id="R60f0ec4c8fc9474d" /><Relationship Type="http://schemas.openxmlformats.org/officeDocument/2006/relationships/notesSlide" Target="/ppt/notesSlides/notesSlide9.xml" Id="R4d1ababdebb843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3f2d13aa3a294064" /><Relationship Type="http://schemas.openxmlformats.org/officeDocument/2006/relationships/image" Target="/ppt/media/image.png" Id="R22b45a1141d04c9a" /><Relationship Type="http://schemas.openxmlformats.org/officeDocument/2006/relationships/image" Target="/ppt/media/image.svg" Id="R997c90df72be4a22" /><Relationship Type="http://schemas.openxmlformats.org/officeDocument/2006/relationships/image" Target="/ppt/media/image2.png" Id="Rb179613c0b264690" /><Relationship Type="http://schemas.openxmlformats.org/officeDocument/2006/relationships/image" Target="/ppt/media/image2.svg" Id="Rd5cdd49102fd4667" /><Relationship Type="http://schemas.openxmlformats.org/officeDocument/2006/relationships/image" Target="/ppt/media/image3.png" Id="R5c3512a95a054abd" /><Relationship Type="http://schemas.openxmlformats.org/officeDocument/2006/relationships/image" Target="/ppt/media/image3.svg" Id="Rabae634a96104f9a" /><Relationship Type="http://schemas.openxmlformats.org/officeDocument/2006/relationships/image" Target="/ppt/media/image4.png" Id="R2a914e774bd94585" /><Relationship Type="http://schemas.openxmlformats.org/officeDocument/2006/relationships/image" Target="/ppt/media/image4.svg" Id="R71d9fed5b22448ef" /><Relationship Type="http://schemas.openxmlformats.org/officeDocument/2006/relationships/notesSlide" Target="/ppt/notesSlides/notesSlide10.xml" Id="Rfa5aa95875bb4c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8925A11-6817-4973-858A-159B91C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6C1D7CB-F4B0-40B4-A6D8-61CBA9A2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508AD4A-6F82-4545-9F04-84D77031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B484A14E-EF97-4083-BF59-0378D22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0171206-4253-4AEC-B2CE-90011430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C73E1EB-27BE-40AD-A157-A1A2D58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75031CB7-0F19-4CC6-B374-967FF71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C5C4EA-5CFE-4D70-9F19-6E69704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4ED5DAE-655B-4E6B-99F3-928E41E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5849751B-B1D5-429B-9093-3A03160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D15C95D-C786-4E9B-B773-CBBEA56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2A97FAF-0D92-41DD-A122-F0D724B7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C5400E4-51F3-4A7C-8EB0-A4DB355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ABC2EE5-9367-4FDA-BAC7-A9448548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e8fd336834b96">
            <a:extLst>
              <a:ext uri="{96DAC541-7B7A-43D3-8B79-37D633B846F1}">
                <asvg:svgBlip xmlns:asvg="http://schemas.microsoft.com/office/drawing/2016/SVG/main" r:embed="R801bd176fce641ce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0F783FE-8D40-4856-9D43-736CB80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E899235-DECF-4CED-B372-0F2CCEE5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0701094-3615-49D2-BAFD-07FF559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A8B8CB30-9A18-400C-88C2-36ECC0E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8e28d8d3949e3">
            <a:extLst>
              <a:ext uri="{96DAC541-7B7A-43D3-8B79-37D633B846F1}">
                <asvg:svgBlip xmlns:asvg="http://schemas.microsoft.com/office/drawing/2016/SVG/main" r:embed="Ra5bae9e46ec84ff4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2650DF8-E495-4F04-A3D3-4E533B7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D050CBC-FD84-4058-A52A-8259651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D53A936D-F7B6-4C2B-9AE7-ADC0837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F07AD7A-F5C3-4180-AA5B-5D85C9F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d34280ba34e1b">
            <a:extLst>
              <a:ext uri="{96DAC541-7B7A-43D3-8B79-37D633B846F1}">
                <asvg:svgBlip xmlns:asvg="http://schemas.microsoft.com/office/drawing/2016/SVG/main" r:embed="R384e97683c484be2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AC6F256C-D265-4273-AEC6-847EDA2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4CD884C-4B69-4710-BA7E-6F4CC25E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25CF119-5F6A-4032-B308-A1389635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87C13331-DFF9-4A04-886B-9B0AAAA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2ba253f9f48e9">
            <a:extLst>
              <a:ext uri="{96DAC541-7B7A-43D3-8B79-37D633B846F1}">
                <asvg:svgBlip xmlns:asvg="http://schemas.microsoft.com/office/drawing/2016/SVG/main" r:embed="Rbe4519a9e37e4b63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498338F-622B-41D6-9D30-26938A22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0ED25EF-90FE-4132-969D-943378F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3692454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C2FEBDD-22E5-48A2-8299-E38F3B9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FD9387F-F42B-4A45-99BD-B4E02F1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9896CC8-F786-4464-87EF-3EDD78B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DAD4FF0-FFC1-4765-926C-54E897E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AF7D22E-A8FA-4065-ACE4-F1B4FDB9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B990AE-16FF-425F-8098-A19DCB7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60AC0AE-BA83-47AD-B646-6C4A479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E64FD10-6434-4D22-B9DE-79391C3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2D3E33-3ED2-4FB0-A291-CF1371A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CD2ED84-0F59-4802-91F1-653A8B9C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35292D5B-0FFE-42CB-BCAF-1EF5F665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77AB1C-A5E6-4A1C-B0FD-E772B57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96E2E532-1F9B-432F-B6FC-C571874E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42F8C76-2FD8-4CFE-B146-93AAE33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6B384B0C-57B1-4D36-A1DB-75941FE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4113613-17FB-4C38-825B-F96E6DF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D35CF5-161A-43EE-8DF5-AF891DF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FB3578F-7211-46ED-8514-BA91660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A0E921F-B38C-4D2C-B48C-893941F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35986A2-666C-42D0-BDD0-D5744D2D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DA432D62-0E99-495F-A309-FF5CFE6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A14A5C0-56D7-4039-803B-E00D5CB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90BE5D-B7D9-48C9-96E7-B9EC9FC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E4C9815-5144-4B94-8B07-C04ACA48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8BD85B8-820B-4C23-8463-A0B6C3D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D666135-746D-47BE-86E9-39971AC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28D9C250-1FA1-4A8C-8E8E-7A1AC94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1D3C77C-0171-4F62-B33F-769746A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D7746CB-F0F6-4536-A2B6-B653867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C6BC0F13-4E08-405B-AA96-BDFF3ADA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62784d8604f6a">
            <a:extLst>
              <a:ext uri="{96DAC541-7B7A-43D3-8B79-37D633B846F1}">
                <asvg:svgBlip xmlns:asvg="http://schemas.microsoft.com/office/drawing/2016/SVG/main" r:embed="Rfff2fe8645a14eca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30E183A-9F32-42B9-8B1F-8CD8785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5548F75F-7AA2-4098-AE3B-AAAC2B3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DF5D1C5D-C618-4EEF-8047-F1D3347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8031784-F1AD-4D25-AB16-E7DB5BF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82ecca93744ad">
            <a:extLst>
              <a:ext uri="{96DAC541-7B7A-43D3-8B79-37D633B846F1}">
                <asvg:svgBlip xmlns:asvg="http://schemas.microsoft.com/office/drawing/2016/SVG/main" r:embed="Rc923210378cb4b81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DC71DEB-6CED-41CD-AD49-A86DA2B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425990F8-6C51-4BF5-8120-0E189D8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D68FBA3B-B29B-4D43-BA62-10F33F7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55DC52C6-45B9-413D-97DD-2C75336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82ecca93744ad">
            <a:extLst>
              <a:ext uri="{96DAC541-7B7A-43D3-8B79-37D633B846F1}">
                <asvg:svgBlip xmlns:asvg="http://schemas.microsoft.com/office/drawing/2016/SVG/main" r:embed="Rc923210378cb4b81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2FA8E2DD-5E40-4FCD-989A-E64D0DC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34DECB0-9871-4DE0-A937-8B9ACF06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6CD706E-AF14-4A19-BAD8-6A7BC95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C90E0929-B02A-4B6C-9F55-B86AACEE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82ecca93744ad">
            <a:extLst>
              <a:ext uri="{96DAC541-7B7A-43D3-8B79-37D633B846F1}">
                <asvg:svgBlip xmlns:asvg="http://schemas.microsoft.com/office/drawing/2016/SVG/main" r:embed="Rc923210378cb4b81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3D90B340-32CF-47D2-B9EF-5F84B05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8E471C2-4C4C-4517-BF41-34E6F81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21397560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AE6B90-AB38-4505-838D-EFB4ACE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0048FA-4979-4B04-9259-9E3D153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261803C-369F-4CAB-80E6-1964493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A41B169-4376-48F9-ACB0-9597DF0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58B790C-A911-4617-B1E6-6BB1F42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2179230384f48">
            <a:extLst>
              <a:ext uri="{96DAC541-7B7A-43D3-8B79-37D633B846F1}">
                <asvg:svgBlip xmlns:asvg="http://schemas.microsoft.com/office/drawing/2016/SVG/main" r:embed="Rb30e787e48df4ea6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2B4F08-016D-4091-AE04-B88EC7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9E39D0B-BD2F-4C42-9666-7C91328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78251C2-C49F-40E7-9631-2DFB3EB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8B8B374-A6A9-416C-A6DE-A44B060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93BBB89-65BC-40B1-9D03-7A91554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352B35E-43FD-4A12-B99E-9BD366B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ABA46A41-D7C1-4617-B467-DD61BF6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266F55B1-55AC-4CDC-AC0D-D1C1872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E653B8-6FE1-42B0-993B-9332F8F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C78518-2634-4637-A4FB-080653A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1a40e0bcf476a">
            <a:extLst>
              <a:ext uri="{96DAC541-7B7A-43D3-8B79-37D633B846F1}">
                <asvg:svgBlip xmlns:asvg="http://schemas.microsoft.com/office/drawing/2016/SVG/main" r:embed="R9891f359d7214013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0582CC2-F4B5-4329-B31F-699021C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EA11358-8FBF-49D9-B02E-844F677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B52AE23-3886-47BD-92F2-66335E9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c351126344ca7">
            <a:extLst>
              <a:ext uri="{96DAC541-7B7A-43D3-8B79-37D633B846F1}">
                <asvg:svgBlip xmlns:asvg="http://schemas.microsoft.com/office/drawing/2016/SVG/main" r:embed="Rd65d8da702cb4872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E7EF4D7-2738-42F5-AB12-88B129A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1E71FE-58F0-44D1-8373-BDB469F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BA544BD-AA25-4606-B75F-1B3A674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3FCBD59-6197-40AC-BF27-93BCB8F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1290a7cdc4b8e">
            <a:extLst>
              <a:ext uri="{96DAC541-7B7A-43D3-8B79-37D633B846F1}">
                <asvg:svgBlip xmlns:asvg="http://schemas.microsoft.com/office/drawing/2016/SVG/main" r:embed="R87a3d1970c6d414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5BB823C-D3E5-4EA6-8D4C-B414F50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816E73C-DA0A-4B7F-97C5-2E68A8B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95FD6CC-74DD-4CF7-9A9D-7EC933F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1290a7cdc4b8e">
            <a:extLst>
              <a:ext uri="{96DAC541-7B7A-43D3-8B79-37D633B846F1}">
                <asvg:svgBlip xmlns:asvg="http://schemas.microsoft.com/office/drawing/2016/SVG/main" r:embed="R87a3d1970c6d414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C9C48B-CC7C-465C-8C04-A8C9925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0A5A900-06DF-4497-8BB1-0EAED22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CE635E4-1789-4979-9045-28E329F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1290a7cdc4b8e">
            <a:extLst>
              <a:ext uri="{96DAC541-7B7A-43D3-8B79-37D633B846F1}">
                <asvg:svgBlip xmlns:asvg="http://schemas.microsoft.com/office/drawing/2016/SVG/main" r:embed="R87a3d1970c6d414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A9DE825-33A1-4611-93E0-4BE0D6B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BE725D0-559D-40C1-A2C5-7515AF9F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4C7AA88D-8607-4F6D-ADDD-4B35F44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1290a7cdc4b8e">
            <a:extLst>
              <a:ext uri="{96DAC541-7B7A-43D3-8B79-37D633B846F1}">
                <asvg:svgBlip xmlns:asvg="http://schemas.microsoft.com/office/drawing/2016/SVG/main" r:embed="R87a3d1970c6d414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BCB40DD-A54E-49CA-BA42-8946907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2ED91A9-0B66-4AF1-9C85-C54E3AF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2522688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D1EF93-87E4-4E78-9EF7-D5DC123B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6ECCE9DA-E567-420C-9F41-22F31EA8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5FF7893-628D-48DA-9069-3AB1C5E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460D8C4-615D-47C1-8CBE-100F4F1F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6F86AAC-BFB5-42A0-AF6A-B3D0464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527FDDE-44CA-49E0-BD79-A33647DF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7c30ec48d4ce3">
            <a:extLst>
              <a:ext uri="{96DAC541-7B7A-43D3-8B79-37D633B846F1}">
                <asvg:svgBlip xmlns:asvg="http://schemas.microsoft.com/office/drawing/2016/SVG/main" r:embed="R4775ade402c24e6f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3B320C2-19E9-4EA7-8180-B257B3C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D69834A-82EE-4083-BDD0-B5E3F339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5ABBC6-01CA-4B85-84A1-1356798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223EE81-DD71-4257-B1A4-79562E1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782EEE78-1FCC-4139-A1FE-EDCB4DB1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D663206-4655-4C91-990F-305868F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f20bdf94647a0">
            <a:extLst>
              <a:ext uri="{96DAC541-7B7A-43D3-8B79-37D633B846F1}">
                <asvg:svgBlip xmlns:asvg="http://schemas.microsoft.com/office/drawing/2016/SVG/main" r:embed="R23d946a3dbf6441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6882414-0754-4BA0-8AA4-9E3764BD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79310D-6E63-4CF1-BA71-A9A0824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C57EC839-387F-4B43-A52D-9B4133C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DBCAE66-1CCB-4C17-A5C2-C4B5F6F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f20bdf94647a0">
            <a:extLst>
              <a:ext uri="{96DAC541-7B7A-43D3-8B79-37D633B846F1}">
                <asvg:svgBlip xmlns:asvg="http://schemas.microsoft.com/office/drawing/2016/SVG/main" r:embed="R23d946a3dbf6441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47EACE5-F35E-4BC7-A5F3-86B580BD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22D7718-84D6-4A6B-A08D-09129184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93FB0B6-17F3-4211-AD30-908FE42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D01B82F-C655-4BEA-A624-B131A8A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f20bdf94647a0">
            <a:extLst>
              <a:ext uri="{96DAC541-7B7A-43D3-8B79-37D633B846F1}">
                <asvg:svgBlip xmlns:asvg="http://schemas.microsoft.com/office/drawing/2016/SVG/main" r:embed="R23d946a3dbf6441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6B61745-4B8C-4108-8290-A505351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C941CD93-D202-4AED-9083-83359663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818DD339-4191-4BF3-AC3C-6D5C80F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0538A816-6FE6-4224-A37C-180472D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f20bdf94647a0">
            <a:extLst>
              <a:ext uri="{96DAC541-7B7A-43D3-8B79-37D633B846F1}">
                <asvg:svgBlip xmlns:asvg="http://schemas.microsoft.com/office/drawing/2016/SVG/main" r:embed="R23d946a3dbf6441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C1C000CE-A2AC-47C7-B542-584096D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9B04411-3ED1-43DD-81F7-1B6D379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E8B89544-49EC-42FC-AB4C-01D551BA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D46C77-D041-47EF-A787-03EF74D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3edc485504caa">
            <a:extLst>
              <a:ext uri="{96DAC541-7B7A-43D3-8B79-37D633B846F1}">
                <asvg:svgBlip xmlns:asvg="http://schemas.microsoft.com/office/drawing/2016/SVG/main" r:embed="Rb4866907c3d74f70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ACB14E8-03F2-46A0-903A-0688745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8FA68B0-6EB3-4281-8475-5058447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5F1ED494-9075-4BBC-B4B2-69F070E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d2bfa049d49ba">
            <a:extLst>
              <a:ext uri="{96DAC541-7B7A-43D3-8B79-37D633B846F1}">
                <asvg:svgBlip xmlns:asvg="http://schemas.microsoft.com/office/drawing/2016/SVG/main" r:embed="R25de91f583b6489c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68D29ED-AD23-43B3-9E37-F8ECC52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2C5F8EF5-4B7B-4AA4-AC9B-3491A5DB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e48df6d284bbb">
            <a:extLst>
              <a:ext uri="{96DAC541-7B7A-43D3-8B79-37D633B846F1}">
                <asvg:svgBlip xmlns:asvg="http://schemas.microsoft.com/office/drawing/2016/SVG/main" r:embed="R96e07c3ca6964865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DA202051-4FBE-4F54-83B9-8157D59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11817E6-0780-4726-9E8B-16136F1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9ae9350854e43">
            <a:extLst>
              <a:ext uri="{96DAC541-7B7A-43D3-8B79-37D633B846F1}">
                <asvg:svgBlip xmlns:asvg="http://schemas.microsoft.com/office/drawing/2016/SVG/main" r:embed="Rfef40d1fc102486a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38DD3433-6C39-439D-A317-A504C94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897748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131CA91-1E41-4220-8401-DC1EC9AC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3860804-633A-4966-8529-265AE43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3C145F6-CA91-4814-AA06-299E2436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产品亮点一：确定性增长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3853E09-2E34-4D38-947C-301128BF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60A1FE3-77AC-425D-B785-A3CE341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f2d8dc0484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A5309055-285A-4C1F-87FE-0F7FAB6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179C663-FCC2-4052-BD1E-DEC1A134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85231ACF-11B8-43AB-B028-F1A3EF55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8A29BF92-A7CE-41C8-9BBF-59E5BC02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C5A59F4-234D-4A97-9AA6-9006FA79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309EDB37-4BE4-4F6C-BEC3-87FED116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46984BC4-B707-4D57-ADB1-FA84A3B7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C065291B-BBB2-406C-B6A7-1F2F65CC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1EADE89-FD00-4CCB-A4E7-F03AB41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长期优势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7593C803-68EC-437E-A2A4-A870474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BD83EC18-8CF5-4B0B-BE84-4EC5366D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7360FA80-85C8-433D-9370-C72C077F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87D1A002-3757-4EBE-8A92-71D156BC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fb7ec0e804983">
            <a:extLst>
              <a:ext uri="{96DAC541-7B7A-43D3-8B79-37D633B846F1}">
                <asvg:svgBlip xmlns:asvg="http://schemas.microsoft.com/office/drawing/2016/SVG/main" r:embed="R14e7d5f24ced434f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6E6FF65-17FE-47BD-810C-CEA14FC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1F42D4D-FBE8-4E9B-ADD3-FB5141AE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4B92CE1B-A8A3-40CA-9FCB-B1D61D9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E26ED34A-B720-4484-BADE-B925E307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d8f7abe8643ee">
            <a:extLst>
              <a:ext uri="{96DAC541-7B7A-43D3-8B79-37D633B846F1}">
                <asvg:svgBlip xmlns:asvg="http://schemas.microsoft.com/office/drawing/2016/SVG/main" r:embed="R447bff7856f94c0f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BD61CB71-6233-4CAC-AF81-F4BEDC61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C619100-29B5-4275-B4E2-5D2C3EB0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在市场不确定性增加时，确定性优势更加凸显</a:t>
            </a:r>
          </a:p>
        </p:txBody>
      </p:sp>
    </p:spTree>
    <p:extLst>
      <p:ext uri="{BB962C8B-B14F-4D97-AF65-F5344CB8AC3E}">
        <p14:creationId xmlns:p14="http://schemas.microsoft.com/office/powerpoint/2010/main" val="15317423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D1EF93-87E4-4E78-9EF7-D5DC123B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6ECCE9DA-E567-420C-9F41-22F31EA8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5FF7893-628D-48DA-9069-3AB1C5E7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460D8C4-615D-47C1-8CBE-100F4F1F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6F86AAC-BFB5-42A0-AF6A-B3D0464D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527FDDE-44CA-49E0-BD79-A33647DF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c5d63de9941ce">
            <a:extLst>
              <a:ext uri="{96DAC541-7B7A-43D3-8B79-37D633B846F1}">
                <asvg:svgBlip xmlns:asvg="http://schemas.microsoft.com/office/drawing/2016/SVG/main" r:embed="Rd8b8bf6221a44fd5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3B320C2-19E9-4EA7-8180-B257B3C2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2D69834A-82EE-4083-BDD0-B5E3F339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5ABBC6-01CA-4B85-84A1-1356798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2223EE81-DD71-4257-B1A4-79562E1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782EEE78-1FCC-4139-A1FE-EDCB4DB1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D663206-4655-4C91-990F-305868F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b54a6531a4f56">
            <a:extLst>
              <a:ext uri="{96DAC541-7B7A-43D3-8B79-37D633B846F1}">
                <asvg:svgBlip xmlns:asvg="http://schemas.microsoft.com/office/drawing/2016/SVG/main" r:embed="R18755ba5a6874658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6882414-0754-4BA0-8AA4-9E3764BD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F79310D-6E63-4CF1-BA71-A9A0824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C57EC839-387F-4B43-A52D-9B4133C9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DBCAE66-1CCB-4C17-A5C2-C4B5F6F4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b54a6531a4f56">
            <a:extLst>
              <a:ext uri="{96DAC541-7B7A-43D3-8B79-37D633B846F1}">
                <asvg:svgBlip xmlns:asvg="http://schemas.microsoft.com/office/drawing/2016/SVG/main" r:embed="R18755ba5a6874658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47EACE5-F35E-4BC7-A5F3-86B580BD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22D7718-84D6-4A6B-A08D-09129184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93FB0B6-17F3-4211-AD30-908FE427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5D01B82F-C655-4BEA-A624-B131A8A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b54a6531a4f56">
            <a:extLst>
              <a:ext uri="{96DAC541-7B7A-43D3-8B79-37D633B846F1}">
                <asvg:svgBlip xmlns:asvg="http://schemas.microsoft.com/office/drawing/2016/SVG/main" r:embed="R18755ba5a6874658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6B61745-4B8C-4108-8290-A505351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C941CD93-D202-4AED-9083-83359663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818DD339-4191-4BF3-AC3C-6D5C80F7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0538A816-6FE6-4224-A37C-180472D7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b54a6531a4f56">
            <a:extLst>
              <a:ext uri="{96DAC541-7B7A-43D3-8B79-37D633B846F1}">
                <asvg:svgBlip xmlns:asvg="http://schemas.microsoft.com/office/drawing/2016/SVG/main" r:embed="R18755ba5a6874658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C1C000CE-A2AC-47C7-B542-584096D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9B04411-3ED1-43DD-81F7-1B6D379B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E8B89544-49EC-42FC-AB4C-01D551BA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C3D46C77-D041-47EF-A787-03EF74D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220e2d8164dfa">
            <a:extLst>
              <a:ext uri="{96DAC541-7B7A-43D3-8B79-37D633B846F1}">
                <asvg:svgBlip xmlns:asvg="http://schemas.microsoft.com/office/drawing/2016/SVG/main" r:embed="R246040b7d75f45d2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ACB14E8-03F2-46A0-903A-0688745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28FA68B0-6EB3-4281-8475-5058447F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5F1ED494-9075-4BBC-B4B2-69F070E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0ab76833a4596">
            <a:extLst>
              <a:ext uri="{96DAC541-7B7A-43D3-8B79-37D633B846F1}">
                <asvg:svgBlip xmlns:asvg="http://schemas.microsoft.com/office/drawing/2016/SVG/main" r:embed="R162bc5304d9d4361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968D29ED-AD23-43B3-9E37-F8ECC52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2C5F8EF5-4B7B-4AA4-AC9B-3491A5DB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9b696133f475b">
            <a:extLst>
              <a:ext uri="{96DAC541-7B7A-43D3-8B79-37D633B846F1}">
                <asvg:svgBlip xmlns:asvg="http://schemas.microsoft.com/office/drawing/2016/SVG/main" r:embed="Rc87a9b9d5a214838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DA202051-4FBE-4F54-83B9-8157D59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11817E6-0780-4726-9E8B-16136F13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c894b259248e9">
            <a:extLst>
              <a:ext uri="{96DAC541-7B7A-43D3-8B79-37D633B846F1}">
                <asvg:svgBlip xmlns:asvg="http://schemas.microsoft.com/office/drawing/2016/SVG/main" r:embed="Rb3da86ea79ce4e99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38DD3433-6C39-439D-A317-A504C94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897748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AE6B90-AB38-4505-838D-EFB4ACE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0048FA-4979-4B04-9259-9E3D153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261803C-369F-4CAB-80E6-1964493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A41B169-4376-48F9-ACB0-9597DF0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58B790C-A911-4617-B1E6-6BB1F42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1c2bb571c4596">
            <a:extLst>
              <a:ext uri="{96DAC541-7B7A-43D3-8B79-37D633B846F1}">
                <asvg:svgBlip xmlns:asvg="http://schemas.microsoft.com/office/drawing/2016/SVG/main" r:embed="R05e2087694494da5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2B4F08-016D-4091-AE04-B88EC7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9E39D0B-BD2F-4C42-9666-7C91328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78251C2-C49F-40E7-9631-2DFB3EB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8B8B374-A6A9-416C-A6DE-A44B060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93BBB89-65BC-40B1-9D03-7A91554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352B35E-43FD-4A12-B99E-9BD366B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ABA46A41-D7C1-4617-B467-DD61BF6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266F55B1-55AC-4CDC-AC0D-D1C1872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E653B8-6FE1-42B0-993B-9332F8F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C78518-2634-4637-A4FB-080653A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ae9fbf2fb4a07">
            <a:extLst>
              <a:ext uri="{96DAC541-7B7A-43D3-8B79-37D633B846F1}">
                <asvg:svgBlip xmlns:asvg="http://schemas.microsoft.com/office/drawing/2016/SVG/main" r:embed="R425f2587d0f445df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0582CC2-F4B5-4329-B31F-699021C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EA11358-8FBF-49D9-B02E-844F677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B52AE23-3886-47BD-92F2-66335E9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16e2b8d724ee9">
            <a:extLst>
              <a:ext uri="{96DAC541-7B7A-43D3-8B79-37D633B846F1}">
                <asvg:svgBlip xmlns:asvg="http://schemas.microsoft.com/office/drawing/2016/SVG/main" r:embed="Reed503d21a4c4901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E7EF4D7-2738-42F5-AB12-88B129A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1E71FE-58F0-44D1-8373-BDB469F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BA544BD-AA25-4606-B75F-1B3A674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3FCBD59-6197-40AC-BF27-93BCB8F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14a0aad4b4471">
            <a:extLst>
              <a:ext uri="{96DAC541-7B7A-43D3-8B79-37D633B846F1}">
                <asvg:svgBlip xmlns:asvg="http://schemas.microsoft.com/office/drawing/2016/SVG/main" r:embed="Rfff159760a8148e8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5BB823C-D3E5-4EA6-8D4C-B414F50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816E73C-DA0A-4B7F-97C5-2E68A8B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95FD6CC-74DD-4CF7-9A9D-7EC933F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14a0aad4b4471">
            <a:extLst>
              <a:ext uri="{96DAC541-7B7A-43D3-8B79-37D633B846F1}">
                <asvg:svgBlip xmlns:asvg="http://schemas.microsoft.com/office/drawing/2016/SVG/main" r:embed="Rfff159760a8148e8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C9C48B-CC7C-465C-8C04-A8C9925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0A5A900-06DF-4497-8BB1-0EAED22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CE635E4-1789-4979-9045-28E329F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14a0aad4b4471">
            <a:extLst>
              <a:ext uri="{96DAC541-7B7A-43D3-8B79-37D633B846F1}">
                <asvg:svgBlip xmlns:asvg="http://schemas.microsoft.com/office/drawing/2016/SVG/main" r:embed="Rfff159760a8148e8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A9DE825-33A1-4611-93E0-4BE0D6B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BE725D0-559D-40C1-A2C5-7515AF9F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4C7AA88D-8607-4F6D-ADDD-4B35F44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14a0aad4b4471">
            <a:extLst>
              <a:ext uri="{96DAC541-7B7A-43D3-8B79-37D633B846F1}">
                <asvg:svgBlip xmlns:asvg="http://schemas.microsoft.com/office/drawing/2016/SVG/main" r:embed="Rfff159760a8148e8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BCB40DD-A54E-49CA-BA42-8946907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2ED91A9-0B66-4AF1-9C85-C54E3AF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252268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5AE6B90-AB38-4505-838D-EFB4ACE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0048FA-4979-4B04-9259-9E3D153C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261803C-369F-4CAB-80E6-1964493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A41B169-4376-48F9-ACB0-9597DF03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58B790C-A911-4617-B1E6-6BB1F42B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9c2791f884d6a">
            <a:extLst>
              <a:ext uri="{96DAC541-7B7A-43D3-8B79-37D633B846F1}">
                <asvg:svgBlip xmlns:asvg="http://schemas.microsoft.com/office/drawing/2016/SVG/main" r:embed="R50268ebb00a34e04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2B4F08-016D-4091-AE04-B88EC786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C9E39D0B-BD2F-4C42-9666-7C91328A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78251C2-C49F-40E7-9631-2DFB3EB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8B8B374-A6A9-416C-A6DE-A44B0604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93BBB89-65BC-40B1-9D03-7A91554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2352B35E-43FD-4A12-B99E-9BD366B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ABA46A41-D7C1-4617-B467-DD61BF6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266F55B1-55AC-4CDC-AC0D-D1C1872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BE653B8-6FE1-42B0-993B-9332F8F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6C78518-2634-4637-A4FB-080653A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a3e467f354495">
            <a:extLst>
              <a:ext uri="{96DAC541-7B7A-43D3-8B79-37D633B846F1}">
                <asvg:svgBlip xmlns:asvg="http://schemas.microsoft.com/office/drawing/2016/SVG/main" r:embed="Radb81376914348b9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0582CC2-F4B5-4329-B31F-699021C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EA11358-8FBF-49D9-B02E-844F677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B52AE23-3886-47BD-92F2-66335E9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91a6be95248c9">
            <a:extLst>
              <a:ext uri="{96DAC541-7B7A-43D3-8B79-37D633B846F1}">
                <asvg:svgBlip xmlns:asvg="http://schemas.microsoft.com/office/drawing/2016/SVG/main" r:embed="R8b90c9df19844bb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E7EF4D7-2738-42F5-AB12-88B129A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1E71FE-58F0-44D1-8373-BDB469F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BA544BD-AA25-4606-B75F-1B3A6749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3FCBD59-6197-40AC-BF27-93BCB8F0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3b98e755e4224">
            <a:extLst>
              <a:ext uri="{96DAC541-7B7A-43D3-8B79-37D633B846F1}">
                <asvg:svgBlip xmlns:asvg="http://schemas.microsoft.com/office/drawing/2016/SVG/main" r:embed="Rae31b98c4fc348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5BB823C-D3E5-4EA6-8D4C-B414F500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816E73C-DA0A-4B7F-97C5-2E68A8B6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395FD6CC-74DD-4CF7-9A9D-7EC933F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3b98e755e4224">
            <a:extLst>
              <a:ext uri="{96DAC541-7B7A-43D3-8B79-37D633B846F1}">
                <asvg:svgBlip xmlns:asvg="http://schemas.microsoft.com/office/drawing/2016/SVG/main" r:embed="Rae31b98c4fc348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EC9C48B-CC7C-465C-8C04-A8C99250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80A5A900-06DF-4497-8BB1-0EAED22D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CE635E4-1789-4979-9045-28E329FE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3b98e755e4224">
            <a:extLst>
              <a:ext uri="{96DAC541-7B7A-43D3-8B79-37D633B846F1}">
                <asvg:svgBlip xmlns:asvg="http://schemas.microsoft.com/office/drawing/2016/SVG/main" r:embed="Rae31b98c4fc348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DA9DE825-33A1-4611-93E0-4BE0D6B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BE725D0-559D-40C1-A2C5-7515AF9F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4C7AA88D-8607-4F6D-ADDD-4B35F44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3b98e755e4224">
            <a:extLst>
              <a:ext uri="{96DAC541-7B7A-43D3-8B79-37D633B846F1}">
                <asvg:svgBlip xmlns:asvg="http://schemas.microsoft.com/office/drawing/2016/SVG/main" r:embed="Rae31b98c4fc34880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2BCB40DD-A54E-49CA-BA42-89469074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2ED91A9-0B66-4AF1-9C85-C54E3AF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2522688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C2FEBDD-22E5-48A2-8299-E38F3B94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EFD9387F-F42B-4A45-99BD-B4E02F1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9896CC8-F786-4464-87EF-3EDD78B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DAD4FF0-FFC1-4765-926C-54E897E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AF7D22E-A8FA-4065-ACE4-F1B4FDB9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36B990AE-16FF-425F-8098-A19DCB7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60AC0AE-BA83-47AD-B646-6C4A479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E64FD10-6434-4D22-B9DE-79391C3A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A2D3E33-3ED2-4FB0-A291-CF1371A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CD2ED84-0F59-4802-91F1-653A8B9C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35292D5B-0FFE-42CB-BCAF-1EF5F665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D77AB1C-A5E6-4A1C-B0FD-E772B57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96E2E532-1F9B-432F-B6FC-C571874E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42F8C76-2FD8-4CFE-B146-93AAE33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6B384B0C-57B1-4D36-A1DB-75941FEF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4113613-17FB-4C38-825B-F96E6DF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D35CF5-161A-43EE-8DF5-AF891DF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FB3578F-7211-46ED-8514-BA916608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EA0E921F-B38C-4D2C-B48C-893941F5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535986A2-666C-42D0-BDD0-D5744D2D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DA432D62-0E99-495F-A309-FF5CFE6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A14A5C0-56D7-4039-803B-E00D5CB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190BE5D-B7D9-48C9-96E7-B9EC9FCD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E4C9815-5144-4B94-8B07-C04ACA48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8BD85B8-820B-4C23-8463-A0B6C3D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D666135-746D-47BE-86E9-39971AC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28D9C250-1FA1-4A8C-8E8E-7A1AC947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1D3C77C-0171-4F62-B33F-769746A0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D7746CB-F0F6-4536-A2B6-B653867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C6BC0F13-4E08-405B-AA96-BDFF3ADA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501bb084f4af8">
            <a:extLst>
              <a:ext uri="{96DAC541-7B7A-43D3-8B79-37D633B846F1}">
                <asvg:svgBlip xmlns:asvg="http://schemas.microsoft.com/office/drawing/2016/SVG/main" r:embed="R35923e9cd1cc4502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630E183A-9F32-42B9-8B1F-8CD8785D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5548F75F-7AA2-4098-AE3B-AAAC2B38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DF5D1C5D-C618-4EEF-8047-F1D33479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8031784-F1AD-4D25-AB16-E7DB5BF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5cce701f247de">
            <a:extLst>
              <a:ext uri="{96DAC541-7B7A-43D3-8B79-37D633B846F1}">
                <asvg:svgBlip xmlns:asvg="http://schemas.microsoft.com/office/drawing/2016/SVG/main" r:embed="R60f0ec4c8fc9474d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DC71DEB-6CED-41CD-AD49-A86DA2B6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425990F8-6C51-4BF5-8120-0E189D8D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D68FBA3B-B29B-4D43-BA62-10F33F7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55DC52C6-45B9-413D-97DD-2C75336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5cce701f247de">
            <a:extLst>
              <a:ext uri="{96DAC541-7B7A-43D3-8B79-37D633B846F1}">
                <asvg:svgBlip xmlns:asvg="http://schemas.microsoft.com/office/drawing/2016/SVG/main" r:embed="R60f0ec4c8fc9474d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2FA8E2DD-5E40-4FCD-989A-E64D0DC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A34DECB0-9871-4DE0-A937-8B9ACF06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E6CD706E-AF14-4A19-BAD8-6A7BC950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C90E0929-B02A-4B6C-9F55-B86AACEE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5cce701f247de">
            <a:extLst>
              <a:ext uri="{96DAC541-7B7A-43D3-8B79-37D633B846F1}">
                <asvg:svgBlip xmlns:asvg="http://schemas.microsoft.com/office/drawing/2016/SVG/main" r:embed="R60f0ec4c8fc9474d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3D90B340-32CF-47D2-B9EF-5F84B05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78E471C2-4C4C-4517-BF41-34E6F81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21397560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38925A11-6817-4973-858A-159B91C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D6C1D7CB-F4B0-40B4-A6D8-61CBA9A2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508AD4A-6F82-4545-9F04-84D77031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B484A14E-EF97-4083-BF59-0378D224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60171206-4253-4AEC-B2CE-90011430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C73E1EB-27BE-40AD-A157-A1A2D580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75031CB7-0F19-4CC6-B374-967FF718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C5C4EA-5CFE-4D70-9F19-6E69704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4ED5DAE-655B-4E6B-99F3-928E41E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5849751B-B1D5-429B-9093-3A031600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D15C95D-C786-4E9B-B773-CBBEA560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42A97FAF-0D92-41DD-A122-F0D724B7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C5400E4-51F3-4A7C-8EB0-A4DB355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1ABC2EE5-9367-4FDA-BAC7-A9448548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45a1141d04c9a">
            <a:extLst>
              <a:ext uri="{96DAC541-7B7A-43D3-8B79-37D633B846F1}">
                <asvg:svgBlip xmlns:asvg="http://schemas.microsoft.com/office/drawing/2016/SVG/main" r:embed="R997c90df72be4a22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0F783FE-8D40-4856-9D43-736CB80A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DE899235-DECF-4CED-B372-0F2CCEE5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90701094-3615-49D2-BAFD-07FF559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A8B8CB30-9A18-400C-88C2-36ECC0E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9613c0b264690">
            <a:extLst>
              <a:ext uri="{96DAC541-7B7A-43D3-8B79-37D633B846F1}">
                <asvg:svgBlip xmlns:asvg="http://schemas.microsoft.com/office/drawing/2016/SVG/main" r:embed="Rd5cdd49102fd4667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2650DF8-E495-4F04-A3D3-4E533B7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0D050CBC-FD84-4058-A52A-8259651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D53A936D-F7B6-4C2B-9AE7-ADC0837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8F07AD7A-F5C3-4180-AA5B-5D85C9F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512a95a054abd">
            <a:extLst>
              <a:ext uri="{96DAC541-7B7A-43D3-8B79-37D633B846F1}">
                <asvg:svgBlip xmlns:asvg="http://schemas.microsoft.com/office/drawing/2016/SVG/main" r:embed="Rabae634a96104f9a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AC6F256C-D265-4273-AEC6-847EDA2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04CD884C-4B69-4710-BA7E-6F4CC25E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A25CF119-5F6A-4032-B308-A1389635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87C13331-DFF9-4A04-886B-9B0AAAA6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14e774bd94585">
            <a:extLst>
              <a:ext uri="{96DAC541-7B7A-43D3-8B79-37D633B846F1}">
                <asvg:svgBlip xmlns:asvg="http://schemas.microsoft.com/office/drawing/2016/SVG/main" r:embed="R71d9fed5b22448ef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498338F-622B-41D6-9D30-26938A22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A0ED25EF-90FE-4132-969D-943378F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136924542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2026-06-08T09:12:27.9010000Z</dcterms:created>
  <dcterms:modified xsi:type="dcterms:W3CDTF">2026-06-08T09:12:27.9020000Z</dcterms:modified>
</coreProperties>
</file>