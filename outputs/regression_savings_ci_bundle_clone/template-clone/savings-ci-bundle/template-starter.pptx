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fa3db6d50e44b6" /><Relationship Type="http://schemas.openxmlformats.org/officeDocument/2006/relationships/extended-properties" Target="/docProps/app.xml" Id="R0ffaee4f833840a9" /><Relationship Type="http://schemas.openxmlformats.org/officeDocument/2006/relationships/officeDocument" Target="/ppt/presentation.xml" Id="Re6333866f71441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d4f1c298494b14"/>
    <p:sldMasterId xmlns:r="http://schemas.openxmlformats.org/officeDocument/2006/relationships" id="2147483659" r:id="R1dd4a32b1ea445b1"/>
  </p:sldMasterIdLst>
  <p:notesMasterIdLst>
    <p:notesMasterId xmlns:r="http://schemas.openxmlformats.org/officeDocument/2006/relationships" r:id="R770a94ac8cbe44f9"/>
  </p:notesMasterIdLst>
  <p:sldIdLst>
    <p:sldId xmlns:r="http://schemas.openxmlformats.org/officeDocument/2006/relationships" id="256" r:id="R0c9a81301ad34022"/>
    <p:sldId xmlns:r="http://schemas.openxmlformats.org/officeDocument/2006/relationships" id="257" r:id="R8e3c0dc836ac4183"/>
    <p:sldId xmlns:r="http://schemas.openxmlformats.org/officeDocument/2006/relationships" id="258" r:id="R5206df1edff340cd"/>
    <p:sldId xmlns:r="http://schemas.openxmlformats.org/officeDocument/2006/relationships" id="259" r:id="Re3f54ac2e0974f7e"/>
    <p:sldId xmlns:r="http://schemas.openxmlformats.org/officeDocument/2006/relationships" id="260" r:id="R9a51f35e277f4ac7"/>
    <p:sldId xmlns:r="http://schemas.openxmlformats.org/officeDocument/2006/relationships" id="261" r:id="Rfb779e938f2746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2c71adabb47ef" /><Relationship Type="http://schemas.openxmlformats.org/officeDocument/2006/relationships/slideMaster" Target="/ppt/slideMasters/slideMaster1.xml" Id="R27d4f1c298494b14" /><Relationship Type="http://schemas.openxmlformats.org/officeDocument/2006/relationships/slideMaster" Target="/ppt/slideMasters/slideMaster2.xml" Id="R1dd4a32b1ea445b1" /><Relationship Type="http://schemas.openxmlformats.org/officeDocument/2006/relationships/notesMaster" Target="/ppt/notesMasters/notesMaster1.xml" Id="R770a94ac8cbe44f9" /><Relationship Type="http://schemas.openxmlformats.org/officeDocument/2006/relationships/presProps" Target="/ppt/presProps.xml" Id="R24b5c0b9a57e4746" /><Relationship Type="http://schemas.openxmlformats.org/officeDocument/2006/relationships/viewProps" Target="/ppt/viewProps.xml" Id="R65d828246f734087" /><Relationship Type="http://schemas.openxmlformats.org/officeDocument/2006/relationships/tableStyles" Target="/ppt/tableStyles.xml" Id="Rf146a67a81444646" /><Relationship Type="http://schemas.openxmlformats.org/officeDocument/2006/relationships/slide" Target="/ppt/slides/slide1.xml" Id="R0c9a81301ad34022" /><Relationship Type="http://schemas.openxmlformats.org/officeDocument/2006/relationships/slide" Target="/ppt/slides/slide2.xml" Id="R8e3c0dc836ac4183" /><Relationship Type="http://schemas.openxmlformats.org/officeDocument/2006/relationships/slide" Target="/ppt/slides/slide3.xml" Id="R5206df1edff340cd" /><Relationship Type="http://schemas.openxmlformats.org/officeDocument/2006/relationships/slide" Target="/ppt/slides/slide4.xml" Id="Re3f54ac2e0974f7e" /><Relationship Type="http://schemas.openxmlformats.org/officeDocument/2006/relationships/slide" Target="/ppt/slides/slide5.xml" Id="R9a51f35e277f4ac7" /><Relationship Type="http://schemas.openxmlformats.org/officeDocument/2006/relationships/slide" Target="/ppt/slides/slide6.xml" Id="Rfb779e938f2746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12b8407aca443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83fb74efd04b26" /><Relationship Type="http://schemas.openxmlformats.org/officeDocument/2006/relationships/notesMaster" Target="/ppt/notesMasters/notesMaster1.xml" Id="Ra926d863a7074b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f071086c684346" /><Relationship Type="http://schemas.openxmlformats.org/officeDocument/2006/relationships/notesMaster" Target="/ppt/notesMasters/notesMaster1.xml" Id="R20f95278db284f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ac7ae559e34d0a" /><Relationship Type="http://schemas.openxmlformats.org/officeDocument/2006/relationships/notesMaster" Target="/ppt/notesMasters/notesMaster1.xml" Id="R0dd4f36019bb48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4115a11e1446f8" /><Relationship Type="http://schemas.openxmlformats.org/officeDocument/2006/relationships/notesMaster" Target="/ppt/notesMasters/notesMaster1.xml" Id="R92403481d11f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0a47a98cc14ba7" /><Relationship Type="http://schemas.openxmlformats.org/officeDocument/2006/relationships/notesMaster" Target="/ppt/notesMasters/notesMaster1.xml" Id="R1d9c23298aec42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682bb4d75e4b97" /><Relationship Type="http://schemas.openxmlformats.org/officeDocument/2006/relationships/notesMaster" Target="/ppt/notesMasters/notesMaster1.xml" Id="R8fa7edb61231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cfc4070124a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c023eb1eb4d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44d47270d4b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eb3a91f434f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4651291f945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492aafc7446a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d1139759547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1e78a6086489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47149afda44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dd07afc114c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d1481d4da54af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bca9a066444c5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2a98bae9144d1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d9c93833dc437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ca86bab329492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74d8137b3c4b9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5499492cae4a8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ff617e75914b2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a030ba8b184779" /><Relationship Type="http://schemas.openxmlformats.org/officeDocument/2006/relationships/image" Target="/ppt/media/image.png" Id="R21c02cdd312f4750" /><Relationship Type="http://schemas.openxmlformats.org/officeDocument/2006/relationships/image" Target="/ppt/media/image2.png" Id="Rf82021eac8fb4b54" /><Relationship Type="http://schemas.openxmlformats.org/officeDocument/2006/relationships/image" Target="/ppt/media/image.svg" Id="Re54f2c8271a34d7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9069cc92e04cb2" /><Relationship Type="http://schemas.openxmlformats.org/officeDocument/2006/relationships/image" Target="/ppt/media/image.png" Id="R2ffa726fee47483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4152d514c6426b" /><Relationship Type="http://schemas.openxmlformats.org/officeDocument/2006/relationships/image" Target="/ppt/media/image.png" Id="R32ab1347c51b404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6778d5e11a4b8c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CDFB5BF-AA26-43B6-9749-2D22119A0DF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225F1-C6DA-4B57-A106-56BBABA607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BCE926-BAD8-4D13-9BA9-A153936650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B526E4A-F14C-4D3E-845B-1BD8337D12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FED6A3B-0E1E-4E75-A8C5-E6BA12D7805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8AAF52-5F34-43B6-8013-F81ECA1164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5743693-3430-4C17-A298-E8901779EA0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5F9B5FF-BFF1-444B-9638-BADC04947D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204CF6A-9D68-48D3-9A77-CF1F7367E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10F3C64-57A7-4A66-A6E9-1155EBD2AD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82D550C-A663-4AA0-9439-6C908A0F26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2B73459-F016-4463-B97B-ED10F1ED8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B0F4C9A-91FB-4BAC-BEE0-F5568764CB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196B950-2E50-4C83-A87E-E3FCB64210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B486E74-BA71-4877-80F3-F447897BC3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ABDCFC-D16C-46D5-951D-4A7146CEE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58AC030-E363-4A7A-8113-C3213068E1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ABE58F9-CCA0-4933-BE5D-F04DC997AB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FB0C11C-E382-4FED-ACA5-ACD5420EAA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0778847-2195-4D54-9D51-A5AEE94EA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C18C528-AEFE-4121-8866-0C576B4D0F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41F1290-BC20-4325-B37F-1FC5DDFA3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54B8AD9-B0D0-4BD5-B1FD-BE7028C909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132360-6EDA-4354-BB69-4F07B4FA6E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771A119-F777-45E4-BFD5-A481C9D6F46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B2CF2F7-1780-4E90-8E5E-E7D1831DF14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3AF1020-8098-4B06-8113-A87215027F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0045C18-3573-4984-8CB6-0AE727F717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206BA6F-1FFA-482E-BA9C-4C406BBDC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201AE8-CB49-479B-943F-95BB48599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7131964-968E-427E-949F-59A26994D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19C06DB-C862-4CD9-96A1-3A99841A0B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EEE4465-2E9D-41B3-99AF-C3FB953E34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BEF5437-1165-42CB-9E9B-697B6C611C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D1082EC-83B6-4FDB-BC45-3FC7BBD93F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7C44851-BD6F-4D05-8BFD-A33ABE8021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1AFCE10-73CC-470E-B198-12875904702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CCF99D7-0B0D-457E-97F3-EDE689B4C6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CD8102C-B9D5-4A41-B6DD-ED2848DC96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E833D1F-38CB-4AE6-B629-ACEF41C226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ED6FDA6-4B79-499B-9EDB-35E9EDDAC5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C197DD5-9AEF-416D-AEA7-53322A6898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8FB2CBF-362B-46BA-9B5C-86411F665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8B16071-4B74-4DD4-BC83-883EFC94ED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EBB894-A4EC-42B6-8158-C5F2D2A081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C5DEB2-BF8B-4800-A3C3-6323CF0DD5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870A139-C334-46E7-9392-A6F93EE6CE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F284EC6-F496-47F0-9F80-12C3C19761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7645BDB-4F3B-4E6A-8627-DE0B1FB755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35C9C59-C15D-4579-AF25-F1A1793061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8221029B-D3D1-47CE-9F3A-CECB891EF62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53A83644-7E1A-4C6F-BDD1-A787F6B43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01012B-9025-46AF-805F-296770CAE8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22F69EB-6D32-4DCC-91C2-0195B2F7AF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B0EEBE-D149-4784-A19D-BB64C6D820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69FAB2D-06D4-4601-857A-EA37BEAE92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9A4ED6DC-27B0-4506-BBE7-8CAF3D71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6C285CA1-04AD-469A-B202-8C725201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60B3F683-106F-45E4-BEFE-E8C07F20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7E8F533D-BAF6-4023-9E61-B1D53F8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A288BD15-6D45-418E-B093-70242B62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DE0D9AB4-4C93-4D08-BF22-8AF394E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7B920C48-7AF7-43CA-880D-960C0E28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7C7D9F21-4145-42D6-BF1A-7441A236BC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B31052B-F2B2-49D2-A492-43E253E7C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C3BD2CC-F225-4A6A-9E55-2D9DF0148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B745DF-794B-445F-B169-DD1035FB47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CA111F0-FA2D-4F13-B343-C3431136685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D8D3E0D-4365-437B-A6FC-0F7F063DBE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B48BC-A477-4D90-B4A2-01FCE971C0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A5E6848-363B-4F14-991F-25A32EDC86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BCA5EED-EA26-41F1-B501-8BB39114AE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F0AA5359-D6A1-4AEB-91DC-2685E6FC0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B5B77EB-28ED-4B57-AC3D-DFB38B8A7D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484AD14-D85E-4E18-A78F-2365107E940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F666F58-644F-4EC3-A317-EF4A726366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4AC14EF-416C-4F97-A109-3D31D8E3BDA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4026D9D-D038-458F-AF42-FE739F4097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3AC7FD0-6C2E-41BA-B36C-3390D0335D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FCB50DF-5D2F-42AE-96D6-F6156182E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3387594C-A842-4AB8-8B17-DCCB53417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1E038AC-1A24-4427-A833-26A4EB67F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DE7CBA5-43ED-46A7-9DCA-65B39D9ED6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38C326F-75C0-4793-96EA-7B42E6D13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D73A98EF-A9FF-4C43-BE69-5A11B9B6A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829A861-059B-4BF8-9E66-4D19AFB7BE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89D36D9-89BC-48DE-8D06-6860638D0D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B0204B7-3A85-4D70-86F2-1DEA14C3D5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A9E23E3-49F5-4A63-85C3-2E6321F884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751FF-9CAE-4616-9EB1-8342866F79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ECB366-DE69-4B49-A2B5-009582ABD1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3888C37-65B4-459F-AB86-30870EC1B4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05ADC0-7A28-4AD7-A6FD-4DC0E348C8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FB0CC66-D47E-43E6-B970-52264D60DE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ACCEB95-8019-4A0D-A577-121C4DD704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AC0C3EB-A235-40FB-B1CB-F67E9B74B61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557E03FD-B065-4708-B7EC-2C2663E90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289B68C2-3004-418F-929C-AF14B81B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5A92329A-BB15-45E5-97AA-DE530866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A81CE59B-4AD8-45E2-A0E3-E3C3687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c02cdd312f4750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2B92874E-0301-42B2-866A-C257DEF614D6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B99264EE-1D57-48D4-8561-81FDA2CE4845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A5FF5A02-232C-4301-8741-DB9C2514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D2F101E8-87CC-4121-BF5D-E0786699A566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021eac8fb4b54">
            <a:extLst>
              <a:ext uri="{96DAC541-7B7A-43D3-8B79-37D633B846F1}">
                <asvg:svgBlip xmlns:asvg="http://schemas.microsoft.com/office/drawing/2016/SVG/main" r:embed="Re54f2c8271a34d7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C74559-8E7A-4D7F-B517-EA47302C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A1F4E135-E2F6-40E2-A030-33003E60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2911CD87-7F95-4AC6-915D-5B184007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68DD31A6-D524-4C23-B3FB-1CE945A6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EDECFE99-0E9C-4525-9F39-9136E137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F74401F9-F699-475E-ABE4-8239FFB5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EFDD5458-2984-4758-A8D7-7D747213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4AC1F13F-81E9-4631-8B22-4511137A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315C6B94-F831-40BF-A115-2A43F2CC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2093B7A3-DDF0-4A86-A708-5DF98180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8B2E6BE2-A84D-4AF4-89B3-6C2168FA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fa726fee474833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D0432A91-FBD1-4E95-8443-463E4A5F5A28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0FFA8C2-46EC-4F8E-8384-A48685B6E087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F1DCE7F-0603-4C04-8565-36F8B347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35B74629-97C5-45BF-9D74-C4876602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C4D1124D-C25E-4FEE-92B0-23D848CD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5480C490-2DC1-45AB-A3B9-16DA6F6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ab1347c51b4048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E9B0D3FF-3F5F-4473-ACBA-2A21CF78016A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1ADC6153-0F9C-4D50-9B20-7AA770A9B5C9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D4F633A-497A-4DC9-B5AA-5A0DFC2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90F07806-69F6-4E3C-8F19-45A67F5C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B8D0B8A6-CE4A-4EE7-9C3F-F6DA9845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6DE32657-9505-4D92-81CF-4D0BE5EF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191FEDF0-2FF8-40FF-AF8B-F3100D82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AFF90F92-EF79-4457-B4C6-6F0B5A95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82B2940-7883-41B8-BA3C-EF7845612B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B69DC76-27D0-45AE-B5B4-19AC12754E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D847AB-6061-4A2D-B921-84E92EEE64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96D7DBAD-FAE4-4C3A-8661-20BC636A42F1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290627-B6EB-4849-9699-83028F07C37D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C46281D-491D-4A72-A2AC-AE67BB86FF09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1D9040CB-C37F-41BA-86C1-433E03BF1017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C4C2A1EB-8467-430A-8C69-A42D0DE0C52D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050B682-0F58-4970-A358-2AB2EF66344E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788142A-67A2-4686-954D-225AD6A1B3A2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DF32858D-8468-4BC5-9FAD-67FA53310D4C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713170F6-0467-47A4-A0D7-D697D52CD339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3227082-0AE9-445D-A542-EBD4B9020526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71B302F3-0BC4-4A59-B7A8-5726208183FB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E6D35750-D562-4055-A91F-CC685564C3E4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CA9BFF67-BA15-4429-A678-5EDB11DBE5DF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2C2C140B-26AD-4454-8BA1-8D654513CF4F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2dd639c4c5400f" /><Relationship Type="http://schemas.openxmlformats.org/officeDocument/2006/relationships/slideLayout" Target="/ppt/slideLayouts/slideLayout1.xml" Id="R2c521bf39d344434" /><Relationship Type="http://schemas.openxmlformats.org/officeDocument/2006/relationships/slideLayout" Target="/ppt/slideLayouts/slideLayout2.xml" Id="Re92fba7b1df74431" /><Relationship Type="http://schemas.openxmlformats.org/officeDocument/2006/relationships/slideLayout" Target="/ppt/slideLayouts/slideLayout3.xml" Id="Rbed9892068ab4430" /><Relationship Type="http://schemas.openxmlformats.org/officeDocument/2006/relationships/slideLayout" Target="/ppt/slideLayouts/slideLayout4.xml" Id="R7a926448fb434291" /><Relationship Type="http://schemas.openxmlformats.org/officeDocument/2006/relationships/slideLayout" Target="/ppt/slideLayouts/slideLayout5.xml" Id="R30b04f33b3064213" /><Relationship Type="http://schemas.openxmlformats.org/officeDocument/2006/relationships/slideLayout" Target="/ppt/slideLayouts/slideLayout6.xml" Id="R9e2e120e05a2498a" /><Relationship Type="http://schemas.openxmlformats.org/officeDocument/2006/relationships/slideLayout" Target="/ppt/slideLayouts/slideLayout7.xml" Id="R3d51df44622f48c3" /><Relationship Type="http://schemas.openxmlformats.org/officeDocument/2006/relationships/slideLayout" Target="/ppt/slideLayouts/slideLayout8.xml" Id="R072ad26d389d4421" /><Relationship Type="http://schemas.openxmlformats.org/officeDocument/2006/relationships/slideLayout" Target="/ppt/slideLayouts/slideLayout9.xml" Id="R3e5bab21876940bf" /><Relationship Type="http://schemas.openxmlformats.org/officeDocument/2006/relationships/slideLayout" Target="/ppt/slideLayouts/slideLayout10.xml" Id="R6ae8a16a75c3498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ecfa92761534e7e" /><Relationship Type="http://schemas.openxmlformats.org/officeDocument/2006/relationships/slideLayout" Target="/ppt/slideLayouts/slideLayout11.xml" Id="R5f35df4df3bc40e3" /><Relationship Type="http://schemas.openxmlformats.org/officeDocument/2006/relationships/slideLayout" Target="/ppt/slideLayouts/slideLayout12.xml" Id="R4f78f7d69d0d4ae9" /><Relationship Type="http://schemas.openxmlformats.org/officeDocument/2006/relationships/slideLayout" Target="/ppt/slideLayouts/slideLayout13.xml" Id="Ra3796231e7554bf7" /><Relationship Type="http://schemas.openxmlformats.org/officeDocument/2006/relationships/slideLayout" Target="/ppt/slideLayouts/slideLayout14.xml" Id="Radb917d3163d45eb" /><Relationship Type="http://schemas.openxmlformats.org/officeDocument/2006/relationships/slideLayout" Target="/ppt/slideLayouts/slideLayout15.xml" Id="R1825fba774244634" /><Relationship Type="http://schemas.openxmlformats.org/officeDocument/2006/relationships/slideLayout" Target="/ppt/slideLayouts/slideLayout16.xml" Id="R41499c23f9394488" /><Relationship Type="http://schemas.openxmlformats.org/officeDocument/2006/relationships/slideLayout" Target="/ppt/slideLayouts/slideLayout17.xml" Id="Rec88470799f741d8" /><Relationship Type="http://schemas.openxmlformats.org/officeDocument/2006/relationships/slideLayout" Target="/ppt/slideLayouts/slideLayout18.xml" Id="R16246ffb7b564ecb" /><Relationship Type="http://schemas.openxmlformats.org/officeDocument/2006/relationships/slideLayout" Target="/ppt/slideLayouts/slideLayout19.xml" Id="R1d2e1295e0fc4bd7" /><Relationship Type="http://schemas.openxmlformats.org/officeDocument/2006/relationships/slideLayout" Target="/ppt/slideLayouts/slideLayout20.xml" Id="R6ceb15fb4bda448b" /><Relationship Type="http://schemas.openxmlformats.org/officeDocument/2006/relationships/slideLayout" Target="/ppt/slideLayouts/slideLayout21.xml" Id="R8c2712ffdf0041aa" /><Relationship Type="http://schemas.openxmlformats.org/officeDocument/2006/relationships/slideLayout" Target="/ppt/slideLayouts/slideLayout22.xml" Id="R04f9f3ac197c4cf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53371E8-4568-45EF-8BF3-887C3F9441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3F46F7B-F096-4FD0-A1BE-1F90646D7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27C8D28-BE2A-4821-85EA-CCED47E4BF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4AD377-E3B1-4603-A6E9-96821644010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8D09CFA-C5D3-42BF-805D-C7734754B60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21bf39d344434"/>
    <p:sldLayoutId xmlns:r="http://schemas.openxmlformats.org/officeDocument/2006/relationships" id="2147483650" r:id="Re92fba7b1df74431"/>
    <p:sldLayoutId xmlns:r="http://schemas.openxmlformats.org/officeDocument/2006/relationships" id="2147483651" r:id="Rbed9892068ab4430"/>
    <p:sldLayoutId xmlns:r="http://schemas.openxmlformats.org/officeDocument/2006/relationships" id="2147483652" r:id="R7a926448fb434291"/>
    <p:sldLayoutId xmlns:r="http://schemas.openxmlformats.org/officeDocument/2006/relationships" id="2147483653" r:id="R30b04f33b3064213"/>
    <p:sldLayoutId xmlns:r="http://schemas.openxmlformats.org/officeDocument/2006/relationships" id="2147483654" r:id="R9e2e120e05a2498a"/>
    <p:sldLayoutId xmlns:r="http://schemas.openxmlformats.org/officeDocument/2006/relationships" id="2147483655" r:id="R3d51df44622f48c3"/>
    <p:sldLayoutId xmlns:r="http://schemas.openxmlformats.org/officeDocument/2006/relationships" id="2147483656" r:id="R072ad26d389d4421"/>
    <p:sldLayoutId xmlns:r="http://schemas.openxmlformats.org/officeDocument/2006/relationships" id="2147483657" r:id="R3e5bab21876940bf"/>
    <p:sldLayoutId xmlns:r="http://schemas.openxmlformats.org/officeDocument/2006/relationships" id="2147483658" r:id="R6ae8a16a75c349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69BEE4C0-CC41-4227-B5DB-AEB3697C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B13C293A-119A-4200-8472-0EF88865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C75EE44-EAF5-4113-8463-5B8B24BB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4D3969-22B2-4625-9168-C24376DA66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132DAF-0EF0-4784-9D8A-CA935F7E444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B12C6B-272C-4B0C-9D33-28095FC04EC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704A07C-8252-4C2E-B346-4CEEAAA0F9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CBDC236-CB43-4A72-BC33-4688CFF51D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7CA00D1C-2C18-4FA3-A375-756FA5C8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5f35df4df3bc40e3"/>
    <p:sldLayoutId xmlns:r="http://schemas.openxmlformats.org/officeDocument/2006/relationships" id="2147483661" r:id="R4f78f7d69d0d4ae9"/>
    <p:sldLayoutId xmlns:r="http://schemas.openxmlformats.org/officeDocument/2006/relationships" id="2147483662" r:id="Ra3796231e7554bf7"/>
    <p:sldLayoutId xmlns:r="http://schemas.openxmlformats.org/officeDocument/2006/relationships" id="2147483663" r:id="Radb917d3163d45eb"/>
    <p:sldLayoutId xmlns:r="http://schemas.openxmlformats.org/officeDocument/2006/relationships" id="2147483664" r:id="R1825fba774244634"/>
    <p:sldLayoutId xmlns:r="http://schemas.openxmlformats.org/officeDocument/2006/relationships" id="2147483665" r:id="R41499c23f9394488"/>
    <p:sldLayoutId xmlns:r="http://schemas.openxmlformats.org/officeDocument/2006/relationships" id="2147483666" r:id="Rec88470799f741d8"/>
    <p:sldLayoutId xmlns:r="http://schemas.openxmlformats.org/officeDocument/2006/relationships" id="2147483667" r:id="R16246ffb7b564ecb"/>
    <p:sldLayoutId xmlns:r="http://schemas.openxmlformats.org/officeDocument/2006/relationships" id="2147483668" r:id="R1d2e1295e0fc4bd7"/>
    <p:sldLayoutId xmlns:r="http://schemas.openxmlformats.org/officeDocument/2006/relationships" id="2147483669" r:id="R6ceb15fb4bda448b"/>
    <p:sldLayoutId xmlns:r="http://schemas.openxmlformats.org/officeDocument/2006/relationships" id="2147483670" r:id="R8c2712ffdf0041aa"/>
    <p:sldLayoutId xmlns:r="http://schemas.openxmlformats.org/officeDocument/2006/relationships" id="2147483671" r:id="R04f9f3ac197c4c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568e2cd1b334e28" /><Relationship Type="http://schemas.openxmlformats.org/officeDocument/2006/relationships/image" Target="/ppt/media/image3.png" Id="R9905f5b2617e41a7" /><Relationship Type="http://schemas.openxmlformats.org/officeDocument/2006/relationships/image" Target="/ppt/media/image2.svg" Id="R6b8acb91209a4a20" /><Relationship Type="http://schemas.openxmlformats.org/officeDocument/2006/relationships/image" Target="/ppt/media/image4.png" Id="R7b07ff0945184687" /><Relationship Type="http://schemas.openxmlformats.org/officeDocument/2006/relationships/image" Target="/ppt/media/image3.svg" Id="R5b44f65f1c7d457e" /><Relationship Type="http://schemas.openxmlformats.org/officeDocument/2006/relationships/image" Target="/ppt/media/image5.png" Id="R928b598d4c024a34" /><Relationship Type="http://schemas.openxmlformats.org/officeDocument/2006/relationships/image" Target="/ppt/media/image4.svg" Id="Rc72e0cfca3124624" /><Relationship Type="http://schemas.openxmlformats.org/officeDocument/2006/relationships/image" Target="/ppt/media/image6.png" Id="Rdd84494825d54d40" /><Relationship Type="http://schemas.openxmlformats.org/officeDocument/2006/relationships/image" Target="/ppt/media/image5.svg" Id="Rbe0074e985754538" /><Relationship Type="http://schemas.openxmlformats.org/officeDocument/2006/relationships/image" Target="/ppt/media/image7.png" Id="R63a6f9e1fd614bc8" /><Relationship Type="http://schemas.openxmlformats.org/officeDocument/2006/relationships/image" Target="/ppt/media/image6.svg" Id="R0d4b9f96d11e4591" /><Relationship Type="http://schemas.openxmlformats.org/officeDocument/2006/relationships/image" Target="/ppt/media/image8.png" Id="R0726b7c9897c4bd8" /><Relationship Type="http://schemas.openxmlformats.org/officeDocument/2006/relationships/image" Target="/ppt/media/image7.svg" Id="R7225a933778b42f8" /><Relationship Type="http://schemas.openxmlformats.org/officeDocument/2006/relationships/notesSlide" Target="/ppt/notesSlides/notesSlide1.xml" Id="R6c81d3eec6a44b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6db6d2795b44f4a" /><Relationship Type="http://schemas.openxmlformats.org/officeDocument/2006/relationships/image" Target="/ppt/media/image9.png" Id="R83b7a1dc7e8b40e7" /><Relationship Type="http://schemas.openxmlformats.org/officeDocument/2006/relationships/image" Target="/ppt/media/image8.svg" Id="R1701369e59514b62" /><Relationship Type="http://schemas.openxmlformats.org/officeDocument/2006/relationships/image" Target="/ppt/media/image10.png" Id="Rbc31e64ff3214fc1" /><Relationship Type="http://schemas.openxmlformats.org/officeDocument/2006/relationships/image" Target="/ppt/media/image9.svg" Id="R494336959f034e69" /><Relationship Type="http://schemas.openxmlformats.org/officeDocument/2006/relationships/image" Target="/ppt/media/image11.png" Id="R28448e159fef4bc5" /><Relationship Type="http://schemas.openxmlformats.org/officeDocument/2006/relationships/image" Target="/ppt/media/image10.svg" Id="R17d4a0cbf7744ec4" /><Relationship Type="http://schemas.openxmlformats.org/officeDocument/2006/relationships/image" Target="/ppt/media/image12.png" Id="R077f3fcfbc96431b" /><Relationship Type="http://schemas.openxmlformats.org/officeDocument/2006/relationships/image" Target="/ppt/media/image11.svg" Id="R2bcfe66054d14c97" /><Relationship Type="http://schemas.openxmlformats.org/officeDocument/2006/relationships/image" Target="/ppt/media/image13.png" Id="R06fa29cab37b4cd1" /><Relationship Type="http://schemas.openxmlformats.org/officeDocument/2006/relationships/image" Target="/ppt/media/image12.svg" Id="R2c017cf1550b44e1" /><Relationship Type="http://schemas.openxmlformats.org/officeDocument/2006/relationships/notesSlide" Target="/ppt/notesSlides/notesSlide2.xml" Id="Rc372855dcf0048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f6d9cadca3e433e" /><Relationship Type="http://schemas.openxmlformats.org/officeDocument/2006/relationships/notesSlide" Target="/ppt/notesSlides/notesSlide3.xml" Id="R5fd4b828d7fe44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f6e0ec2a2464594" /><Relationship Type="http://schemas.openxmlformats.org/officeDocument/2006/relationships/image" Target="/ppt/media/image14.png" Id="R01c6c036aab644b9" /><Relationship Type="http://schemas.openxmlformats.org/officeDocument/2006/relationships/image" Target="/ppt/media/image13.svg" Id="R50623ebc1c224857" /><Relationship Type="http://schemas.openxmlformats.org/officeDocument/2006/relationships/notesSlide" Target="/ppt/notesSlides/notesSlide4.xml" Id="R9b12f3ff5e3747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9043e71f9f04531" /><Relationship Type="http://schemas.openxmlformats.org/officeDocument/2006/relationships/image" Target="/ppt/media/image15.png" Id="R77aa7e9bd30448b0" /><Relationship Type="http://schemas.openxmlformats.org/officeDocument/2006/relationships/image" Target="/ppt/media/image14.svg" Id="Rcd1f659f07dc4617" /><Relationship Type="http://schemas.openxmlformats.org/officeDocument/2006/relationships/notesSlide" Target="/ppt/notesSlides/notesSlide5.xml" Id="R1727cdf141ec41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ee5b656f412495d" /><Relationship Type="http://schemas.openxmlformats.org/officeDocument/2006/relationships/notesSlide" Target="/ppt/notesSlides/notesSlide6.xml" Id="Red0662557fff41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A1DC7AF-B11C-4047-B69F-4C9C4B69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39043FF8-96DD-41A3-8FB4-594E980B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BFD7818-C327-485C-A810-791A06D8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01F293A-6180-40F2-9F75-9BD3A54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B1E2209-9DC3-4386-89EF-B31CB13B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5f5b2617e41a7">
            <a:extLst>
              <a:ext uri="{96DAC541-7B7A-43D3-8B79-37D633B846F1}">
                <asvg:svgBlip xmlns:asvg="http://schemas.microsoft.com/office/drawing/2016/SVG/main" r:embed="R6b8acb91209a4a20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48343728-4C13-42F3-B49E-202E02F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专注高净值家族财富管理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15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年深耕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 · 500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亿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资产管理规模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364F9E0-09C3-4FEF-9300-4A56AD3F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7A0D04E9-4DD5-4433-9B45-3C5B9B45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7ff0945184687">
            <a:extLst>
              <a:ext uri="{96DAC541-7B7A-43D3-8B79-37D633B846F1}">
                <asvg:svgBlip xmlns:asvg="http://schemas.microsoft.com/office/drawing/2016/SVG/main" r:embed="R5b44f65f1c7d457e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E964DBC-365C-46C4-915C-EA4F6A9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C55FBC7-B2B9-4C1D-8C32-8E3813C8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2AD40B3-B9D0-49FA-8981-F6EDED7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265DAAE4-C4C4-4BA5-8C17-EEB0F85D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9DA67D90-3537-4CC0-BF22-DADE4E41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b598d4c024a34">
            <a:extLst>
              <a:ext uri="{96DAC541-7B7A-43D3-8B79-37D633B846F1}">
                <asvg:svgBlip xmlns:asvg="http://schemas.microsoft.com/office/drawing/2016/SVG/main" r:embed="Rc72e0cfca3124624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E1725D8-6A12-4246-B763-511A4029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AD2BAA9-C94E-4BC9-9A65-DAEC5FC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97C149C4-CB7D-4A9D-9DCD-4B6CC18C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7EE0309-8063-4F2C-A791-14C114C9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260C44F3-665F-4981-A807-D5EDFC52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4494825d54d40">
            <a:extLst>
              <a:ext uri="{96DAC541-7B7A-43D3-8B79-37D633B846F1}">
                <asvg:svgBlip xmlns:asvg="http://schemas.microsoft.com/office/drawing/2016/SVG/main" r:embed="Rbe0074e985754538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BE63DF8F-A4F3-491B-A152-F162CFD9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A9BD4569-08B6-4355-AA43-19691B25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D0533E06-F852-490D-8D0D-1F253BA0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C99D854-9378-4E1D-A139-59CA59F9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6f9e1fd614bc8">
            <a:extLst>
              <a:ext uri="{96DAC541-7B7A-43D3-8B79-37D633B846F1}">
                <asvg:svgBlip xmlns:asvg="http://schemas.microsoft.com/office/drawing/2016/SVG/main" r:embed="R0d4b9f96d11e4591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8949A205-7B15-4699-B579-7981AF27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我们深知家族财富传承不仅是资产的传递，更是家族价值观与精神的延续。我们将以最大的专业性和责任感，守护您家族的财富与未来。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6b7c9897c4bd8">
            <a:extLst>
              <a:ext uri="{96DAC541-7B7A-43D3-8B79-37D633B846F1}">
                <asvg:svgBlip xmlns:asvg="http://schemas.microsoft.com/office/drawing/2016/SVG/main" r:embed="R7225a933778b42f8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78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4D0BC3C-EFA5-4219-A716-C9E1528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2BEB2C0-B5E3-4456-85DA-0D656112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BB20DAD-859C-4B8A-910C-7A0D7624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EFBBA41-3580-4941-A9CB-7BEEC4DE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426C68C-FB6C-45D1-9525-2130A5E7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331983C3-42A3-4B9B-8E48-0256642D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625EEA4B-4E4C-437E-9147-CD80462C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7a1dc7e8b40e7">
            <a:extLst>
              <a:ext uri="{96DAC541-7B7A-43D3-8B79-37D633B846F1}">
                <asvg:svgBlip xmlns:asvg="http://schemas.microsoft.com/office/drawing/2016/SVG/main" r:embed="R1701369e59514b62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F07740E-6CA8-4C5E-BC42-4727BCA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83B0CA6-0085-4C1B-821D-586A5C94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9FBCE1D-6A7B-47E4-9535-AE3E5DF4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5%-7%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9F8DFE5-FC1D-4E3A-BEFD-43F04CD4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历史年化收益率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019F52E-31C3-475F-8322-DE70A8BE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CF349289-FB75-44E6-9E30-36DBF5DB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1e64ff3214fc1">
            <a:extLst>
              <a:ext uri="{96DAC541-7B7A-43D3-8B79-37D633B846F1}">
                <asvg:svgBlip xmlns:asvg="http://schemas.microsoft.com/office/drawing/2016/SVG/main" r:embed="R494336959f034e69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DA6343-EAC5-4516-A024-4B16735A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6297942-14E1-4F22-A209-E717C0DE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提供多种提领选择，支持定期提领、弹性提领及紧急资金调用，满足家族不同阶段的现金流需求。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BFC9404B-224B-495A-AE2C-25823D4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定期提领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986F4A3-2B09-41F0-A898-D48FC6D8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6FA9E4A-541A-46F5-8DF7-98709E0D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B0117AE4-3550-4371-A3CB-E8156FAB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212B566-876C-42B3-AC04-6EA77BE4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8928B5F-E39C-4D26-80D4-8E03861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BB6EC635-F319-40E7-A4AC-FD1402D6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48e159fef4bc5">
            <a:extLst>
              <a:ext uri="{96DAC541-7B7A-43D3-8B79-37D633B846F1}">
                <asvg:svgBlip xmlns:asvg="http://schemas.microsoft.com/office/drawing/2016/SVG/main" r:embed="R17d4a0cbf7744ec4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7C29E98-D8DA-4EB4-930D-631AEBCA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5F6C5F9-C860-45F1-A6A4-D54ECF88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A0A9194-6A55-4264-A6A0-BC39ACB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60D0891B-B717-455A-9B49-3C3C9DC7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71EA8917-8A59-4A1C-924C-338C265F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8E6EF19D-CD6D-4816-AC90-E1D1AA7B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43AC6CF2-491B-491F-A13C-3CB341CE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f3fcfbc96431b">
            <a:extLst>
              <a:ext uri="{96DAC541-7B7A-43D3-8B79-37D633B846F1}">
                <asvg:svgBlip xmlns:asvg="http://schemas.microsoft.com/office/drawing/2016/SVG/main" r:embed="R2bcfe66054d14c97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6F5BCF82-0BF8-4A8B-8124-A0E8F541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9091912-F991-4BF2-85B9-C960B60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E9BCEA3-09A1-412C-8692-3AFF0E34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5662CFE5-EBF6-4F62-982B-9B554653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DEFAE46A-A2FD-4793-8A4F-E67BD07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AA962732-777A-404D-8628-370B77E7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2C43B3DC-4EA4-463C-A10A-286633A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46FC7962-C7E6-4399-A463-FEEF0C2D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267C5D53-A7E0-4AD7-AED1-F8CC3AE2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a29cab37b4cd1">
            <a:extLst>
              <a:ext uri="{96DAC541-7B7A-43D3-8B79-37D633B846F1}">
                <asvg:svgBlip xmlns:asvg="http://schemas.microsoft.com/office/drawing/2016/SVG/main" r:embed="R2c017cf1550b44e1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05A27C78-7A21-4392-A795-1BF3A34D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3926ADAC-1366-44B4-B2F2-D6955B8C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C4C0F72C-610C-4B49-AB3C-373DAC22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1A091104-0C1C-4B05-B7D8-93D6D46B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5328ED82-C358-458A-839C-EC62C70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2C5AA514-0116-4E99-B234-9272C0F2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640463C9-3EA8-4546-8EAB-F65D97C1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C1959A6B-451E-4B4D-A1C9-95E11A3F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91A41C96-451C-4735-A405-98B87B24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0874EDA6-3C31-4A42-82EA-8DF6D677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32646169-9D11-47A8-96DC-0C30BC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85A09DEC-B447-4D49-A934-336ECA4B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20135041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F282E6D-1A13-4D75-AB6B-6A17D3B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BECDB51-E9AF-492F-A945-39E5810E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17E1DD8-54F1-439F-A65E-D616D585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837DF3F-44B9-45F7-BE59-D54CB94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5D82BC0-6000-4A36-9D01-672255C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35B83183-DD01-480B-A40F-6C935DC1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F8D0CFF-D0CD-4F35-B926-6642E2F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71DD8A8-9D29-4F17-AEA0-FCD83BAD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043F8A4-1F7F-4E19-8835-D19800F2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3C43356-9E05-4027-BBF7-F2E46288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890ADD9-4705-47EB-A35E-2C460E62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BDE7C5D7-E22F-4BAA-B103-8ACDA97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EB3999B-8900-472F-8905-3A905D75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5F7CFD8-9908-4D45-98FF-1312996B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2A3115C-0511-425A-8A32-C8D77ADB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45AFDB2-253F-4B95-A199-EE80939C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503607ED-008B-4AAE-9228-D82DB430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0ECC5C3-4A65-489D-A1CC-AC7B6271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0DA981F-3E37-462D-B1BE-BAB9393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D391E56-EAD3-492B-AE6A-B60B7480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15A1C99-FFF2-4D1E-B3BE-37E0F34E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197FF53-9BC2-439C-AB05-5F98EDC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DE8F0FC-2545-41A3-99D3-CB9280E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103D822-9664-4299-B1A7-9CE59128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F76D01-2C90-4E81-82ED-095DF55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E087056-1FA7-4834-95DE-A2FF6F20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E20605A5-2E17-4FDB-9E47-B4875D84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CB273F55-2E33-4F58-8136-78BF82A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B79D74C-6112-4232-B6AE-E0E5E488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B3875AC-5DE3-4187-AB76-FD19C86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80EA685A-2A35-41FF-A7D8-B4222FB7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1B46E12-CB1F-4B80-8A74-398EB436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8C2AF7C8-E87F-489D-A2C3-4EB9C54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473392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1EE7009-430C-4745-B5BA-FDCA4F1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35E8E34-7414-491C-9CDB-78E4E146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A85B7B4-56AB-4DC3-8128-E2856AA4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31F31D-B50A-4DC9-8773-201A1119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EBF1D69-DFBA-4299-99D3-7D1052E1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1E884C9-F5CB-4DE1-8EAE-C498DA69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C57220B7-7537-43C3-9CD0-B21EE7F7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510835C-844E-43A1-9F98-77A188A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推荐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44DD9BE-76BE-42D0-8105-2DD72FDE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74ED7CB-7496-45C5-A593-93913CD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适合有稳定现金流需求的家族，可按月、季度或年度提取固定金额，用于家族日常开支、教育支出等。提领不影响保单核心保障功能。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6DEC9C91-F9C9-41DA-A3EB-2E526B2F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D4186D4-59E0-48EA-A4A2-7FDCF8C2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EB6EF40-A579-47C8-9D11-97C00C4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4B125DA-F8B0-4EC2-AAE7-78B36B18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040FEDA8-E54C-486E-A7F1-16BA0F91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15F01078-13CC-43D5-8D7D-A6C789C0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1E935D3-C167-4FFA-99CF-C7F35C2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EAB9E96-723C-43F5-91DB-3443FBBC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746E37A-0A2F-434F-907E-CCF52D9C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F8D304B-D7EF-40C7-9E5A-43DB498F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B259D8F4-9665-45D2-9A32-95C5EDB3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AE78F16A-D6F4-4A75-AE3C-E3F7B0E3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C71E740C-97E7-4A93-AB83-8F786186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3D5A014B-D29C-4AAC-9A9F-B9ABE0A7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FC69B76E-7E7A-4F9A-BFB9-6A0FB499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CF83CEF-6D9C-47D1-A128-40D3C8C3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F3E3B2B7-0C30-44F3-BB52-ACAB7F6A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B2C5D22-E929-40A3-B577-A9439D6F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072E72-0607-4928-86C2-5A6BBDEB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29F4B637-0B71-452C-BA1F-52C08C9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1772BF3E-0BB9-42E7-B1D5-D88322B1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42229E9-4217-40D5-A4FB-C855D67C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2D6EDFC0-B20C-42F9-B4BC-12838F94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A34E8E8D-1009-4BA6-91AE-349A4C1C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78DB9E14-BB3C-4BC2-8D88-69350238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F901FAC2-DAFA-42E5-B958-FCD1FFF7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7262198-8E92-48F5-A89D-A73F7406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C3BABE21-1B93-4875-91D1-D5C9EFD0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39CE10C-5823-4A24-BF63-3C94DF1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6c036aab644b9">
            <a:extLst>
              <a:ext uri="{96DAC541-7B7A-43D3-8B79-37D633B846F1}">
                <asvg:svgBlip xmlns:asvg="http://schemas.microsoft.com/office/drawing/2016/SVG/main" r:embed="R50623ebc1c224857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4EA7DA2F-1D8F-4B7D-9C0B-DEB5EEE9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9E6ABE4A-5F2B-41C3-9394-C451C048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6c036aab644b9">
            <a:extLst>
              <a:ext uri="{96DAC541-7B7A-43D3-8B79-37D633B846F1}">
                <asvg:svgBlip xmlns:asvg="http://schemas.microsoft.com/office/drawing/2016/SVG/main" r:embed="R50623ebc1c224857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CCE8793A-0C65-42C6-9F25-70355B2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6E6ECEE3-1732-4E42-96A9-D8D17E72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6c036aab644b9">
            <a:extLst>
              <a:ext uri="{96DAC541-7B7A-43D3-8B79-37D633B846F1}">
                <asvg:svgBlip xmlns:asvg="http://schemas.microsoft.com/office/drawing/2016/SVG/main" r:embed="R50623ebc1c224857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1469EDF6-232D-49FD-9A53-845B63C2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C0E27EFF-7A84-4111-A37E-2AACEF81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BEB04F14-354F-4654-9690-5DB1BA1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54E7947B-D060-4735-835E-A29552CB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3413046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54E1DB3-57AC-439E-8C02-FF29D30A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A9AB5EB1-1888-45D4-9172-09D51695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E1267BF-496F-420D-B3DE-BA5929BD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方案对比分析（一）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1C30ABF7-3BC3-412B-86BD-94C57FBF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4A7674D-F249-4583-8A59-8A69DB3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02F2216D-677D-4F2F-A72B-4FDD3FD3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AF7256DD-2D4B-42EA-B46C-B602BDD1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293C4FD-AB14-4981-B77E-6F28137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资产隔离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7198FB6-8680-41E5-9E39-7EDAF1D3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税务优化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E10F3E0-1EC9-40D8-AF80-76E85EE9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7E3A5A4-066E-4CCC-9B00-619BB17B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传承确定性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792A1D3-03F0-438E-A2AC-5B5C2F29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成本控制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A23283D-CD7C-41CD-8446-47761F42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C9B15BA1-25F4-44DE-816E-F58AE6D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17AE8FD-68B6-4790-A3EB-0648E34F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A41B4F6-2A4B-4C17-9941-8AB2FD71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家族信托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F5F36A6-4F80-468E-98B3-3631DFFD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C91F6B2-6976-408B-B400-653EC6D3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2968656-3FE0-4403-B074-8EE3097F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F84BF2D-E3F2-4AC4-9EB7-3AB2FF0E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4976B16-98D1-42AA-AD31-4E657E54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AE5023E-5EDF-4667-9F76-600CCEE4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E3C2F301-6461-43CA-9A90-8726E120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DE58FA6F-EA6F-48AE-A409-F0D931BA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82A17736-E2CE-46C3-9947-5BB78497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C9CA7BC3-0B69-492F-9037-4E3FFAC2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11466A28-4050-4E6D-81A6-7CABE3FD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F48A93F-508C-4FFF-8332-4E69843E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FC0CEC1-16D4-4EFE-85B8-F98390F9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BE671E99-EB1C-4F93-9790-5C3CD116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7EBDF603-CAD3-4F6C-B79F-F8A3826D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45B99469-5D21-4ED4-9D88-ACE90A2B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F837BF8-9598-4F48-AC79-D0FEA035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6EC5991F-F1B4-4266-A93E-257F6D4F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AAD4C5A-90A3-4B0C-B6D5-4D946301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A92C9994-F24A-4E7A-9EB0-5E3442A3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7864D217-CACA-471B-B45D-934FE5D8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1E75DBA2-7DC3-4141-A747-58894B6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7948CD80-58A3-480A-AA1A-E497EB95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C886E50E-85C5-43E7-BDC1-FFCB41A1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D9C90D6A-3A31-49F3-BBF6-0F256C0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A7E1DC2-72D5-41FB-BBF3-9ED8CF0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36810587-651C-400A-9024-946DB0BD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C3DE7808-0650-41C6-96C5-AB487FEB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12ABF18A-E32B-4351-96BD-8C9BE557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E0CF1B8B-94A3-4940-9AF7-C7511F06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737A1825-DE6D-4DCE-834A-58F8D8E6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B504F329-710F-4DF7-AA86-C704E47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9C0DABDB-7712-4D03-8F62-9616B4C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DFCEC881-F18A-41F5-BA72-BEEDE077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a7e9bd30448b0">
            <a:extLst>
              <a:ext uri="{96DAC541-7B7A-43D3-8B79-37D633B846F1}">
                <asvg:svgBlip xmlns:asvg="http://schemas.microsoft.com/office/drawing/2016/SVG/main" r:embed="Rcd1f659f07dc4617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397F9611-9A94-434B-9F57-4FFCA145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E4AF576A-7037-41E0-9622-F63DB3F0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427E6ACC-9F0B-4DF4-9866-76E6AFFF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17971674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F282E6D-1A13-4D75-AB6B-6A17D3B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BECDB51-E9AF-492F-A945-39E5810E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17E1DD8-54F1-439F-A65E-D616D585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837DF3F-44B9-45F7-BE59-D54CB94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5D82BC0-6000-4A36-9D01-672255C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35B83183-DD01-480B-A40F-6C935DC1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F8D0CFF-D0CD-4F35-B926-6642E2F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71DD8A8-9D29-4F17-AEA0-FCD83BAD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043F8A4-1F7F-4E19-8835-D19800F2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3C43356-9E05-4027-BBF7-F2E46288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25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890ADD9-4705-47EB-A35E-2C460E62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BDE7C5D7-E22F-4BAA-B103-8ACDA97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EB3999B-8900-472F-8905-3A905D75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5F7CFD8-9908-4D45-98FF-1312996B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2A3115C-0511-425A-8A32-C8D77ADB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45AFDB2-253F-4B95-A199-EE80939C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价值增长曲线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503607ED-008B-4AAE-9228-D82DB430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0ECC5C3-4A65-489D-A1CC-AC7B6271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0DA981F-3E37-462D-B1BE-BAB9393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D391E56-EAD3-492B-AE6A-B60B7480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15A1C99-FFF2-4D1E-B3BE-37E0F34E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197FF53-9BC2-439C-AB05-5F98EDC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DE8F0FC-2545-41A3-99D3-CB9280E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103D822-9664-4299-B1A7-9CE59128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F76D01-2C90-4E81-82ED-095DF55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E087056-1FA7-4834-95DE-A2FF6F20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E20605A5-2E17-4FDB-9E47-B4875D84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CB273F55-2E33-4F58-8136-78BF82A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B79D74C-6112-4232-B6AE-E0E5E488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B3875AC-5DE3-4187-AB76-FD19C86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80EA685A-2A35-41FF-A7D8-B4222FB7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1B46E12-CB1F-4B80-8A74-398EB436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8C2AF7C8-E87F-489D-A2C3-4EB9C54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47339294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2026-06-01T23:05:04.4530000Z</dcterms:created>
  <dcterms:modified xsi:type="dcterms:W3CDTF">2026-06-01T23:05:04.4530000Z</dcterms:modified>
</coreProperties>
</file>