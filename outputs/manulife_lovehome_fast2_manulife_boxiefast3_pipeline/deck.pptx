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FBF9F6"/>
                </a:solidFill>
              </a:rPr>
              <a:t>Boxie 专属方案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000" b="0">
                <a:solidFill>
                  <a:srgbClr val="C8963E"/>
                </a:solidFill>
              </a:rPr>
              <a:t>「宏家傳承保險計劃」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FBF9F6"/>
                </a:solidFill>
              </a:rPr>
              <a:t>USD 400,000 × 5年 = 总保费 2,000,000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C8963E"/>
                </a:solidFill>
              </a:rPr>
              <a:t>保障年期: 终身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FBF9F6"/>
                </a:solidFill>
              </a:rPr>
              <a:t>宏利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公司介绍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8D624F"/>
                </a:solidFill>
              </a:rPr>
              <a:t>宏利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D624F"/>
                </a:solidFill>
              </a:rPr>
              <a:t>目标客户: 养老现金流家庭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价值增长曲线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8D624F"/>
                </a:solidFill>
              </a:rPr>
              <a:t>退保总值（保证+非保证）/ 总保费 2,000,000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58059"/>
            <a:ext cx="1463040" cy="311221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92299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996,353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0.50x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839214"/>
            <a:ext cx="1463040" cy="830066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473454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2,657,398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1.33x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4411890"/>
            <a:ext cx="1463040" cy="1257390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04613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4,025,446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2.01x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937215"/>
            <a:ext cx="1463040" cy="1732065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571455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5,545,082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2.77x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104715"/>
            <a:ext cx="1463040" cy="2564565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738955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8,210,269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4.11x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2011680"/>
            <a:ext cx="1463040" cy="3657600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16459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11,709,541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5.85x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提领方案数据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年提取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累计提取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剩余价值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总收益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18288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倍数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28600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996,353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996,353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28600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0.50x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8892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78892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2,657,398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2,657,398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278892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1.33x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29184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29184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92,082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468,677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2,836,573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3,305,250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329184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1.65x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94760"/>
            <a:ext cx="11247120" cy="50292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79476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379476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77,929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893,336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2,777,507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3,670,843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79476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1.84x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9768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429768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54,452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1,210,520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2,930,266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4,140,786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29768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2.07x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0060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480060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39,498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1,433,518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3,033,747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4,467,265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480060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2.23x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关键数字速览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回本年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6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本息首次超过总保费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2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15 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本金翻倍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3 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22 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本金三倍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5 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28 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本金五倍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5C3F32"/>
                </a:solidFill>
              </a:rPr>
              <a:t>提领方案: Y11 起每年提取 95,575，至 Y62 累计 1,995,015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FBF9F6"/>
                </a:solidFill>
              </a:rPr>
              <a:t>愿这份规划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C8963E"/>
                </a:solidFill>
              </a:rPr>
              <a:t>陪伴您的家庭稳健成长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FBF9F6"/>
                </a:solidFill>
              </a:rPr>
              <a:t>—— 致 Boxie 与家人  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C8963E"/>
                </a:solidFill>
              </a:rPr>
              <a:t>本演示基于宏利官方计划书数据生成 · 实际保单条款以保单文件为准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