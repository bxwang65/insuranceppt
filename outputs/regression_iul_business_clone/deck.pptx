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8b45ccb4b444e8" /><Relationship Type="http://schemas.openxmlformats.org/officeDocument/2006/relationships/extended-properties" Target="/docProps/app.xml" Id="R97dae0f5a492405e" /><Relationship Type="http://schemas.openxmlformats.org/officeDocument/2006/relationships/officeDocument" Target="/ppt/presentation.xml" Id="Rca7c90eebea94c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cfecc2f59c4aad"/>
    <p:sldMasterId xmlns:r="http://schemas.openxmlformats.org/officeDocument/2006/relationships" id="2147483659" r:id="R1473d149485940dd"/>
  </p:sldMasterIdLst>
  <p:notesMasterIdLst>
    <p:notesMasterId xmlns:r="http://schemas.openxmlformats.org/officeDocument/2006/relationships" r:id="R1f1809cc67eb4083"/>
  </p:notesMasterIdLst>
  <p:sldIdLst>
    <p:sldId xmlns:r="http://schemas.openxmlformats.org/officeDocument/2006/relationships" id="256" r:id="R8ff1f9243b564d57"/>
    <p:sldId xmlns:r="http://schemas.openxmlformats.org/officeDocument/2006/relationships" id="257" r:id="R1390820b00df44df"/>
    <p:sldId xmlns:r="http://schemas.openxmlformats.org/officeDocument/2006/relationships" id="258" r:id="R27674c86202042af"/>
    <p:sldId xmlns:r="http://schemas.openxmlformats.org/officeDocument/2006/relationships" id="259" r:id="R3f829858ea2f4502"/>
    <p:sldId xmlns:r="http://schemas.openxmlformats.org/officeDocument/2006/relationships" id="260" r:id="R568663c1ac5e4a1b"/>
    <p:sldId xmlns:r="http://schemas.openxmlformats.org/officeDocument/2006/relationships" id="261" r:id="R3d2799afbe384a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8f35fce5d94e17" /><Relationship Type="http://schemas.openxmlformats.org/officeDocument/2006/relationships/slideMaster" Target="/ppt/slideMasters/slideMaster1.xml" Id="R28cfecc2f59c4aad" /><Relationship Type="http://schemas.openxmlformats.org/officeDocument/2006/relationships/slideMaster" Target="/ppt/slideMasters/slideMaster2.xml" Id="R1473d149485940dd" /><Relationship Type="http://schemas.openxmlformats.org/officeDocument/2006/relationships/notesMaster" Target="/ppt/notesMasters/notesMaster1.xml" Id="R1f1809cc67eb4083" /><Relationship Type="http://schemas.openxmlformats.org/officeDocument/2006/relationships/presProps" Target="/ppt/presProps.xml" Id="R193dddf277d64eca" /><Relationship Type="http://schemas.openxmlformats.org/officeDocument/2006/relationships/viewProps" Target="/ppt/viewProps.xml" Id="Raf9731ce54e14dd5" /><Relationship Type="http://schemas.openxmlformats.org/officeDocument/2006/relationships/tableStyles" Target="/ppt/tableStyles.xml" Id="Rf5e2eb8869b54da5" /><Relationship Type="http://schemas.openxmlformats.org/officeDocument/2006/relationships/slide" Target="/ppt/slides/slide1.xml" Id="R8ff1f9243b564d57" /><Relationship Type="http://schemas.openxmlformats.org/officeDocument/2006/relationships/slide" Target="/ppt/slides/slide2.xml" Id="R1390820b00df44df" /><Relationship Type="http://schemas.openxmlformats.org/officeDocument/2006/relationships/slide" Target="/ppt/slides/slide3.xml" Id="R27674c86202042af" /><Relationship Type="http://schemas.openxmlformats.org/officeDocument/2006/relationships/slide" Target="/ppt/slides/slide4.xml" Id="R3f829858ea2f4502" /><Relationship Type="http://schemas.openxmlformats.org/officeDocument/2006/relationships/slide" Target="/ppt/slides/slide5.xml" Id="R568663c1ac5e4a1b" /><Relationship Type="http://schemas.openxmlformats.org/officeDocument/2006/relationships/slide" Target="/ppt/slides/slide6.xml" Id="R3d2799afbe384a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a511bb6e303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a5fcad94ec4b11" /><Relationship Type="http://schemas.openxmlformats.org/officeDocument/2006/relationships/notesMaster" Target="/ppt/notesMasters/notesMaster1.xml" Id="Ra4e2dedfa6b04b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9f30b9d44f4290" /><Relationship Type="http://schemas.openxmlformats.org/officeDocument/2006/relationships/notesMaster" Target="/ppt/notesMasters/notesMaster1.xml" Id="R58aac0d03492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3b62a23c946f6" /><Relationship Type="http://schemas.openxmlformats.org/officeDocument/2006/relationships/notesMaster" Target="/ppt/notesMasters/notesMaster1.xml" Id="Rc29ffe22f4d349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1392e8c1394686" /><Relationship Type="http://schemas.openxmlformats.org/officeDocument/2006/relationships/notesMaster" Target="/ppt/notesMasters/notesMaster1.xml" Id="R14b39495ea9543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48975dc44342aa" /><Relationship Type="http://schemas.openxmlformats.org/officeDocument/2006/relationships/notesMaster" Target="/ppt/notesMasters/notesMaster1.xml" Id="Ra17a0164938341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4367141b0a4373" /><Relationship Type="http://schemas.openxmlformats.org/officeDocument/2006/relationships/notesMaster" Target="/ppt/notesMasters/notesMaster1.xml" Id="Rc08ae2f14606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08bc1fd7741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42f8e13e645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2e563c6e946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817a9883440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196cd909343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2565d77bc4c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7ce2ef35645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42cd77e2c4c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36e587fa84a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ac497bac440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0ffd532ac744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b4c60ca39e4cb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2fff5911c741b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37f942116c466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8a56ecbf7c4cd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405f5b9a0e485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701068446b441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7861199e2141e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2cc42f96ac455d" /><Relationship Type="http://schemas.openxmlformats.org/officeDocument/2006/relationships/image" Target="/ppt/media/image.png" Id="Rbf59b8a24b7248bc" /><Relationship Type="http://schemas.openxmlformats.org/officeDocument/2006/relationships/image" Target="/ppt/media/image.svg" Id="R0904b0e800184ad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211239393743a7" /><Relationship Type="http://schemas.openxmlformats.org/officeDocument/2006/relationships/image" Target="/ppt/media/image.png" Id="Rd6f03b094f5d415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5f28acad7c4b4b" /><Relationship Type="http://schemas.openxmlformats.org/officeDocument/2006/relationships/image" Target="/ppt/media/image.png" Id="R7a5b8dbc0d2b465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2448fa5d154ca8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D835D4-377F-4051-A8D3-567F2EDE2A9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7D4287-DD0E-4195-8822-DD565D70C9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2CC6AD-F11B-4730-B759-300CDEE87E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96D2807-EB72-4BED-B8E2-F1E4CCC459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15D1CD5-31EE-4807-B384-3C60F3316B0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0B6457-F6DC-48A4-8FBF-8BB23F3B3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E219E31-452E-410F-BBDA-DEF1EBB6F7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FA5A88-C1A4-4EB6-A929-00B7B28155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3A4E47-1337-4B7D-B4B7-56BB74D6D8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FCFB42-5944-4AA1-A7AF-32F37FAE45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FEE6201-0FBA-48D4-993F-060AF467E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4ACAA77-4A78-4616-85A9-A70CA0222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DCD7E6-7A42-4F1B-8933-845C331EE7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89FD20-3073-4C8C-BD71-EB84B56DF5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9341660-F02A-45A0-A37C-24CD301EC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2CD6F1-8ACF-4BC7-A1AF-4F4BE339A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0EEB0B-858C-4824-A49C-2E1C589E36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89E6772-51F6-41B9-9584-893EE59206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D40D5F7-3A68-4CF4-9ED5-1BD4D5B259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7CCA94F-F1D6-43EE-AA90-CC8643BE41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4BE5C4-61F3-45BE-834A-4B17B3C7F5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5D4881-C871-41C0-90C9-27495B258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F86FF7-8173-4F12-AF96-A878FA59EA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D0BC431-F196-4060-8F85-5FE01B121F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EEF43C2-E546-4BF5-B01D-553CC27D3AB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E100300-2DCD-4099-8557-5DF7F26665D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ABA0E5B-7F10-4BDF-8B58-8FE9F8E7D5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7C320B2-E8B7-4E01-93D4-2E372ACFFF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165F82B-E068-4C91-A38C-2F418A4796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2835BA-9FD8-4379-8FAD-6B6CC0D61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5055375-53DB-40B5-9B87-BDBD5C52EB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C665F64-C582-4524-B076-B5AB60C34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DA93BD7-D1B7-4265-A3EA-7D0273B41B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53252A0-0A30-44A8-AD96-F5805C282E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19EC6F9-8993-43E4-A67A-11E9192AD4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063A5A6-10E4-4E5C-8612-5A8AFB8D11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6D0C01-25DF-48D1-A8EC-2AD35BCE0B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2A0DF9F-50F3-4887-A74D-9FF3A1408CC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30BE804-3BA9-4546-B3E1-46F104BE89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FF89302-918B-435E-B77A-A05EB8FEE3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188FFB7-4F5C-49C1-A2F8-9559E185A7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6CE21D1-7B59-4402-A6FE-C188E56DD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E90CEC3-C679-42BA-9595-6A0190804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8C02BDE-85FE-4661-8C72-D92E69DD5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CC95D0-EC16-4EF9-AB5E-6FAF0BBB7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666C7B6-62E7-4766-93D3-5F82C5EC7D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DF4F58-15CF-48C0-998B-9704A2CD43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503EB77-A15B-4711-8219-18D29961F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239C521-0C3F-4A38-A8B8-D4BA72A463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9D090E-D078-43BB-99DF-3A6DDB8A01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2805AE9-F5F3-4552-B840-E24C177BCC6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59FA988D-AE0F-489D-B52D-53C00382D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F07F2E-D357-4B10-BDAA-DB9094C014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5BEF70-1B19-4E2A-999D-36984E61C0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F4863E9-A174-4642-8485-A8B9FC00C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44B0191-516D-4611-BDFB-C66C38E567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534E0D55-1E74-4278-9134-BF86010E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00FD4B74-A463-46B8-A23F-42F2F46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EF4DA4F-C5B1-4CA5-9127-853A4FD8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2B31F4D5-5F74-44A3-9FAB-0E0E4651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2BAFF5FD-E41A-4ED3-907B-AFE752E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62AA3AC7-0ED9-48EF-83DA-2F6AB56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7E77859F-DDD1-43E3-9901-E2FDE145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1D04342C-D3CC-4096-A27C-AE78E1F796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F0003D-3285-4AE5-812F-22A6DFE7D5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010B006-7B76-46CB-9AF3-BC884AB1B9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EBB12F-B3BF-4635-9906-6E87D9A6FD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754C598-5A1B-45D5-B23A-FFA9F5ECB8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F2357BE-0446-40F9-A8A4-0DEFB8FD1F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71ED9D1-4A0F-42D9-AE9B-01D96F5FCF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2343938-F7C8-4AC3-9E26-67508FC272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3D9DB77-7122-4722-A59B-C9D6826693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11C2B3E1-0CB5-4498-9C84-203A039FE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00A7F3-CB25-4E7D-A297-DFA2F6D65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03D0019-6489-4810-9E02-2B0A5704F0B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A075DCF-8F87-413E-93B3-0510E107E1C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555416F-67FD-41C1-9454-6C5F1C9314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34F42BD-13F4-4F9C-A36C-9496F49969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016284D-1D04-4684-96FE-23CB4B2E99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FF61F9D-F6BB-4FC4-913F-78587C507C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9675E675-575E-45BB-BEA5-EE858FBF6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3FB39D-1A5A-47DD-90A8-6A6C3DC5E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47ABA7E-55CB-4F1B-8B65-DA9CF55B39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40AC4B3-8346-47A6-8072-F7B4F98C87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88221588-B388-44BF-A528-3E59CCFC9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19307C8-8EA0-4E49-9341-CBB5A72145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1F3D5E6-7FF7-4CF9-9F12-B95EFF6704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FD3D5CD-D430-47AF-B836-9B15C826A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9425F04-1436-40C0-93AB-13D0BF48EC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0E083A6-CBC1-4F43-9B3A-3B8C95A536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5A03CF-37D9-4B92-8DFA-FBB657A0E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FA0EA91-F28F-4713-B430-351C9F71B7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02D0C4-ABA8-43C3-BF84-9F1B799914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65057FF-66E3-4337-A69D-E78F517EE1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BB18B5B-A2E7-4192-B22F-819CCE32B8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4308EF3-BAD9-41AA-91AF-B7F06625D53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A1BD833A-B78E-4A33-898A-9DC7CE87A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1F903FAB-308C-416D-9BE8-1610264B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435CDC0-B107-4E63-8C31-FF2DB91E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407C3296-F3AF-4CE4-AD00-42597DC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59b8a24b7248bc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DDC79630-5CB8-4F20-8B6F-8647CDE37DB8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D98D0A44-731E-4234-B6DF-AC675D09B98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EE2FBE18-1B64-4284-BFC2-4FE99853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95B3C332-5FB6-4850-9CCD-DC39A15918A9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9b8a24b7248bc">
            <a:extLst>
              <a:ext uri="{96DAC541-7B7A-43D3-8B79-37D633B846F1}">
                <asvg:svgBlip xmlns:asvg="http://schemas.microsoft.com/office/drawing/2016/SVG/main" r:embed="R0904b0e800184ad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09E543-72E1-4EE7-A575-B3F0CEC8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10D0F57C-DD54-4889-8D1F-2AF4F46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EA4B9ECC-3773-4571-A1F8-2EBF3E41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2121DA6-3C99-4142-8AEB-77EE6384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5E8B032E-BDF0-467F-BE39-34F8DC0E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6C1A27E3-DE07-4D9D-9CDF-A0D861A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5941F5FD-0F23-40D8-AAEB-E64D8F24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134BA030-5EC8-483E-AD82-0B32CF4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A13F6D31-D8AD-461F-A966-3A81A8B4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BDE3F77-A3C0-4CD4-974E-AFF57817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EAA4E2C5-141E-484A-9994-04DD5D33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f03b094f5d4152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DA29C6C4-F532-4B8B-87C8-78CAE3D48C81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55D649F-1B6F-4F83-9A4C-87B9962D9451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3ED8752-0696-4DCE-A74B-579E55B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9E1EFCE-47F3-458D-A1C1-BEF7960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6716D4AC-00C7-43CA-B3B4-75BF756D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02FCAB5-40DA-43A5-BD08-0224CC82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5b8dbc0d2b465d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7F6CD5E0-EC3A-49EA-9ED2-AD13F4FDA51F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EE19C244-B53B-48CA-8D8E-550D2E405D9A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22114A9-8B55-44E2-81D1-AACF0C2D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DDDE7848-5C52-497B-B916-8C4DAE7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2DE24470-EDC8-45AE-82F8-1E3EDF26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D978CEF6-5642-4EAD-928E-B9CEEAA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52C3147C-414E-4644-97E6-8646CCF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CD1DB92-7D06-4A46-9CEC-A5D996D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DA4A453-1BF3-4BA9-A5EE-32B7D15CC5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DA81DC-FB36-4899-9B25-F2AC2D304C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C098C5-B34B-4CF0-AA3F-DFDE93C06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2F25E748-093B-4445-9CE1-F5B20A62104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4203832-C74B-4300-A26E-CAE654992612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28325F9-C101-4E72-8D47-8C7720F38728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21D7D780-07AC-4908-BA71-16FC51951C5C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A8DF9083-A287-4CB7-B3A1-58D79E2D5047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73A0300-0F4C-44A5-8DAC-667931D9496A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9D1024CC-4E8E-4746-A8E6-E6CB1252D48D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9DE4BBD8-B0B1-480A-8A51-B128A0EA6F81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17D004E-F4FA-429B-ABC5-ADFBCCD13CC8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4ECA602B-370F-43E6-B9CC-D4C476336FEC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EAA7C9A2-F294-46D4-9CBD-1EFC3FBFAA8B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04CE318-C2D3-4BFF-B727-7B6C3C8CF0FB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D48AEF1-70C5-4280-B096-4CFB6107BFE7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62BC073D-7D87-414A-AB0A-9F9912457E47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e9cb03b9b4c9a" /><Relationship Type="http://schemas.openxmlformats.org/officeDocument/2006/relationships/slideLayout" Target="/ppt/slideLayouts/slideLayout1.xml" Id="R0dfe8ac621714388" /><Relationship Type="http://schemas.openxmlformats.org/officeDocument/2006/relationships/slideLayout" Target="/ppt/slideLayouts/slideLayout2.xml" Id="Rae1b6d1aac38484b" /><Relationship Type="http://schemas.openxmlformats.org/officeDocument/2006/relationships/slideLayout" Target="/ppt/slideLayouts/slideLayout3.xml" Id="R936f882958824d30" /><Relationship Type="http://schemas.openxmlformats.org/officeDocument/2006/relationships/slideLayout" Target="/ppt/slideLayouts/slideLayout4.xml" Id="R7311be00dbe34efd" /><Relationship Type="http://schemas.openxmlformats.org/officeDocument/2006/relationships/slideLayout" Target="/ppt/slideLayouts/slideLayout5.xml" Id="R52d1bfd20b6446bf" /><Relationship Type="http://schemas.openxmlformats.org/officeDocument/2006/relationships/slideLayout" Target="/ppt/slideLayouts/slideLayout6.xml" Id="R1e502a1819914558" /><Relationship Type="http://schemas.openxmlformats.org/officeDocument/2006/relationships/slideLayout" Target="/ppt/slideLayouts/slideLayout7.xml" Id="R65a3af88fbd84b0d" /><Relationship Type="http://schemas.openxmlformats.org/officeDocument/2006/relationships/slideLayout" Target="/ppt/slideLayouts/slideLayout8.xml" Id="Rf1501bf7ee734fa0" /><Relationship Type="http://schemas.openxmlformats.org/officeDocument/2006/relationships/slideLayout" Target="/ppt/slideLayouts/slideLayout9.xml" Id="R22a33dfcf2c04edc" /><Relationship Type="http://schemas.openxmlformats.org/officeDocument/2006/relationships/slideLayout" Target="/ppt/slideLayouts/slideLayout10.xml" Id="R6e80be5bb01a4a0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b1f806f15e4df4" /><Relationship Type="http://schemas.openxmlformats.org/officeDocument/2006/relationships/slideLayout" Target="/ppt/slideLayouts/slideLayout11.xml" Id="R65b5c254bc2f4e47" /><Relationship Type="http://schemas.openxmlformats.org/officeDocument/2006/relationships/slideLayout" Target="/ppt/slideLayouts/slideLayout12.xml" Id="Rfc5c0f7dc5ac4c9e" /><Relationship Type="http://schemas.openxmlformats.org/officeDocument/2006/relationships/slideLayout" Target="/ppt/slideLayouts/slideLayout13.xml" Id="Rd2843b500bd346db" /><Relationship Type="http://schemas.openxmlformats.org/officeDocument/2006/relationships/slideLayout" Target="/ppt/slideLayouts/slideLayout14.xml" Id="Rcce7397775fa45d7" /><Relationship Type="http://schemas.openxmlformats.org/officeDocument/2006/relationships/slideLayout" Target="/ppt/slideLayouts/slideLayout15.xml" Id="Rf9d8fe638bae4543" /><Relationship Type="http://schemas.openxmlformats.org/officeDocument/2006/relationships/slideLayout" Target="/ppt/slideLayouts/slideLayout16.xml" Id="R1d41ceb1823e40ab" /><Relationship Type="http://schemas.openxmlformats.org/officeDocument/2006/relationships/slideLayout" Target="/ppt/slideLayouts/slideLayout17.xml" Id="R10856c07c8534281" /><Relationship Type="http://schemas.openxmlformats.org/officeDocument/2006/relationships/slideLayout" Target="/ppt/slideLayouts/slideLayout18.xml" Id="Rbe427e89f5bd4c68" /><Relationship Type="http://schemas.openxmlformats.org/officeDocument/2006/relationships/slideLayout" Target="/ppt/slideLayouts/slideLayout19.xml" Id="Recd0dcbee9d44c5e" /><Relationship Type="http://schemas.openxmlformats.org/officeDocument/2006/relationships/slideLayout" Target="/ppt/slideLayouts/slideLayout20.xml" Id="R0ae112033d84402c" /><Relationship Type="http://schemas.openxmlformats.org/officeDocument/2006/relationships/slideLayout" Target="/ppt/slideLayouts/slideLayout21.xml" Id="R8908b287095e4420" /><Relationship Type="http://schemas.openxmlformats.org/officeDocument/2006/relationships/slideLayout" Target="/ppt/slideLayouts/slideLayout22.xml" Id="Rb0e5cf723a8341c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836AA3C-3850-492E-A9CB-263418316F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018CAF4-7F7F-4FE3-85BA-6295550A4F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3C42F8-060B-469F-8DB4-7B3C1123041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D84F7B-1546-4196-8A8F-20A7EEF47D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2492F82-C02D-4782-96B3-6F4B5102B9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fe8ac621714388"/>
    <p:sldLayoutId xmlns:r="http://schemas.openxmlformats.org/officeDocument/2006/relationships" id="2147483650" r:id="Rae1b6d1aac38484b"/>
    <p:sldLayoutId xmlns:r="http://schemas.openxmlformats.org/officeDocument/2006/relationships" id="2147483651" r:id="R936f882958824d30"/>
    <p:sldLayoutId xmlns:r="http://schemas.openxmlformats.org/officeDocument/2006/relationships" id="2147483652" r:id="R7311be00dbe34efd"/>
    <p:sldLayoutId xmlns:r="http://schemas.openxmlformats.org/officeDocument/2006/relationships" id="2147483653" r:id="R52d1bfd20b6446bf"/>
    <p:sldLayoutId xmlns:r="http://schemas.openxmlformats.org/officeDocument/2006/relationships" id="2147483654" r:id="R1e502a1819914558"/>
    <p:sldLayoutId xmlns:r="http://schemas.openxmlformats.org/officeDocument/2006/relationships" id="2147483655" r:id="R65a3af88fbd84b0d"/>
    <p:sldLayoutId xmlns:r="http://schemas.openxmlformats.org/officeDocument/2006/relationships" id="2147483656" r:id="Rf1501bf7ee734fa0"/>
    <p:sldLayoutId xmlns:r="http://schemas.openxmlformats.org/officeDocument/2006/relationships" id="2147483657" r:id="R22a33dfcf2c04edc"/>
    <p:sldLayoutId xmlns:r="http://schemas.openxmlformats.org/officeDocument/2006/relationships" id="2147483658" r:id="R6e80be5bb01a4a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67451E3-F048-462E-9F2F-B126A6FB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5877A038-60E4-49E7-BCD6-88B0C81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19B1673-580B-4A43-9CDB-9A77A1A3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2FEBAB0-BC61-4CE5-BA2A-C3D5C9859E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1CDCAD7-8BB5-429B-A896-04C454099B4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F76329E-6D30-4AE7-920C-667521BECD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A734941-8939-4BEC-BA58-7FF4083E5E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71F6DB5-3211-45D5-BA7E-3E5C2A96F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EAF76A3F-018E-486F-9207-91B3786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65b5c254bc2f4e47"/>
    <p:sldLayoutId xmlns:r="http://schemas.openxmlformats.org/officeDocument/2006/relationships" id="2147483661" r:id="Rfc5c0f7dc5ac4c9e"/>
    <p:sldLayoutId xmlns:r="http://schemas.openxmlformats.org/officeDocument/2006/relationships" id="2147483662" r:id="Rd2843b500bd346db"/>
    <p:sldLayoutId xmlns:r="http://schemas.openxmlformats.org/officeDocument/2006/relationships" id="2147483663" r:id="Rcce7397775fa45d7"/>
    <p:sldLayoutId xmlns:r="http://schemas.openxmlformats.org/officeDocument/2006/relationships" id="2147483664" r:id="Rf9d8fe638bae4543"/>
    <p:sldLayoutId xmlns:r="http://schemas.openxmlformats.org/officeDocument/2006/relationships" id="2147483665" r:id="R1d41ceb1823e40ab"/>
    <p:sldLayoutId xmlns:r="http://schemas.openxmlformats.org/officeDocument/2006/relationships" id="2147483666" r:id="R10856c07c8534281"/>
    <p:sldLayoutId xmlns:r="http://schemas.openxmlformats.org/officeDocument/2006/relationships" id="2147483667" r:id="Rbe427e89f5bd4c68"/>
    <p:sldLayoutId xmlns:r="http://schemas.openxmlformats.org/officeDocument/2006/relationships" id="2147483668" r:id="Recd0dcbee9d44c5e"/>
    <p:sldLayoutId xmlns:r="http://schemas.openxmlformats.org/officeDocument/2006/relationships" id="2147483669" r:id="R0ae112033d84402c"/>
    <p:sldLayoutId xmlns:r="http://schemas.openxmlformats.org/officeDocument/2006/relationships" id="2147483670" r:id="R8908b287095e4420"/>
    <p:sldLayoutId xmlns:r="http://schemas.openxmlformats.org/officeDocument/2006/relationships" id="2147483671" r:id="Rb0e5cf723a83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437aedead6841ff" /><Relationship Type="http://schemas.openxmlformats.org/officeDocument/2006/relationships/image" Target="/ppt/media/image2.png" Id="R9b00bd451516426f" /><Relationship Type="http://schemas.openxmlformats.org/officeDocument/2006/relationships/image" Target="/ppt/media/image2.svg" Id="Rcef0b992988741b1" /><Relationship Type="http://schemas.openxmlformats.org/officeDocument/2006/relationships/image" Target="/ppt/media/image3.png" Id="R2cda4dfad2df4980" /><Relationship Type="http://schemas.openxmlformats.org/officeDocument/2006/relationships/image" Target="/ppt/media/image3.svg" Id="Re3816c043ba541b3" /><Relationship Type="http://schemas.openxmlformats.org/officeDocument/2006/relationships/image" Target="/ppt/media/image4.png" Id="Rdf91ff4c2ec04c6a" /><Relationship Type="http://schemas.openxmlformats.org/officeDocument/2006/relationships/image" Target="/ppt/media/image4.svg" Id="Re3fae7023a8e499d" /><Relationship Type="http://schemas.openxmlformats.org/officeDocument/2006/relationships/image" Target="/ppt/media/image5.png" Id="Racb15f8d9b114155" /><Relationship Type="http://schemas.openxmlformats.org/officeDocument/2006/relationships/image" Target="/ppt/media/image5.svg" Id="R53d841f905a549dc" /><Relationship Type="http://schemas.openxmlformats.org/officeDocument/2006/relationships/image" Target="/ppt/media/image6.png" Id="Rcb458e39ec214a8e" /><Relationship Type="http://schemas.openxmlformats.org/officeDocument/2006/relationships/image" Target="/ppt/media/image6.svg" Id="R79f9a0d32c244c3a" /><Relationship Type="http://schemas.openxmlformats.org/officeDocument/2006/relationships/image" Target="/ppt/media/image7.png" Id="Rabc0171821fb4f57" /><Relationship Type="http://schemas.openxmlformats.org/officeDocument/2006/relationships/image" Target="/ppt/media/image7.svg" Id="Rc6edb464640f4ddc" /><Relationship Type="http://schemas.openxmlformats.org/officeDocument/2006/relationships/notesSlide" Target="/ppt/notesSlides/notesSlide1.xml" Id="Rba00779db024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c64bcb303c74032" /><Relationship Type="http://schemas.openxmlformats.org/officeDocument/2006/relationships/image" Target="/ppt/media/image8.png" Id="R1f0021ea8d5c4ab4" /><Relationship Type="http://schemas.openxmlformats.org/officeDocument/2006/relationships/image" Target="/ppt/media/image8.svg" Id="Re02fdde2fd3447d5" /><Relationship Type="http://schemas.openxmlformats.org/officeDocument/2006/relationships/image" Target="/ppt/media/image9.png" Id="R5a9c48f4aec04bf8" /><Relationship Type="http://schemas.openxmlformats.org/officeDocument/2006/relationships/image" Target="/ppt/media/image9.svg" Id="Rf55d373b7c314369" /><Relationship Type="http://schemas.openxmlformats.org/officeDocument/2006/relationships/image" Target="/ppt/media/image10.png" Id="Rf5329859621f41ee" /><Relationship Type="http://schemas.openxmlformats.org/officeDocument/2006/relationships/image" Target="/ppt/media/image10.svg" Id="Rbc10f6f5ae754506" /><Relationship Type="http://schemas.openxmlformats.org/officeDocument/2006/relationships/image" Target="/ppt/media/image11.png" Id="Rb2592deac07b415d" /><Relationship Type="http://schemas.openxmlformats.org/officeDocument/2006/relationships/image" Target="/ppt/media/image11.svg" Id="Re2f2a9c18a954887" /><Relationship Type="http://schemas.openxmlformats.org/officeDocument/2006/relationships/image" Target="/ppt/media/image12.png" Id="Raf2766277f0a497b" /><Relationship Type="http://schemas.openxmlformats.org/officeDocument/2006/relationships/image" Target="/ppt/media/image12.svg" Id="R2e3009f18ae44d86" /><Relationship Type="http://schemas.openxmlformats.org/officeDocument/2006/relationships/notesSlide" Target="/ppt/notesSlides/notesSlide2.xml" Id="R3a7ba90cca414e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81da864c4b6418c" /><Relationship Type="http://schemas.openxmlformats.org/officeDocument/2006/relationships/notesSlide" Target="/ppt/notesSlides/notesSlide3.xml" Id="R164730a4e11c43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6692741d4d04424" /><Relationship Type="http://schemas.openxmlformats.org/officeDocument/2006/relationships/image" Target="/ppt/media/image13.png" Id="Rf7c1afac0309431b" /><Relationship Type="http://schemas.openxmlformats.org/officeDocument/2006/relationships/image" Target="/ppt/media/image13.svg" Id="R3b291bd283914a30" /><Relationship Type="http://schemas.openxmlformats.org/officeDocument/2006/relationships/notesSlide" Target="/ppt/notesSlides/notesSlide4.xml" Id="Rf7fc9c77ef0945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ef12da9d3174e3b" /><Relationship Type="http://schemas.openxmlformats.org/officeDocument/2006/relationships/image" Target="/ppt/media/image14.png" Id="R5a794fd653904a77" /><Relationship Type="http://schemas.openxmlformats.org/officeDocument/2006/relationships/image" Target="/ppt/media/image14.svg" Id="R1595f9e6b7c74fc4" /><Relationship Type="http://schemas.openxmlformats.org/officeDocument/2006/relationships/notesSlide" Target="/ppt/notesSlides/notesSlide5.xml" Id="R42683833856045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8e52b7d98314f74" /><Relationship Type="http://schemas.openxmlformats.org/officeDocument/2006/relationships/notesSlide" Target="/ppt/notesSlides/notesSlide6.xml" Id="Rf1dacee5189f42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86123BA-BB86-4245-B55C-1804AA0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8A1B404-56EF-483A-98CA-1AFC7B47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F650A26-96D7-4733-BFFB-0531C05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王先生 家庭 IUL 定制方案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C77CCBC-6D7F-4C15-B70C-C0D4B0E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C10070A3-F043-446F-A1CF-16AA9F5C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0bd451516426f">
            <a:extLst>
              <a:ext uri="{96DAC541-7B7A-43D3-8B79-37D633B846F1}">
                <asvg:svgBlip xmlns:asvg="http://schemas.microsoft.com/office/drawing/2016/SVG/main" r:embed="Rcef0b992988741b1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66A9EC9-6118-423E-8774-952EBE33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友邦保险 · Genesis IUL 指数型寿险计划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73C677E-ED7B-4897-8FE3-946F3419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3BDC6CF-3AE5-4AA6-B318-E75A1A2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a4dfad2df4980">
            <a:extLst>
              <a:ext uri="{96DAC541-7B7A-43D3-8B79-37D633B846F1}">
                <asvg:svgBlip xmlns:asvg="http://schemas.microsoft.com/office/drawing/2016/SVG/main" r:embed="Re3816c043ba541b3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931C021-1A32-44A8-8683-D4119D4C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04B7C7A-5DD8-4E04-B8CF-DB81F216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DBF1A06-39EC-4B8C-B18D-8F6CCFF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9AE0F19-DB2D-4BA0-B079-488D520C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AE4D988-01CE-45B7-A1E3-E7E7DCAB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1ff4c2ec04c6a">
            <a:extLst>
              <a:ext uri="{96DAC541-7B7A-43D3-8B79-37D633B846F1}">
                <asvg:svgBlip xmlns:asvg="http://schemas.microsoft.com/office/drawing/2016/SVG/main" r:embed="Re3fae7023a8e499d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3DE6B1E-DCE7-4B54-A4A8-85BC1442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4A11CD6B-8320-4646-B124-954CA432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CA7E3D9-8BD1-4B77-ADD6-EAC0229C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3225414-6957-4B9D-B70F-D60D232E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F24599EB-68C2-4E22-A5B7-C1D842F1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15f8d9b114155">
            <a:extLst>
              <a:ext uri="{96DAC541-7B7A-43D3-8B79-37D633B846F1}">
                <asvg:svgBlip xmlns:asvg="http://schemas.microsoft.com/office/drawing/2016/SVG/main" r:embed="R53d841f905a549dc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3E61D8AD-1A66-4077-BE53-C282EE2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762CA225-0789-4077-94D4-9E126F91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0ED69B0-0180-4C62-B67C-45B50822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F216D9D-8C9C-42B7-9BD3-7DD5F26A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58e39ec214a8e">
            <a:extLst>
              <a:ext uri="{96DAC541-7B7A-43D3-8B79-37D633B846F1}">
                <asvg:svgBlip xmlns:asvg="http://schemas.microsoft.com/office/drawing/2016/SVG/main" r:embed="R79f9a0d32c244c3a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633C397-5588-4D9D-9C8C-6602932B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Index Universal Life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0171821fb4f57">
            <a:extLst>
              <a:ext uri="{96DAC541-7B7A-43D3-8B79-37D633B846F1}">
                <asvg:svgBlip xmlns:asvg="http://schemas.microsoft.com/office/drawing/2016/SVG/main" r:embed="Rc6edb464640f4ddc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845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6ACB63E-96D5-4FF2-BC92-A5AAA2D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0C245C9-D1EE-4ED6-9F14-995F46D4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58B3FD1-3C0A-476E-A855-BA3FB12E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公司与IUL服务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F98C2331-CB34-4F73-97AB-C203401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292E6BB-71DD-4E2D-8131-60E755DA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5F3240BF-A8AF-472F-9B11-15E8A73D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015D5841-A3B0-4782-B15E-58F828CE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友邦保险 公开资料与产品设计理念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021ea8d5c4ab4">
            <a:extLst>
              <a:ext uri="{96DAC541-7B7A-43D3-8B79-37D633B846F1}">
                <asvg:svgBlip xmlns:asvg="http://schemas.microsoft.com/office/drawing/2016/SVG/main" r:embed="Re02fdde2fd3447d5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6F9C437-37D5-41F1-AC0C-523793D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4D32A50-A651-49A8-AC93-816CFFA1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05378A-FCC0-4E24-B746-5C310FDF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正式资料来源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E12C7BD-6898-4F71-BE2A-B5A72D5E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公司资料库 + 官方计划书 + 源页码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18645B60-6A54-4FA6-95B8-0C3DC04A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BFA5E92-1244-4726-9ED7-6311131F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c48f4aec04bf8">
            <a:extLst>
              <a:ext uri="{96DAC541-7B7A-43D3-8B79-37D633B846F1}">
                <asvg:svgBlip xmlns:asvg="http://schemas.microsoft.com/office/drawing/2016/SVG/main" r:embed="Rf55d373b7c314369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44E15A9-98B8-4B8E-ABE6-420023C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0E1D5A2-2654-4FE2-826F-4EB21A6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方案定位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8383AA1-77B3-47D8-95D1-C9BD1AE8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保障底盘 + 指数账户增值弹性 + 传承杠杆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B6C1EA1-CA04-4875-9CBD-FF4FB0E7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FC3137A-F03A-4D84-A899-34843BDA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2E9F184-DF25-4EAA-90A5-C38FE4A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EF5534E-DB93-4FFF-A5DA-B2EA0F6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089015E-C3C8-4E6D-95BD-78021BA2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D96740D-39A7-4051-A8AA-DAD56B8C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29859621f41ee">
            <a:extLst>
              <a:ext uri="{96DAC541-7B7A-43D3-8B79-37D633B846F1}">
                <asvg:svgBlip xmlns:asvg="http://schemas.microsoft.com/office/drawing/2016/SVG/main" r:embed="Rbc10f6f5ae754506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59B882B-47D6-45BF-BC7F-80FDF3D3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2F2A1383-6E73-4F26-B6EE-AB764FD3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99ED9DD-DC4E-48BF-8357-90CEC80B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FF02570-F0A5-4855-B889-99B6761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59E9C3D6-7892-4294-BF5A-0C498B88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2CE42B9F-38C5-44E1-90D6-66815E9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1FE476EE-726C-412F-8755-A248496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92deac07b415d">
            <a:extLst>
              <a:ext uri="{96DAC541-7B7A-43D3-8B79-37D633B846F1}">
                <asvg:svgBlip xmlns:asvg="http://schemas.microsoft.com/office/drawing/2016/SVG/main" r:embed="Re2f2a9c18a954887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1C2B0A9D-BA9D-45C5-8A37-33146B82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37A5BEC5-4105-41E8-844B-2C23862D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2B1D83B-63CE-4B82-BEA7-6DFB67C3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80CB120B-B099-4080-A4EC-42DE455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73731DFD-BB28-4739-A8F7-340E3491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A1029E46-C516-4DCD-8408-FEE42219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37A5BFBA-1116-4C5D-BB45-D48FE70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F297BDCA-A9AE-48D4-8367-CAB2FFD1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1908E248-257A-4284-8D06-32A5D478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766277f0a497b">
            <a:extLst>
              <a:ext uri="{96DAC541-7B7A-43D3-8B79-37D633B846F1}">
                <asvg:svgBlip xmlns:asvg="http://schemas.microsoft.com/office/drawing/2016/SVG/main" r:embed="R2e3009f18ae44d86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AD4A4A2B-16F5-41EE-87C7-057445C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E88C52BD-47DC-4497-BE45-F4904E06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43DB6193-1304-4D08-98E2-F6F2D550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DCAB3BD9-A331-4429-8CBD-6455ADCB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0DB6DAC-B683-40BE-AFA2-C704B2FA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4C814887-2AB1-4E97-8D7E-23B54660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2DF8CEEB-AF47-4D4D-9FEB-BE64244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0118DBDD-642C-4F23-8B81-DD0B4115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849F62F2-602D-4401-A713-893EAB1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FB6E78A2-BB1F-42B4-8C14-D8A953B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62C114D0-4F2C-415D-A867-DFACE201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E21FA10E-3F60-4A7A-8B74-9B905DF5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7265803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EEC4E8-C650-440F-B4B2-14A132D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34F625A2-D937-4E7B-BDCF-B987678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DEE745A-3042-4DEA-BB37-4687311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保单基础信息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5CB1EBC-B699-480B-9095-C600BC7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4ED5E-6D60-49A2-99DC-8F93685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F3DB15A-8C46-4660-87C2-72FB605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9B7287-950A-44AF-BD40-0E5FDDE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87C56FF-0026-46C9-A87D-42D0B728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0CC78F1-F542-4D3A-ADCA-B201EC7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基础保额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1496FD9-EB85-40D8-8EC4-0F558EC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约 US$1,000,000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1E57865-BCC7-42F7-9DDE-099DFB52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年缴保费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E5123F0-7D02-4570-B121-9C378566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B03AC0A-571B-466E-9137-1299072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42C0B4E-2BF5-4FBC-AF8D-14F6516B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2DF65827-3587-45E5-9785-EC042B4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15BAAB3-800A-4857-99FB-1C55C80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约 US$50,000 / 年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D1EA5D6-754F-45B9-B500-A15D432C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C1CF119-1DDF-4453-8AF6-6495BB9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2AF33B0-1CA3-4BE8-89A5-A58F18F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42BC6408-5E98-458A-A969-09399AC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20D98C9-429D-4269-9594-9392A021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缴费期：10年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6B6090A-58AD-4350-93E9-B492ABD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C6ABA069-D95E-4C32-953E-F488BE6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6966F08-B2C6-411F-AB0C-CDBF4E6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FC4F183-97F5-45C0-A6FF-332A8C6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17A8E1A-D69A-46A9-A580-303373A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3E6DDCB1-D721-4049-A6B8-54B8751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指数账户配置 2 项（可追溯）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2E569C-0C31-4E16-BE8B-C7A47A3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50EB3F0-A756-4D88-B6F4-51B8EE4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A9D058E4-3980-48F4-B0D8-F856E9A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FB0F618-1243-41B2-B537-0479899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392292A0-FF43-4387-ABE4-49A93669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819A54E-8776-49B1-BA16-FDE15BF6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579375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E560511-9CD5-4493-B92E-5866DB0A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5A8A8CE-7869-481C-89C0-69416BB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3F779A1-4BAA-4ED0-A2EE-BE255FA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指数账户参数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5C3761F-A234-49DB-A72C-A18B3B3A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33AE38B-C8C9-4534-B04C-C590898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8D83880-1775-4190-9212-5A65FF42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209F91C-0C52-48D9-A3AF-B95F97C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账户一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BAA80C8-E884-45D4-8EDA-427B11FB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S&amp;P 500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F5B18B6-526D-4F15-BCB8-1F245E9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E79DC05-1A3A-4A78-B6A4-A2BD78C2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假设利率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B9827B40-4FF1-432F-8BA1-4C84D46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5.00%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BDE6CE8-E0F0-4772-9374-18E50E6C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5DD25B3-7B8A-44B5-B237-FBC3571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BAE5778-E9B5-41F6-8D1A-B5F5CB07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6CE8CC58-6A48-4DC3-BC1B-AA421EE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保底利率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E7C3568F-F0B5-4085-8EA5-D13B538A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0.00%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55EB6F22-25CA-48EE-8DE3-62F1B0BE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B66824F-7630-4EA4-A7D3-F51946A7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BA9C489-0F64-4EC3-A455-9B3E894A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33124AB3-B14E-46C0-B859-FAEE3CB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1FCDD77-52A4-4380-B755-C9AE7957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FE570F9-B9DB-4F38-9ED5-0C800F40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封顶/参与率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AD9EE9EB-819D-4C7D-AF24-59414CFA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10.00% / 100%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99D5C0D2-8ED0-4EC1-8809-FF143E9A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23BAFC1-7AA3-4CC3-A41B-AFDEFE8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E1F579A-65C3-450D-99CE-D0BEBA88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FC88D2CA-3C40-4005-B0DD-246312AA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参数用于解释收益区间，不替代正式条款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F5A613B-ECD9-4475-A83B-405D226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全部来源于官方计划书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9205ABD-BABC-4F76-BDB4-A12074B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25ACECDA-3318-46FE-AF34-B57CB6AA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F83CC032-D5A4-43C4-B22D-ED33FE9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44DB081-718C-42DC-AEA9-E0156811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12C94DF5-8CC4-442A-96CD-75D8F82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D149CB30-1808-4281-BC15-FE9520CA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24707DB-73DF-4934-ABB0-0E220C4F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06308ECE-2209-4224-998C-054D575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1C926F48-63A8-44CE-B3B4-87DFB59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0E12A032-EB97-43B1-B1C4-2D039D03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975C57CF-C627-41B1-805C-1F9BFD62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1afac0309431b">
            <a:extLst>
              <a:ext uri="{96DAC541-7B7A-43D3-8B79-37D633B846F1}">
                <asvg:svgBlip xmlns:asvg="http://schemas.microsoft.com/office/drawing/2016/SVG/main" r:embed="R3b291bd283914a30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48862D0-E769-4C1A-AD3A-414800C0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AF495EA-63D6-4446-870B-40A97A1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1afac0309431b">
            <a:extLst>
              <a:ext uri="{96DAC541-7B7A-43D3-8B79-37D633B846F1}">
                <asvg:svgBlip xmlns:asvg="http://schemas.microsoft.com/office/drawing/2016/SVG/main" r:embed="R3b291bd283914a30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1232B3C2-8CFF-4386-9F76-AD4D18D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5E984ED-5379-46CE-A615-A354549C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1afac0309431b">
            <a:extLst>
              <a:ext uri="{96DAC541-7B7A-43D3-8B79-37D633B846F1}">
                <asvg:svgBlip xmlns:asvg="http://schemas.microsoft.com/office/drawing/2016/SVG/main" r:embed="R3b291bd283914a30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0909C81C-58DD-41C7-AFA7-BF7096A1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AF19D30A-D545-40EE-8E40-46C6A0F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486453FF-84A3-44DB-8ABC-721E0C4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5D23B88F-8347-4927-B5FC-5F5836D0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7019971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E246052-A5A2-4967-8C14-A7E24A9F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0CF0012-D543-491F-9213-80ECCB3B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9B4FC64-4CED-426A-AED4-0906D46A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长期利益与传承杠杆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3447AD-F7FD-4FDB-9C50-6E90215F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8AAE4BE-0B25-47AD-BF08-1C8046B3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6AA6AB7F-A73C-4636-84E5-EC197E5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B283849-989F-4C70-BCD8-6C8D975C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458F479-D821-41D5-8052-8BC3F2B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第20年总缴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716413D-88E7-4758-85F6-10E0201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约 US$500,000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6DEBAEA-4AA7-44DF-8C7D-959D2C01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CEFBA95-61D6-43F6-84C1-418B885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第20年非保证现金值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6B71506-BFA6-444C-B871-A8D809E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约 US$675,000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95B8081-F4AE-4284-9B91-67B034CE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D99D2A58-D8AA-4E6C-922D-CC8E3C5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5A6FF0FA-95B6-4E1F-9AB8-39A65C71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第20年非保证身故赔偿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1FD730E-C7AF-4BA2-BB28-76CADD36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约 US$1,540,000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0959A449-C894-4ABD-9081-3E555B5C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329AD777-FB52-4F86-AC94-C633B9B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家庭应用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C425CC7-26A4-41E7-B225-59C48AB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兼顾退休现金流弹性与代际传承杠杆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DEE2011-9BA4-4C11-8F32-4457E52E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02701AE8-35C6-4B61-8FA7-0BD6E3B8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287E366-DC1B-481A-A09A-17B31AF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06E29AF2-276A-4DE3-A64C-6CE1C86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A6CDA62-7807-4380-A12E-D77F85D1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B60CB21-879F-4A82-9FCA-157F8B8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F330981-2AF7-405D-88AD-A35330C0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657306F7-419A-4EEF-8208-5733B6EF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18FC3D1-AE7B-4E74-A32F-ACC5E7DC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13DA39B-38DE-4024-A8B5-75BD3D27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EAAB6A8-861B-4374-ACE2-11216A50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197C3A58-D790-4F02-9AD3-085FA26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5EEF92C2-9D48-4D77-9BAB-6F4128FC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52DF8F39-F3D9-411F-B612-533F5896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8560E76E-0C33-43E3-B961-24BB04F9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F9359EAF-AC04-4E2E-BC85-68C78A2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1D1F795A-BD6E-4B9C-A797-AA874A9D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9E8281DA-C36A-48FE-8CC3-7BEF30BC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008C5573-E146-43AD-9851-6E3BCD5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25EB814-19A3-43AA-8B13-B647264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F934D582-175E-490A-8336-60A6BAD3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FD9F684E-2683-4B84-9E17-98DF663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FBC9766D-3E44-44A0-B633-6F8BAABF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5EDB61EA-1D75-4EB7-A260-52710CD6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AB17DBC-65CE-4AE3-BBC6-F6B63688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C8B0CE99-3B76-46CA-B463-422601D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F510BF47-2A29-4782-9EAB-7BC11203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706E0AC4-7446-4B1D-98BF-12FF842C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ED9BD436-1903-4896-95CC-8CA4DE5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092B2402-8A65-4F77-A2F1-5D850EC0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69D130C7-4198-46A3-B2EA-2F8B64A2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94fd653904a77">
            <a:extLst>
              <a:ext uri="{96DAC541-7B7A-43D3-8B79-37D633B846F1}">
                <asvg:svgBlip xmlns:asvg="http://schemas.microsoft.com/office/drawing/2016/SVG/main" r:embed="R1595f9e6b7c74fc4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C2A10C26-711D-41D2-9AA4-9EB4FC8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11EE15E9-D763-4DA2-B7A8-E828795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1E9682D9-2F9D-4992-8EBB-8982995E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423029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EEC4E8-C650-440F-B4B2-14A132D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34F625A2-D937-4E7B-BDCF-B987678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DEE745A-3042-4DEA-BB37-4687311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方案总结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5CB1EBC-B699-480B-9095-C600BC7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4ED5E-6D60-49A2-99DC-8F93685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F3DB15A-8C46-4660-87C2-72FB605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9B7287-950A-44AF-BD40-0E5FDDE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87C56FF-0026-46C9-A87D-42D0B728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0CC78F1-F542-4D3A-ADCA-B201EC7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IUL 定制输出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1496FD9-EB85-40D8-8EC4-0F558EC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账户参数、利益演示、风险提示均可追溯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1E57865-BCC7-42F7-9DDE-099DFB52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E5123F0-7D02-4570-B121-9C378566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B03AC0A-571B-466E-9137-1299072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42C0B4E-2BF5-4FBC-AF8D-14F6516B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2DF65827-3587-45E5-9785-EC042B4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客户沟通重点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15BAAB3-800A-4857-99FB-1C55C80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先确认风险承受，再讨论收益区间与长期目标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D1EA5D6-754F-45B9-B500-A15D432C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C1CF119-1DDF-4453-8AF6-6495BB9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2AF33B0-1CA3-4BE8-89A5-A58F18F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42BC6408-5E98-458A-A969-09399AC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20D98C9-429D-4269-9594-9392A021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6B6090A-58AD-4350-93E9-B492ABD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C6ABA069-D95E-4C32-953E-F488BE6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6966F08-B2C6-411F-AB0C-CDBF4E6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FC4F183-97F5-45C0-A6FF-332A8C6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17A8E1A-D69A-46A9-A580-303373A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3E6DDCB1-D721-4049-A6B8-54B8751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后续可叠加储蓄险或重疾险形成组合方案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2E569C-0C31-4E16-BE8B-C7A47A3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50EB3F0-A756-4D88-B6F4-51B8EE4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A9D058E4-3980-48F4-B0D8-F856E9A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FB0F618-1243-41B2-B537-0479899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392292A0-FF43-4387-ABE4-49A93669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819A54E-8776-49B1-BA16-FDE15BF6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5793758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2026-06-01T21:59:10.8360000Z</dcterms:created>
  <dcterms:modified xsi:type="dcterms:W3CDTF">2026-06-01T21:59:10.8360000Z</dcterms:modified>
</coreProperties>
</file>