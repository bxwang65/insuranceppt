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4bf63be10a49a5" /><Relationship Type="http://schemas.openxmlformats.org/officeDocument/2006/relationships/extended-properties" Target="/docProps/app.xml" Id="Rd0e96e2efddb4bcb" /><Relationship Type="http://schemas.openxmlformats.org/officeDocument/2006/relationships/officeDocument" Target="/ppt/presentation.xml" Id="Rc9265b34682c4f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a0866920374971"/>
    <p:sldMasterId xmlns:r="http://schemas.openxmlformats.org/officeDocument/2006/relationships" id="2147483659" r:id="Rdbe5a27762bc4611"/>
  </p:sldMasterIdLst>
  <p:notesMasterIdLst>
    <p:notesMasterId xmlns:r="http://schemas.openxmlformats.org/officeDocument/2006/relationships" r:id="R0ba9ee8a9db34c33"/>
  </p:notesMasterIdLst>
  <p:sldIdLst>
    <p:sldId xmlns:r="http://schemas.openxmlformats.org/officeDocument/2006/relationships" id="256" r:id="Rad0cce21d3e94dd0"/>
    <p:sldId xmlns:r="http://schemas.openxmlformats.org/officeDocument/2006/relationships" id="257" r:id="Rdd9a040252a044ee"/>
    <p:sldId xmlns:r="http://schemas.openxmlformats.org/officeDocument/2006/relationships" id="258" r:id="R195be57c8af144ac"/>
    <p:sldId xmlns:r="http://schemas.openxmlformats.org/officeDocument/2006/relationships" id="259" r:id="Rbb3af6f2ffad4d96"/>
    <p:sldId xmlns:r="http://schemas.openxmlformats.org/officeDocument/2006/relationships" id="260" r:id="R1ee9ab8f592e4c43"/>
    <p:sldId xmlns:r="http://schemas.openxmlformats.org/officeDocument/2006/relationships" id="261" r:id="R12215dceb98e49ca"/>
    <p:sldId xmlns:r="http://schemas.openxmlformats.org/officeDocument/2006/relationships" id="262" r:id="R127dc9e92f4c4d36"/>
    <p:sldId xmlns:r="http://schemas.openxmlformats.org/officeDocument/2006/relationships" id="263" r:id="Rf27a86ef559046b0"/>
    <p:sldId xmlns:r="http://schemas.openxmlformats.org/officeDocument/2006/relationships" id="264" r:id="R080abef3adb2407b"/>
    <p:sldId xmlns:r="http://schemas.openxmlformats.org/officeDocument/2006/relationships" id="265" r:id="Rfb088c88e58e42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c285990be6416c" /><Relationship Type="http://schemas.openxmlformats.org/officeDocument/2006/relationships/slideMaster" Target="/ppt/slideMasters/slideMaster1.xml" Id="Rb4a0866920374971" /><Relationship Type="http://schemas.openxmlformats.org/officeDocument/2006/relationships/slideMaster" Target="/ppt/slideMasters/slideMaster2.xml" Id="Rdbe5a27762bc4611" /><Relationship Type="http://schemas.openxmlformats.org/officeDocument/2006/relationships/notesMaster" Target="/ppt/notesMasters/notesMaster1.xml" Id="R0ba9ee8a9db34c33" /><Relationship Type="http://schemas.openxmlformats.org/officeDocument/2006/relationships/presProps" Target="/ppt/presProps.xml" Id="Rfc2b3ca552a2401d" /><Relationship Type="http://schemas.openxmlformats.org/officeDocument/2006/relationships/viewProps" Target="/ppt/viewProps.xml" Id="R5a3efde3b1be46fa" /><Relationship Type="http://schemas.openxmlformats.org/officeDocument/2006/relationships/tableStyles" Target="/ppt/tableStyles.xml" Id="Ra3f6c429f87e42ad" /><Relationship Type="http://schemas.openxmlformats.org/officeDocument/2006/relationships/slide" Target="/ppt/slides/slide1.xml" Id="Rad0cce21d3e94dd0" /><Relationship Type="http://schemas.openxmlformats.org/officeDocument/2006/relationships/slide" Target="/ppt/slides/slide2.xml" Id="Rdd9a040252a044ee" /><Relationship Type="http://schemas.openxmlformats.org/officeDocument/2006/relationships/slide" Target="/ppt/slides/slide3.xml" Id="R195be57c8af144ac" /><Relationship Type="http://schemas.openxmlformats.org/officeDocument/2006/relationships/slide" Target="/ppt/slides/slide4.xml" Id="Rbb3af6f2ffad4d96" /><Relationship Type="http://schemas.openxmlformats.org/officeDocument/2006/relationships/slide" Target="/ppt/slides/slide5.xml" Id="R1ee9ab8f592e4c43" /><Relationship Type="http://schemas.openxmlformats.org/officeDocument/2006/relationships/slide" Target="/ppt/slides/slide6.xml" Id="R12215dceb98e49ca" /><Relationship Type="http://schemas.openxmlformats.org/officeDocument/2006/relationships/slide" Target="/ppt/slides/slide7.xml" Id="R127dc9e92f4c4d36" /><Relationship Type="http://schemas.openxmlformats.org/officeDocument/2006/relationships/slide" Target="/ppt/slides/slide8.xml" Id="Rf27a86ef559046b0" /><Relationship Type="http://schemas.openxmlformats.org/officeDocument/2006/relationships/slide" Target="/ppt/slides/slide9.xml" Id="R080abef3adb2407b" /><Relationship Type="http://schemas.openxmlformats.org/officeDocument/2006/relationships/slide" Target="/ppt/slides/slide10.xml" Id="Rfb088c88e58e42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72ed8eca3504a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c61026a08b43b7" /><Relationship Type="http://schemas.openxmlformats.org/officeDocument/2006/relationships/notesMaster" Target="/ppt/notesMasters/notesMaster1.xml" Id="R7ac167a5ebfb47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9567b321fc4f78" /><Relationship Type="http://schemas.openxmlformats.org/officeDocument/2006/relationships/notesMaster" Target="/ppt/notesMasters/notesMaster1.xml" Id="R3d5529bd351741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b8402576904b91" /><Relationship Type="http://schemas.openxmlformats.org/officeDocument/2006/relationships/notesMaster" Target="/ppt/notesMasters/notesMaster1.xml" Id="R7321f514842446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a0146eaed24327" /><Relationship Type="http://schemas.openxmlformats.org/officeDocument/2006/relationships/notesMaster" Target="/ppt/notesMasters/notesMaster1.xml" Id="R0a76da0a044e4a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72a984bc1d429b" /><Relationship Type="http://schemas.openxmlformats.org/officeDocument/2006/relationships/notesMaster" Target="/ppt/notesMasters/notesMaster1.xml" Id="R84451bfd318e4f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1fe5d1766e469e" /><Relationship Type="http://schemas.openxmlformats.org/officeDocument/2006/relationships/notesMaster" Target="/ppt/notesMasters/notesMaster1.xml" Id="Rbd4a66639e064c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1d7abdc5e4483d" /><Relationship Type="http://schemas.openxmlformats.org/officeDocument/2006/relationships/notesMaster" Target="/ppt/notesMasters/notesMaster1.xml" Id="R6246ae6280ac4c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38d3de6ddb4f6e" /><Relationship Type="http://schemas.openxmlformats.org/officeDocument/2006/relationships/notesMaster" Target="/ppt/notesMasters/notesMaster1.xml" Id="Rafdc2a0c773540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82f1e1a38c4c11" /><Relationship Type="http://schemas.openxmlformats.org/officeDocument/2006/relationships/notesMaster" Target="/ppt/notesMasters/notesMaster1.xml" Id="R749849f535184b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17086a2a9a4578" /><Relationship Type="http://schemas.openxmlformats.org/officeDocument/2006/relationships/notesMaster" Target="/ppt/notesMasters/notesMaster1.xml" Id="R0d114923bbd647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3c5b518d145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69c4bb18540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2e671323641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f8e58df6042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b3e6bb60340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f6c7d54f14c4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49d79f352470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c31f34f724f1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fb077aab940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3956e6a59402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fb49a0fe3546e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ca8ad888424cd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095962716e47e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f00fcf2b9b4d1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2ffd518e05403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efa94b9402429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972c143d6b4d2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c9fa7ef9154bd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594bbed5fe4212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2662b24d8846d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202c233515460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b6a112112f46f0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B06885-D1C6-42DB-BE1D-6C568D140DE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0D27D19-6D3B-4368-8172-2BB781F9AD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C9F682B-C3B7-4E95-91C3-53250C2477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D5B214F-5AD1-434F-BDFF-D2487E0EFD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C97FECD1-6C12-49D7-9C7C-1F7B0250BAC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82DFF7-A314-4E23-9645-FA503CBB3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C5A044F-6CF3-4BB0-BA74-6DC068EFB0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9E102EF-971C-491A-A4DB-4145B6ED4E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9ECC0FC-0988-4AA7-8383-1CB180F7A0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1BCD13-852D-4AC1-88B3-3238341F97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1C89B2C-7644-41E8-9401-38308C383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A3996B2-A768-4E72-930D-F6C61AA70E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6BBC9-4C97-495C-8AD2-A92FE42C3C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E846DBE-34EB-4735-9C93-1F7B8AF15E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4ED3085-0409-4EF8-988B-CE56511192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3360E7-52C5-45A9-94A6-27BD52A65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AFFE37A-4D51-43E5-A740-556CBFD77A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6E38C4E-CF92-4299-8F4B-D325E6EAE5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7AB445E-DC2F-494D-9772-74FD92D498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AB976F9-E52A-4D77-AC63-5B54005F5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3559C02-0E35-4160-BEA6-9967C55006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CA4EAB-F494-451C-A83F-0EDCDCF55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B5FBC3C-6006-473E-AA30-BD0FFBC114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2CEF3A0-0E31-48B0-85F0-07FBACF64D8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910250D-9FDF-462A-A839-13DC1096E7E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D9AD2F5-0F20-4094-B89C-B77667081A2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3C4AAB3-E735-4EC8-B025-8FA09C3E11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5258036-8FF8-4A90-870D-3F4D0CA1F9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5C84FFB-2704-4AC7-81C3-70D2646CAB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56CCCD5-BCC5-48B9-AE1B-358D21391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8227E30-5F4E-41F9-943D-29AE67CF5F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39D634-BA58-468D-AABB-82418228EB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B527204-91C8-4B7D-93A4-3809262CA0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DE16A7D-BA84-40CA-80C3-23C8789550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8B32B76-5D1C-4412-92FA-4451C61D58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E6D5362-D38D-42FA-B392-42AD7EAD0C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156C3D-A514-4DF5-A9E7-258A94F9A21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FB1A8D2-0AB1-45A4-90FB-E4C4348CED9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CFC307-4254-4025-A7FA-1F7D0331F1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3DF68C6-067B-4D55-BC80-383138D31C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B01582-7512-4B8F-AE67-38069898A8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4544B2-4E57-43DB-BD74-F49A60233E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E06EBE9-827E-46CB-A1FB-19DCC59C1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0F82DB3-AC49-4BB6-99FA-3CD130303F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55CF32-4105-481E-8566-27ACC0666D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1B48AC4-6953-4ED9-B602-21AD26DF3E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1C6D86-7A8A-44CF-9D83-318C2537E4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F9A7CF5-6A37-415C-839E-9A8A69D07B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E15378C-D37C-4B47-97EB-7C4FAF7A35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A2216D4-64A7-4524-9B74-FC1DEC7588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33D353B6-3908-4038-A00D-EFAF96DD09B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5AB3F6D-0BFD-4F36-A3DD-0591C4D2E9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808708A-B36D-4EDA-918A-7074020CF0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E878C65-D503-4CCE-B1B2-0FE2F81D24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55C044F-15EC-4CEB-9C72-646A72F4F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3CD0BF0-3AE3-49BB-B15F-D6BD57E897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A59A6F-A2BD-407C-A230-40AD43CF150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178053" y="1445232"/>
            <a:ext cx="1146320" cy="1815098"/>
          </a:xfrm>
        </p:spPr>
        <p:txBody>
          <a:bodyPr xmlns:a="http://schemas.openxmlformats.org/drawingml/2006/main" vert="eaVert" wrap="square" anchor="b">
            <a:normAutofit/>
          </a:bodyPr>
          <a:lstStyle xmlns:a="http://schemas.openxmlformats.org/drawingml/2006/main">
            <a:lvl1pPr>
              <a:buNone/>
              <a:defRPr sz="6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E63D23-66D9-435D-93AB-90F6C0A5AA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4076A06-4DC2-4C0A-B6B7-0C46561DF8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0F39D0F-13D2-4AAA-9544-926280ADC9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8E94873-EEE8-4089-B438-B5C6A9A63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16380A1-DBDD-4D75-83E0-323D188B7C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6C00482-9D93-49FE-B27D-9D8B2CB60BA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0143E21-537B-4FDE-A8F8-9B5160F5A2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483C2F-F945-4EF9-86CF-1D26C959C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E99C3DA-A406-4647-B740-7E81DB2C08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E78DDDB-4465-4719-8844-44911895156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6E0F38A-E1CB-428D-900E-011603737F6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20BF550-2908-418F-8215-B39DAE85B53A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D509F05-A4DA-4DAF-8F89-B61BAD9AE36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7FCD3E9-A5B0-484A-9E0E-2E2E4D85EE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32809F3-D192-4BCF-8B4E-1B9F69E51F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5C02DD1-F0D5-4641-8790-4F00D7F50A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D7BE4EC9-0DF0-4743-A05D-04754BB93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C863D0-1840-48CF-805D-AD1870E0E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801071C-093F-480A-8254-1DA693EEE1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A2C4959-B979-40AB-87CF-15A2A7928A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A1E3812-C17A-4C7F-AE8D-1A474689B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93259FF-3257-42A2-B1E8-5E81EB8E97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8EA28EE-72B1-49D6-9B6F-76A9BC2085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4EFC257-67C6-4306-9AD0-00508CD8EC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5AB69E7F-68B6-4D67-967C-D51AEDCF7A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CFDA8D2-50DE-4E22-BE6D-403B0CAB0D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39385CF-80E3-4A56-99A6-E7E0CA080F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236EB59-FC94-4B81-8218-E3077FC900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779C687-A655-4A4A-A9E6-A03247B7284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446FFE-37D6-4816-8DB2-A331EF550B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5DD4FA-3555-4419-8D13-5A57D71044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FBDFBFB-40DB-448A-8461-FF6AD6138C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72617BF2-B8A8-45D4-8654-159128079B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90CDC3C-AAAD-4728-9513-83432751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1723220-DCFA-4CEB-9A9D-3153EF14D038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B1FBFBC-72A6-4D72-885C-DB59BDEFC442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217A2E3-B157-4BA3-9FDD-CDB37072D1E9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49EC7A8A-DDF4-41B1-B9C9-D8BBD92E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C87527F3-0CFE-4B2F-8EAB-CC343ECA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E30D7D10-CDA6-4DFC-B628-F1EC5374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3F34F42D-007C-469B-9F58-DA60307D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8342BB53-25B7-432C-A886-40E86531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FE6551B6-AD1D-4C01-873C-9FA78069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54484EFE-B9EB-47D2-8358-C71759ED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080AC02B-CE79-42AE-8705-7971EF55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288A2F08-6E33-493A-AF29-EA634B74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1CD0D88F-4175-44A1-9845-D47067F4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0032AACA-B189-40B3-BCEC-5D50B222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167F1AAF-FCDB-4EB6-B860-F5CF6821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55A0D025-8250-4882-BDE6-77B58F5F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BE4AB646-D2C0-4689-9669-45E4857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20E66891-52BD-4B93-899B-E7E0FE7D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09EAA5EE-28D2-45D2-AFCF-60BE418D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14C0FC2A-27D3-4649-AF43-3B8E624A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0EF5F554-EB10-445A-B66C-DA55F696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B6484651-185E-426E-94BD-3B1B7F26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39EDB1C9-1CB2-476A-B118-9C515570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0308DBCA-23BC-4263-82AD-0AE3D720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3441944A-C455-4BBD-9ED9-2147191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92CC4D45-E6FC-45F4-9AF4-E01C4272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D0F5260F-7D88-474E-9EBD-DCFCE66A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54FBBC1-2167-4EBA-BF4A-8C5C0A21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98774BD7-786D-4025-B1E3-A9C8AC14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01C8DE5A-F79E-4E4A-94AB-4574F66F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512E40B5-0C86-4B2B-AB06-D5B18373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B386FE84-76CA-46DD-AC8D-29932272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6ADFF81B-A5E6-4884-925B-B100A181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5ABB8AFB-23A6-42C9-B882-5F25927C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888BAF8A-3BC6-4C1D-8593-8631ABBD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79DCA29F-5E0C-4B74-80FB-90999094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1A486B78-292B-4C32-B4F8-F1B87680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88EA36F3-23FE-432C-8014-D92D2E9D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371C35D7-3634-4156-91B2-170BDCC4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04906F05-24E0-41B0-9511-3DA6004CF580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20XX YEAR</a:t>
            </a: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371933FE-C697-4114-BE64-ABF3F4EB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2695E82D-094A-4889-BF25-CB9B5CCE57E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单击此处
添加文档标题</a:t>
            </a:r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6A4668F6-8947-4E51-ADEF-AC393B712429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1016000" y="4749800"/>
            <a:ext cx="2540882" cy="533400"/>
          </a:xfrm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2">
            <a:extLst xmlns:a="http://schemas.openxmlformats.org/drawingml/2006/main">
              <a:ext uri="{FF2B5EF4-FFF2-40B4-BE49-F238E27FC236}">
                <a16:creationId xmlns:a16="http://schemas.microsoft.com/office/drawing/2014/main" id="{30592F2B-7A98-4E3D-AF0D-C965238F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D38A476-80CD-429B-88C0-8785E29D31FA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A06AC66-0192-4FCA-9BF7-FA388B6A695A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10CDE05-D38B-4DBE-A694-0506947A811C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9F8CF8A9-BBCD-4227-BBFC-96E33013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4335" y="3182620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DCE48754-6303-45B0-880B-37C98F1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98665" y="422656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DA29E92E-9EE7-4CCA-9A0B-178867DC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613390" y="196596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5C8B7146-FCCA-4153-92CC-2DCB5688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493760" y="16090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186E70DB-CBB7-4B73-B74A-99334070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245475" y="1659890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E23CE478-60DE-4E54-ABE9-05813DB3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654290" y="188023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CDCD4FCF-790B-4866-8BAF-3A2D16CB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506335" y="1964690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45928290-B28D-4CAD-A9AA-B5BBAFDB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504045" y="160591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1E3C93D2-0D68-43B8-AEED-0118588F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022840" y="171577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CEC50564-F1FE-4652-B241-EBE082E9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123680" y="15767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E8433878-FF54-49AA-9BF2-8C28AF9D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778875" y="158051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E5186F58-BC58-49C0-A16B-4D1EDB72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034020" y="17202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B4AFCA00-5503-49DE-9004-FCA8084C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843520" y="179197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E171E7FE-59A2-463A-89C8-129FC447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368540" y="205486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E6C7BE2D-8A05-485B-9F21-600043BB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244080" y="214757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61CC3794-C016-4A64-87CA-8DAEEDCE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8035" y="224091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F3D001AE-FB8E-4303-BCA5-111D53B8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52310" y="233426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4C59E3FE-3124-4550-831A-520D107B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69760" y="2439670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70B0221C-F0FD-4331-AEF1-E1FAF246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06895" y="2534920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0D2F25C2-5658-4D99-9E59-1BCA13F0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8000" y="262953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E352CF96-A95D-457B-8B57-241F61E8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17360" y="272796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A4BEDC40-846F-4291-BA32-C0D4C976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88150" y="281876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71E8EDA9-B6B6-4C4C-84A2-00304CB6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8465" y="2905125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050CA2CB-FDDD-4C09-8618-CEB20133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3860" y="299339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4E1E5C9D-255A-4FAC-BAB5-9AE889DF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6240" y="3090545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57D4D216-F763-403D-A5D3-6EC1F8E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0685" y="327469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F5F7BB51-BDCE-4579-9630-B9817CD7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0210" y="33655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2BED279F-ADB6-4456-8AA7-4A74492D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83095" y="402526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0C11E9F8-4430-4DAC-8F70-5E8F3C87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42150" y="413702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D7FB80E5-09C8-4547-8C6F-999BFB08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88480" y="381952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C6E5480A-F550-4184-8276-48706727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30390" y="392049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514DBB27-8D9D-4672-B39D-6ED5A957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23075" y="3637280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C39E9484-7E57-443D-8D07-58B3D025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3555" y="373189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EFC9B7DB-7977-45C7-957B-E85696CE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77355" y="345757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E11F9765-5DD0-45A2-9A66-7F16F886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96405" y="35477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1AF6FE65-84FD-4DC4-9D28-DB439B1F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6765" y="4328795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椭圆 46">
            <a:extLst xmlns:a="http://schemas.openxmlformats.org/drawingml/2006/main">
              <a:ext uri="{FF2B5EF4-FFF2-40B4-BE49-F238E27FC236}">
                <a16:creationId xmlns:a16="http://schemas.microsoft.com/office/drawing/2014/main" id="{0D423340-2B02-40C3-8656-D15DFA08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335" y="1164515"/>
            <a:ext cx="1628128" cy="1628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8A17481D-C17D-4E36-B99E-264B110F04C9}"/>
              </a:ext>
            </a:extLst>
          </p:cNvPr>
          <p:cNvSpPr>
            <a:spLocks xmlns:a="http://schemas.openxmlformats.org/drawingml/2006/main" noGrp="1"/>
          </p:cNvSpPr>
          <p:nvPr>
            <p:ph type="title" idx="16388" hasCustomPrompt="1"/>
          </p:nvPr>
        </p:nvSpPr>
        <p:spPr>
          <a:xfrm xmlns:a="http://schemas.openxmlformats.org/drawingml/2006/main">
            <a:off x="1016000" y="3530600"/>
            <a:ext cx="6352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r>
              <a:t>单击此处添加章节标题</a:t>
            </a:r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072F6357-5BE5-4770-92FA-FFE2D60FC57E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905000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85CDABF-563B-410A-B27E-4D2D9D36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2B370DD9-9D35-4D83-A5A6-61AC0A24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15670" y="101155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8D22B4CE-4B3F-4A9D-84A5-4FCAABA4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07160" y="14566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5070330F-E9AB-4B1B-8588-11E25A43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615055" y="444881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52983408-7B57-49EC-9DF2-193CAAE2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914525" y="242697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BA0019E8-7801-49BA-9847-1803639D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733550" y="22015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075F7539-468F-4CCA-B863-3C992576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26515" y="167957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D368235B-845A-41E0-947A-B1A2E2ED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30630" y="155511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7C3D8CFE-0C9B-4EA6-92C3-0D11F935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693035" y="3366770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3A5F41A6-FE49-469E-AB50-EE00C7FB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121660" y="386080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53BA6B22-1873-4401-9DE7-753F6571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388870" y="3011170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2536A52F-FF44-421F-B6A0-2326EB40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124710" y="269049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7F965949-2697-4527-BDF9-408E135F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584325" y="20123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6137105A-6B0E-4231-8F2C-F349BC5E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52880" y="1843405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9FCE597C-0FF3-4007-921B-3760B3E9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45540" y="144145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87A0ABE8-B9D6-49F9-9AFF-262763D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3150" y="133858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096D4C92-9819-48D4-9F6E-57EE7E53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14730" y="125158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2CE574CB-A177-465E-9118-E688637A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6470" y="1188085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1C105235-E16B-4D7B-8004-E7624D77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27100" y="112585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92AB5E01-6CE6-423F-A8A0-CBED3233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02335" y="107886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504B1AA0-9634-4B4F-B02F-98481B80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650" y="1047750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A885ECEF-FB49-4904-912C-0C22A9D9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102235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D8FBA9B2-C40D-4726-8ED9-829C93F2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1220" y="100647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FACEB896-D4B0-4467-BDD0-E2422804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99949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AD111C44-BDEE-4338-A3B2-A039F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015" y="99695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744610B7-8A62-4BC1-8DCA-0D516E8F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97255" y="100203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CB147939-57EA-4AA5-B22A-2343B94E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39800" y="102806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D70E135A-F0C5-464C-9107-77BC4421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5200" y="104775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07ACA065-29E1-410E-8CB8-1934E520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76985" y="132778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7249B0BC-E492-4205-A7EE-3B959363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44295" y="1395730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C769E0E0-3D25-4B4D-AB6A-68A174DD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60145" y="1217930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06490CE1-BEA0-4F61-AFE7-F0D96B43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12215" y="127000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81873779-8CCB-49A2-ABCA-A4535436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1880" y="113728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E546B56A-3729-4C46-9AC9-CF1C0F1B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12520" y="117792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94DBFFE5-67E3-4C41-8088-8878A440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98855" y="107378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E620DC1E-3619-41F7-98C8-E47D7056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31240" y="1103630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AA6DEE4A-DAEF-4ECD-AF19-7A4DCD72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60500" y="151130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4CB98B53-4EE8-4C69-B69E-97C83ED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895767"/>
            <a:ext cx="1493592" cy="3066466"/>
          </a:xfrm>
          <a:custGeom xmlns:a="http://schemas.openxmlformats.org/drawingml/2006/main">
            <a:rect l="l" t="t" r="r" b="b"/>
            <a:pathLst>
              <a:path w="1493592" h="3066466">
                <a:moveTo>
                  <a:pt x="1493592" y="0"/>
                </a:moveTo>
                <a:lnTo>
                  <a:pt x="1227781" y="26796"/>
                </a:lnTo>
                <a:cubicBezTo>
                  <a:pt x="527088" y="170179"/>
                  <a:pt x="0" y="790152"/>
                  <a:pt x="0" y="1533233"/>
                </a:cubicBezTo>
                <a:cubicBezTo>
                  <a:pt x="0" y="2276315"/>
                  <a:pt x="527088" y="2896288"/>
                  <a:pt x="1227781" y="3039670"/>
                </a:cubicBezTo>
                <a:lnTo>
                  <a:pt x="1493592" y="306646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D61A7D0-B529-4507-8415-9D7B672EF510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42E8543-1E07-469D-BA38-A0E442055F77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319BCAA-A146-43B8-AEC2-BD35E4DAC439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C53313A-3E28-48F7-8BCB-2094DEF9ECE4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5726642" y="2667000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1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B610CE57-B5C0-4F7B-B823-B85F72C198EA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5724878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4570264-7060-4FAF-9390-BB3C97C350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AB57048-A518-4A54-8C93-CABFCE0AC1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BCFBAD0-58A2-4CCA-93C6-D89D6E2705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06D735F6-A03E-4EED-81F0-912E6AE66126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8E29D055-E6E4-4E15-9BA3-90828AEC1759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4CE29A0A-08E7-4943-85DB-9D822B96B0F5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8A3B4B69-7DCC-4BE6-B43C-3F5AC8683A90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ECD92A5D-A67C-44FA-AF95-6F01313A2B25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31D3B540-557D-441D-B93B-749B2C81E370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14ADB3EC-B6C5-4654-B4CA-39EA53C6F052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DF8AA62F-9DCA-4430-AE5A-213F8B131559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DAFBD76E-FE27-4E83-854F-06EB9C5EBABE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D0D7CBB0-6D31-4AD5-AFF7-3692F4689E99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CACBFBFC-6D92-49CE-9516-CEF6482B8394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279FE328-7710-4212-A077-F71826CD7067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8E9ED75D-8391-4252-906A-BFEF556E8E59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374560C2-D1C1-4419-81F6-2C2FECAC8E2C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d293f9cf414cf0" /><Relationship Type="http://schemas.openxmlformats.org/officeDocument/2006/relationships/slideLayout" Target="/ppt/slideLayouts/slideLayout1.xml" Id="R216f98fb7b614aa1" /><Relationship Type="http://schemas.openxmlformats.org/officeDocument/2006/relationships/slideLayout" Target="/ppt/slideLayouts/slideLayout2.xml" Id="Rb9ac0474cd574dd1" /><Relationship Type="http://schemas.openxmlformats.org/officeDocument/2006/relationships/slideLayout" Target="/ppt/slideLayouts/slideLayout3.xml" Id="Re8d3b430aa274266" /><Relationship Type="http://schemas.openxmlformats.org/officeDocument/2006/relationships/slideLayout" Target="/ppt/slideLayouts/slideLayout4.xml" Id="Rc70e7ecf376a40aa" /><Relationship Type="http://schemas.openxmlformats.org/officeDocument/2006/relationships/slideLayout" Target="/ppt/slideLayouts/slideLayout5.xml" Id="R42c507aae5c441fa" /><Relationship Type="http://schemas.openxmlformats.org/officeDocument/2006/relationships/slideLayout" Target="/ppt/slideLayouts/slideLayout6.xml" Id="R1e6be96044414f45" /><Relationship Type="http://schemas.openxmlformats.org/officeDocument/2006/relationships/slideLayout" Target="/ppt/slideLayouts/slideLayout7.xml" Id="R964ca4f2fb314f84" /><Relationship Type="http://schemas.openxmlformats.org/officeDocument/2006/relationships/slideLayout" Target="/ppt/slideLayouts/slideLayout8.xml" Id="Rfaa600eaf0e44b45" /><Relationship Type="http://schemas.openxmlformats.org/officeDocument/2006/relationships/slideLayout" Target="/ppt/slideLayouts/slideLayout9.xml" Id="R66478a1821034d2e" /><Relationship Type="http://schemas.openxmlformats.org/officeDocument/2006/relationships/slideLayout" Target="/ppt/slideLayouts/slideLayout10.xml" Id="R81e7b97849c7479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c1daccb096b475c" /><Relationship Type="http://schemas.openxmlformats.org/officeDocument/2006/relationships/slideLayout" Target="/ppt/slideLayouts/slideLayout11.xml" Id="Rd0408153f8f2413b" /><Relationship Type="http://schemas.openxmlformats.org/officeDocument/2006/relationships/slideLayout" Target="/ppt/slideLayouts/slideLayout12.xml" Id="Rc290ec1a43124d7a" /><Relationship Type="http://schemas.openxmlformats.org/officeDocument/2006/relationships/slideLayout" Target="/ppt/slideLayouts/slideLayout13.xml" Id="R33390758bc0245bf" /><Relationship Type="http://schemas.openxmlformats.org/officeDocument/2006/relationships/slideLayout" Target="/ppt/slideLayouts/slideLayout14.xml" Id="Rc7d7e574da43401a" /><Relationship Type="http://schemas.openxmlformats.org/officeDocument/2006/relationships/slideLayout" Target="/ppt/slideLayouts/slideLayout15.xml" Id="Rec8496fdbe2a40f7" /><Relationship Type="http://schemas.openxmlformats.org/officeDocument/2006/relationships/slideLayout" Target="/ppt/slideLayouts/slideLayout16.xml" Id="Rf4e344e2609e4f25" /><Relationship Type="http://schemas.openxmlformats.org/officeDocument/2006/relationships/slideLayout" Target="/ppt/slideLayouts/slideLayout17.xml" Id="R3d78f398c4364bee" /><Relationship Type="http://schemas.openxmlformats.org/officeDocument/2006/relationships/slideLayout" Target="/ppt/slideLayouts/slideLayout18.xml" Id="Ree91581717814de4" /><Relationship Type="http://schemas.openxmlformats.org/officeDocument/2006/relationships/slideLayout" Target="/ppt/slideLayouts/slideLayout19.xml" Id="Rc424544c05b44bfe" /><Relationship Type="http://schemas.openxmlformats.org/officeDocument/2006/relationships/slideLayout" Target="/ppt/slideLayouts/slideLayout20.xml" Id="Raad6252837a34d62" /><Relationship Type="http://schemas.openxmlformats.org/officeDocument/2006/relationships/slideLayout" Target="/ppt/slideLayouts/slideLayout21.xml" Id="R3511a02e06a042be" /><Relationship Type="http://schemas.openxmlformats.org/officeDocument/2006/relationships/slideLayout" Target="/ppt/slideLayouts/slideLayout22.xml" Id="R356e2bcdcd4946c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DB7D2E8-9141-4FB6-A412-CB6C32A61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0C25F1-4E82-4561-8512-E0142480D3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372D583-755F-49C1-9678-CB6121AE243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2A1D72-CA6D-47F9-8D40-4F42F9B6DB5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9444332-AB47-4DDD-88E3-B920287F5D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6f98fb7b614aa1"/>
    <p:sldLayoutId xmlns:r="http://schemas.openxmlformats.org/officeDocument/2006/relationships" id="2147483650" r:id="Rb9ac0474cd574dd1"/>
    <p:sldLayoutId xmlns:r="http://schemas.openxmlformats.org/officeDocument/2006/relationships" id="2147483651" r:id="Re8d3b430aa274266"/>
    <p:sldLayoutId xmlns:r="http://schemas.openxmlformats.org/officeDocument/2006/relationships" id="2147483652" r:id="Rc70e7ecf376a40aa"/>
    <p:sldLayoutId xmlns:r="http://schemas.openxmlformats.org/officeDocument/2006/relationships" id="2147483653" r:id="R42c507aae5c441fa"/>
    <p:sldLayoutId xmlns:r="http://schemas.openxmlformats.org/officeDocument/2006/relationships" id="2147483654" r:id="R1e6be96044414f45"/>
    <p:sldLayoutId xmlns:r="http://schemas.openxmlformats.org/officeDocument/2006/relationships" id="2147483655" r:id="R964ca4f2fb314f84"/>
    <p:sldLayoutId xmlns:r="http://schemas.openxmlformats.org/officeDocument/2006/relationships" id="2147483656" r:id="Rfaa600eaf0e44b45"/>
    <p:sldLayoutId xmlns:r="http://schemas.openxmlformats.org/officeDocument/2006/relationships" id="2147483657" r:id="R66478a1821034d2e"/>
    <p:sldLayoutId xmlns:r="http://schemas.openxmlformats.org/officeDocument/2006/relationships" id="2147483658" r:id="R81e7b97849c747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6C88777-E716-486F-8DBF-B8653D4F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5A3453AC-0C2B-4283-A137-C5149B46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34FAAA61-AE14-4FD3-B2F8-55C0D629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044DA876-9D35-4B11-AFF2-3F8DE492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BB2018A4-1502-4694-A5CA-F1A3A801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4484BD7B-3478-4A89-8F23-46B4497D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8D7DC7DE-FFCD-45FD-BCB7-3022AB57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94DA0101-0A69-49CF-8254-4E6DE1EC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EDBD3D5B-6CDC-4338-A79F-C1992949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1A29AECC-54D7-47A7-9809-559171E2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8ED47A52-F560-4CB3-9066-C3FCFE41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0383D9CA-F3BF-462F-9EC3-1FA4542F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4FCEBE34-C7A5-4AD9-9DC4-2C3B503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92EC91F0-F9C9-41A3-975E-EF432F7D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3A070577-91C4-41D9-AE55-41C67CEF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EC9B689F-B225-4FF4-BC5A-04131D3F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078A363D-DF6C-47AF-B2E9-72660B89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1A03E643-284A-4805-8209-B81B888D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BB18840B-C0BD-4E56-863F-4405C1D7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AFB0850A-1B55-48FE-A0A9-BC3D60EE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B3536708-99FC-4130-9554-5A4A1710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57BE86DE-E5AF-4092-BBD6-64D70D8D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77211657-80CC-4B68-BDB4-57982955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F4D9B7D6-B425-47D3-BD15-38405D50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90E4098C-D602-4135-8541-E6C40D00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89BC8685-A50D-4D35-B013-7349756A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C97DB1F2-EF11-4B1F-8924-4C2DC31C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6566E6C4-4E16-42CA-B19F-65935B40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2244E203-8210-47FA-A299-B47FFCD4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363DE3C5-473E-4460-8E09-5330D66C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FC40004B-8AA1-4A6B-9DB0-5B27D0AE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15D106EF-0AE9-41B2-9A4F-107EB54E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2C4D1F61-05CE-4704-B125-613869F8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3669CD21-6444-4D3C-B624-0B4F23CA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6D5D307E-36D1-4CDB-A284-A8D00B85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AFD53520-87B5-4C5F-AB43-2707420D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4B8138E9-4FFA-4A4A-AAAB-9D089AFA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4961443B-9E07-464B-9C86-06B38117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CFAFF1E6-FEA2-4869-9350-9598EAFB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90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376830F-DDB2-48F9-BFE8-A292E0217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9D8A39-A19F-48F5-ADD9-5F703B244A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9D78413-38F8-44C8-A78D-2177AB104EF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506B219-BE94-4864-9CC6-60C39C37559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B559BB3-FBED-46D0-B1F6-A9F3528373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30B6FAB4-224A-45A0-844B-174FD87D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d0408153f8f2413b"/>
    <p:sldLayoutId xmlns:r="http://schemas.openxmlformats.org/officeDocument/2006/relationships" id="2147483661" r:id="Rc290ec1a43124d7a"/>
    <p:sldLayoutId xmlns:r="http://schemas.openxmlformats.org/officeDocument/2006/relationships" id="2147483662" r:id="R33390758bc0245bf"/>
    <p:sldLayoutId xmlns:r="http://schemas.openxmlformats.org/officeDocument/2006/relationships" id="2147483663" r:id="Rc7d7e574da43401a"/>
    <p:sldLayoutId xmlns:r="http://schemas.openxmlformats.org/officeDocument/2006/relationships" id="2147483664" r:id="Rec8496fdbe2a40f7"/>
    <p:sldLayoutId xmlns:r="http://schemas.openxmlformats.org/officeDocument/2006/relationships" id="2147483665" r:id="Rf4e344e2609e4f25"/>
    <p:sldLayoutId xmlns:r="http://schemas.openxmlformats.org/officeDocument/2006/relationships" id="2147483666" r:id="R3d78f398c4364bee"/>
    <p:sldLayoutId xmlns:r="http://schemas.openxmlformats.org/officeDocument/2006/relationships" id="2147483667" r:id="Ree91581717814de4"/>
    <p:sldLayoutId xmlns:r="http://schemas.openxmlformats.org/officeDocument/2006/relationships" id="2147483668" r:id="Rc424544c05b44bfe"/>
    <p:sldLayoutId xmlns:r="http://schemas.openxmlformats.org/officeDocument/2006/relationships" id="2147483669" r:id="Raad6252837a34d62"/>
    <p:sldLayoutId xmlns:r="http://schemas.openxmlformats.org/officeDocument/2006/relationships" id="2147483670" r:id="R3511a02e06a042be"/>
    <p:sldLayoutId xmlns:r="http://schemas.openxmlformats.org/officeDocument/2006/relationships" id="2147483671" r:id="R356e2bcdcd4946c7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200" b="1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3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>
        <a:lnSpc>
          <a:spcPct val="130000"/>
        </a:lnSpc>
        <a:spcBef>
          <a:spcPts val="0"/>
        </a:spcBef>
        <a:buChar char="•"/>
        <a:defRPr sz="20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>
        <a:lnSpc>
          <a:spcPct val="130000"/>
        </a:lnSpc>
        <a:spcBef>
          <a:spcPts val="0"/>
        </a:spcBef>
        <a:buChar char="•"/>
        <a:defRPr sz="18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>
        <a:lnSpc>
          <a:spcPct val="130000"/>
        </a:lnSpc>
        <a:spcBef>
          <a:spcPts val="0"/>
        </a:spcBef>
        <a:buChar char="•"/>
        <a:defRPr sz="16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>
        <a:lnSpc>
          <a:spcPct val="130000"/>
        </a:lnSpc>
        <a:spcBef>
          <a:spcPts val="0"/>
        </a:spcBef>
        <a:buChar char="•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极简抽象圆线职场办公">
  <a:themeElements>
    <a:clrScheme name="yuanqqqqqqq">
      <a:dk1>
        <a:srgbClr val="000000"/>
      </a:dk1>
      <a:lt1>
        <a:srgbClr val="FFFFFF"/>
      </a:lt1>
      <a:dk2>
        <a:srgbClr val="332825"/>
      </a:dk2>
      <a:lt2>
        <a:srgbClr val="FEFCF7"/>
      </a:lt2>
      <a:accent1>
        <a:srgbClr val="8D624F"/>
      </a:accent1>
      <a:accent2>
        <a:srgbClr val="A65936"/>
      </a:accent2>
      <a:accent3>
        <a:srgbClr val="924A5F"/>
      </a:accent3>
      <a:accent4>
        <a:srgbClr val="964650"/>
      </a:accent4>
      <a:accent5>
        <a:srgbClr val="726D5A"/>
      </a:accent5>
      <a:accent6>
        <a:srgbClr val="988F6C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yuanqqqqqqq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05c4d529de64b0c" /><Relationship Type="http://schemas.openxmlformats.org/officeDocument/2006/relationships/image" Target="/ppt/media/image.png" Id="Re4e04138a2c445d6" /><Relationship Type="http://schemas.openxmlformats.org/officeDocument/2006/relationships/image" Target="/ppt/media/image.svg" Id="Rffce771d64494e4d" /><Relationship Type="http://schemas.openxmlformats.org/officeDocument/2006/relationships/image" Target="/ppt/media/image2.png" Id="R350d4fb968a34d4d" /><Relationship Type="http://schemas.openxmlformats.org/officeDocument/2006/relationships/image" Target="/ppt/media/image2.svg" Id="R314f0614337447c1" /><Relationship Type="http://schemas.openxmlformats.org/officeDocument/2006/relationships/image" Target="/ppt/media/image3.png" Id="R6c8093d568b44ad0" /><Relationship Type="http://schemas.openxmlformats.org/officeDocument/2006/relationships/image" Target="/ppt/media/image3.svg" Id="Rcb11fbbd441f410b" /><Relationship Type="http://schemas.openxmlformats.org/officeDocument/2006/relationships/image" Target="/ppt/media/image4.png" Id="Rd54d51a6f84a41e3" /><Relationship Type="http://schemas.openxmlformats.org/officeDocument/2006/relationships/image" Target="/ppt/media/image4.svg" Id="Rcb0857a7d84f41c0" /><Relationship Type="http://schemas.openxmlformats.org/officeDocument/2006/relationships/notesSlide" Target="/ppt/notesSlides/notesSlide1.xml" Id="Rc081c6fd17ea45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7dbf149eb2f4328" /><Relationship Type="http://schemas.openxmlformats.org/officeDocument/2006/relationships/image" Target="/ppt/media/image.jpeg" Id="R06b3da5be7354673" /><Relationship Type="http://schemas.openxmlformats.org/officeDocument/2006/relationships/image" Target="/ppt/media/image2.jpeg" Id="R6663ccb20bd74d28" /><Relationship Type="http://schemas.openxmlformats.org/officeDocument/2006/relationships/notesSlide" Target="/ppt/notesSlides/notesSlide2.xml" Id="R337f1a94ad3648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30e5292dcc24064" /><Relationship Type="http://schemas.openxmlformats.org/officeDocument/2006/relationships/image" Target="/ppt/media/image5.png" Id="R057429cbb4f84224" /><Relationship Type="http://schemas.openxmlformats.org/officeDocument/2006/relationships/image" Target="/ppt/media/image5.svg" Id="R23c4715f44624a83" /><Relationship Type="http://schemas.openxmlformats.org/officeDocument/2006/relationships/image" Target="/ppt/media/image6.png" Id="R2d96789aa3b4495e" /><Relationship Type="http://schemas.openxmlformats.org/officeDocument/2006/relationships/image" Target="/ppt/media/image6.svg" Id="R15b4409115064e26" /><Relationship Type="http://schemas.openxmlformats.org/officeDocument/2006/relationships/image" Target="/ppt/media/image.png" Id="Rfb01f36da1e1496b" /><Relationship Type="http://schemas.openxmlformats.org/officeDocument/2006/relationships/image" Target="/ppt/media/image.svg" Id="Ra5a653f7cbd74fba" /><Relationship Type="http://schemas.openxmlformats.org/officeDocument/2006/relationships/image" Target="/ppt/media/image7.png" Id="R2d18dbc848d24932" /><Relationship Type="http://schemas.openxmlformats.org/officeDocument/2006/relationships/notesSlide" Target="/ppt/notesSlides/notesSlide3.xml" Id="Rcfe8e80746d646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6ada358bce64d82" /><Relationship Type="http://schemas.openxmlformats.org/officeDocument/2006/relationships/image" Target="/ppt/media/image3.jpeg" Id="Rf978d9fab61e4611" /><Relationship Type="http://schemas.openxmlformats.org/officeDocument/2006/relationships/image" Target="/ppt/media/image8.png" Id="R8b02b776b7fb4e41" /><Relationship Type="http://schemas.openxmlformats.org/officeDocument/2006/relationships/image" Target="/ppt/media/image9.png" Id="R1ec2cc081133481b" /><Relationship Type="http://schemas.openxmlformats.org/officeDocument/2006/relationships/image" Target="/ppt/media/image7.svg" Id="Ra6eb30c38dc7440f" /><Relationship Type="http://schemas.openxmlformats.org/officeDocument/2006/relationships/image" Target="/ppt/media/image10.png" Id="R2465fb4f9d484fe7" /><Relationship Type="http://schemas.openxmlformats.org/officeDocument/2006/relationships/image" Target="/ppt/media/image8.svg" Id="Rf27933c1ff234ef2" /><Relationship Type="http://schemas.openxmlformats.org/officeDocument/2006/relationships/image" Target="/ppt/media/image11.png" Id="R8c4f8f2913a74714" /><Relationship Type="http://schemas.openxmlformats.org/officeDocument/2006/relationships/image" Target="/ppt/media/image9.svg" Id="Re6d6c6abfc024471" /><Relationship Type="http://schemas.openxmlformats.org/officeDocument/2006/relationships/image" Target="/ppt/media/image12.png" Id="R626a1efecc2f4a77" /><Relationship Type="http://schemas.openxmlformats.org/officeDocument/2006/relationships/image" Target="/ppt/media/image10.svg" Id="Re149dfa5fb5e4ff1" /><Relationship Type="http://schemas.openxmlformats.org/officeDocument/2006/relationships/notesSlide" Target="/ppt/notesSlides/notesSlide4.xml" Id="R1b93397939574a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51625dc7b75420e" /><Relationship Type="http://schemas.openxmlformats.org/officeDocument/2006/relationships/image" Target="/ppt/media/image13.png" Id="Rf990a0fd730d4d4d" /><Relationship Type="http://schemas.openxmlformats.org/officeDocument/2006/relationships/image" Target="/ppt/media/image11.svg" Id="R5ab87416e8e743c7" /><Relationship Type="http://schemas.openxmlformats.org/officeDocument/2006/relationships/image" Target="/ppt/media/image2.png" Id="R9f150f598c0c4f0b" /><Relationship Type="http://schemas.openxmlformats.org/officeDocument/2006/relationships/image" Target="/ppt/media/image2.svg" Id="R9f94765924c44f38" /><Relationship Type="http://schemas.openxmlformats.org/officeDocument/2006/relationships/notesSlide" Target="/ppt/notesSlides/notesSlide5.xml" Id="R1a543bd900d945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adf7229661141aa" /><Relationship Type="http://schemas.openxmlformats.org/officeDocument/2006/relationships/image" Target="/ppt/media/image3.jpeg" Id="R8b1a90ac96db4d48" /><Relationship Type="http://schemas.openxmlformats.org/officeDocument/2006/relationships/image" Target="/ppt/media/image8.png" Id="R8fdadf4f10204ce4" /><Relationship Type="http://schemas.openxmlformats.org/officeDocument/2006/relationships/image" Target="/ppt/media/image9.png" Id="R37640f75a1bb46df" /><Relationship Type="http://schemas.openxmlformats.org/officeDocument/2006/relationships/image" Target="/ppt/media/image7.svg" Id="Rebff1fef804d4625" /><Relationship Type="http://schemas.openxmlformats.org/officeDocument/2006/relationships/image" Target="/ppt/media/image10.png" Id="R77fdb30d583d454d" /><Relationship Type="http://schemas.openxmlformats.org/officeDocument/2006/relationships/image" Target="/ppt/media/image8.svg" Id="Rf97c8f06aa114fe8" /><Relationship Type="http://schemas.openxmlformats.org/officeDocument/2006/relationships/image" Target="/ppt/media/image11.png" Id="R12d2cf7a748e4807" /><Relationship Type="http://schemas.openxmlformats.org/officeDocument/2006/relationships/image" Target="/ppt/media/image9.svg" Id="Re3509352c65f4705" /><Relationship Type="http://schemas.openxmlformats.org/officeDocument/2006/relationships/image" Target="/ppt/media/image12.png" Id="R26f6ec4c1764413c" /><Relationship Type="http://schemas.openxmlformats.org/officeDocument/2006/relationships/image" Target="/ppt/media/image10.svg" Id="Ra3c8542e56824d6a" /><Relationship Type="http://schemas.openxmlformats.org/officeDocument/2006/relationships/notesSlide" Target="/ppt/notesSlides/notesSlide6.xml" Id="R4e3b641c864348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513ea7b83474351" /><Relationship Type="http://schemas.openxmlformats.org/officeDocument/2006/relationships/image" Target="/ppt/media/image5.png" Id="Rde457d495ce949af" /><Relationship Type="http://schemas.openxmlformats.org/officeDocument/2006/relationships/image" Target="/ppt/media/image5.svg" Id="R593f81843e65479d" /><Relationship Type="http://schemas.openxmlformats.org/officeDocument/2006/relationships/image" Target="/ppt/media/image6.png" Id="R4f4b13c7200344e7" /><Relationship Type="http://schemas.openxmlformats.org/officeDocument/2006/relationships/image" Target="/ppt/media/image6.svg" Id="Rb6bb8b28538e4ca6" /><Relationship Type="http://schemas.openxmlformats.org/officeDocument/2006/relationships/image" Target="/ppt/media/image.png" Id="R84b7e8c90e27432d" /><Relationship Type="http://schemas.openxmlformats.org/officeDocument/2006/relationships/image" Target="/ppt/media/image.svg" Id="R1a01b7bbd82c4623" /><Relationship Type="http://schemas.openxmlformats.org/officeDocument/2006/relationships/image" Target="/ppt/media/image7.png" Id="Re6d86a46a40944ea" /><Relationship Type="http://schemas.openxmlformats.org/officeDocument/2006/relationships/notesSlide" Target="/ppt/notesSlides/notesSlide7.xml" Id="R7fff7fa339a14b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59b9f290ee841f1" /><Relationship Type="http://schemas.openxmlformats.org/officeDocument/2006/relationships/image" Target="/ppt/media/image5.png" Id="R3f66b881a0a841a4" /><Relationship Type="http://schemas.openxmlformats.org/officeDocument/2006/relationships/image" Target="/ppt/media/image5.svg" Id="R13555e8df447426a" /><Relationship Type="http://schemas.openxmlformats.org/officeDocument/2006/relationships/image" Target="/ppt/media/image6.png" Id="R7b0a942a99934d07" /><Relationship Type="http://schemas.openxmlformats.org/officeDocument/2006/relationships/image" Target="/ppt/media/image6.svg" Id="Rc475bb7218634992" /><Relationship Type="http://schemas.openxmlformats.org/officeDocument/2006/relationships/image" Target="/ppt/media/image.png" Id="Red693032348f42af" /><Relationship Type="http://schemas.openxmlformats.org/officeDocument/2006/relationships/image" Target="/ppt/media/image.svg" Id="R0c354a44371f4368" /><Relationship Type="http://schemas.openxmlformats.org/officeDocument/2006/relationships/image" Target="/ppt/media/image7.png" Id="Raa03bfe8135a45ab" /><Relationship Type="http://schemas.openxmlformats.org/officeDocument/2006/relationships/notesSlide" Target="/ppt/notesSlides/notesSlide8.xml" Id="R00a053f28c8c42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17760cc92ce43cb" /><Relationship Type="http://schemas.openxmlformats.org/officeDocument/2006/relationships/image" Target="/ppt/media/image.jpeg" Id="R6cb38f9114dc4f8e" /><Relationship Type="http://schemas.openxmlformats.org/officeDocument/2006/relationships/image" Target="/ppt/media/image2.jpeg" Id="R5a409954f8e04a6a" /><Relationship Type="http://schemas.openxmlformats.org/officeDocument/2006/relationships/notesSlide" Target="/ppt/notesSlides/notesSlide9.xml" Id="R35b7ac928ecf40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350e37934d241e5" /><Relationship Type="http://schemas.openxmlformats.org/officeDocument/2006/relationships/image" Target="/ppt/media/image.png" Id="R9bb931f49fc84ed9" /><Relationship Type="http://schemas.openxmlformats.org/officeDocument/2006/relationships/image" Target="/ppt/media/image.svg" Id="R495a84ddbfae4b91" /><Relationship Type="http://schemas.openxmlformats.org/officeDocument/2006/relationships/image" Target="/ppt/media/image2.png" Id="Rf567ce3002cd422a" /><Relationship Type="http://schemas.openxmlformats.org/officeDocument/2006/relationships/image" Target="/ppt/media/image2.svg" Id="R8a31d0aa87dd4ecb" /><Relationship Type="http://schemas.openxmlformats.org/officeDocument/2006/relationships/image" Target="/ppt/media/image3.png" Id="R2a7f3e1a730e4761" /><Relationship Type="http://schemas.openxmlformats.org/officeDocument/2006/relationships/image" Target="/ppt/media/image3.svg" Id="R01c174aad15d468f" /><Relationship Type="http://schemas.openxmlformats.org/officeDocument/2006/relationships/image" Target="/ppt/media/image4.png" Id="Rf552cb71c0dc4a3c" /><Relationship Type="http://schemas.openxmlformats.org/officeDocument/2006/relationships/image" Target="/ppt/media/image4.svg" Id="R65009cf57a6c4e5c" /><Relationship Type="http://schemas.openxmlformats.org/officeDocument/2006/relationships/notesSlide" Target="/ppt/notesSlides/notesSlide10.xml" Id="R78fa9cc7b8e149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50B28A9-D0F5-433C-AD62-81C85B9F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76D74F0D-7A1B-4FDD-84BE-8A1E6BCA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3C10924-F2F0-4208-AF87-B734FAC2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VIP 先生 家庭定制方案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96623771-D793-424B-A16F-0EE804C9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0E3D15E-677B-44F5-8586-EF9CE2CE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AC42E2B-1779-4621-AA56-BC83F21E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5762E85C-7F0E-423B-B57F-0BDDD5DE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F22FB28-1F39-4987-B1BF-B160767F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8108020-18BB-4216-B261-CE0BEAD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E43E5D5D-D83A-4F40-AB07-213D0562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A93D403-D69A-44BF-B07B-EA94BE4B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FE86F95-DE02-49BA-A2F4-C6A86157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92BC443-C767-4693-962B-0F71D07E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B7E8008E-D0AA-460D-A134-62D96034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04138a2c445d6">
            <a:extLst>
              <a:ext uri="{96DAC541-7B7A-43D3-8B79-37D633B846F1}">
                <asvg:svgBlip xmlns:asvg="http://schemas.microsoft.com/office/drawing/2016/SVG/main" r:embed="Rffce771d64494e4d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EDECF9B-7A0C-48C8-9FAE-168351C9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B599334-2B33-40FF-9D87-7D0FB21B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周大福人寿 · 「匠·传承」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30DCF3FC-674F-438D-9A20-7A6F213C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46810D6B-28D9-4A17-A57A-1C22C397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d4fb968a34d4d">
            <a:extLst>
              <a:ext uri="{96DAC541-7B7A-43D3-8B79-37D633B846F1}">
                <asvg:svgBlip xmlns:asvg="http://schemas.microsoft.com/office/drawing/2016/SVG/main" r:embed="R314f0614337447c1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AB13E88A-3CCF-464B-B999-F3ACC0CB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2D434FE-CB5F-465D-8E6E-1A2085F3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6D959C0C-D917-426B-8D08-EA596A8E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B9B19CE8-DB8E-4605-91E2-1C76D7CA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093d568b44ad0">
            <a:extLst>
              <a:ext uri="{96DAC541-7B7A-43D3-8B79-37D633B846F1}">
                <asvg:svgBlip xmlns:asvg="http://schemas.microsoft.com/office/drawing/2016/SVG/main" r:embed="Rcb11fbbd441f410b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49159AEF-DDC2-4E80-BAB2-B97AFD81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67FF15FB-F0C4-4133-8269-EFA2C0D6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E24F44E4-7A3E-4FFE-A60E-CFC36D42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3EC58761-1776-43FB-811C-D66A601F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d51a6f84a41e3">
            <a:extLst>
              <a:ext uri="{96DAC541-7B7A-43D3-8B79-37D633B846F1}">
                <asvg:svgBlip xmlns:asvg="http://schemas.microsoft.com/office/drawing/2016/SVG/main" r:embed="Rcb0857a7d84f41c0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36495450-4172-4D3A-A756-08CC0A9B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1BCC248-D97A-4A8F-9877-A1065163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2026-06-07</a:t>
            </a:r>
          </a:p>
        </p:txBody>
      </p:sp>
    </p:spTree>
    <p:extLst>
      <p:ext uri="{BB962C8B-B14F-4D97-AF65-F5344CB8AC3E}">
        <p14:creationId xmlns:p14="http://schemas.microsoft.com/office/powerpoint/2010/main" val="19861306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B1CBD5B2-9403-45E6-913D-02E7EE5D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41350AC6-D0B0-4C3A-88E3-79046739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D681428-D327-46C4-BB97-2DDAB25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周大福人寿公司介绍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8B78E48B-5515-4CC0-BFC3-4599ECE9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6469A380-EC86-4318-BA62-F26BF432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7037BEA3-8251-4918-BFFE-3334A25A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7120149-B5B4-4C1E-A9C3-455175F5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033E27B-E439-48A9-8B1E-B3977A9F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0D476F8-25CA-42B7-996E-9927A21D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00EACA4A-43BF-4007-B43B-CFF5377F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DB56C2D4-F8C2-4841-8ECB-354BE6CA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D0546CD-EEBD-4B6F-B7D6-BB09C950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A996C192-C564-4D71-A7DF-745467F5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96A6A17-07E4-4A7D-B2B0-950CAC1B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2E67FB6-5813-4418-BCE7-CD73B654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46AC350-F9FF-4F1D-87B4-33DEAC7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F1A82999-0EA2-4C81-BE97-100C39CB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E29E6BA-4139-4DBA-8670-331267A3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32D376E4-37F7-4758-970A-DBB51C9D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63003E2-6617-4F22-B680-4CB1C5A0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17507DD7-7425-4E4F-9DB5-251008DF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1BEAEAA8-9C49-4AB0-9233-A378F6C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1D4AA9D-BA90-4A63-892D-4CE965D2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8092F01-F266-4699-8293-E23AD89B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198B556D-CA40-4AE1-8501-137E51D9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9003F9EB-E77C-4DDD-A76C-ABEF29C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7BF4CDB-55C0-4373-BD3A-FD36525F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C9738A0-B087-4090-BADA-BD6889E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9AC10BBB-A432-4659-9DD3-8FBF2FBE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AC5124A9-8001-4324-94C1-216A222E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3da5be7354673"/>
          <a:srcRect xmlns:a="http://schemas.openxmlformats.org/drawingml/2006/main" l="13270" t="0" r="13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6B098159-E8FD-40FF-AC21-34805407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A1FD7AF-712D-40A8-9447-98A03703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公司资料来自内部知识库（公开口径）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E270E2FB-3703-49DD-B3D4-6A24F519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65504CA2-4B6A-4C2C-BDAE-14A609B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3ccb20bd74d28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A9FB44FE-06D1-4162-88B9-B2C2AB8A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B0E4C310-1C07-4D61-8F02-7961321B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以长期偿付与资产实力为核心筛选依据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79619B8B-F208-402D-93E8-ABF2D882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9020DFA3-CCBF-48A6-9F8A-FDAD114B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3ccb20bd74d28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17A9BF6E-14B4-46F3-90BB-2BCE6952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AF910BF3-5128-456E-BB20-7EA0213C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本页用于销售沟通，正式数值与官方计划书分层呈现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89CF14AF-B7C7-413D-BA99-81FDEED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D55F20B2-A7E3-4511-A006-7D3D631D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3ccb20bd74d28"/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4B10E940-8B40-41FB-A430-E89481EC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3AC17015-B046-4281-BAAA-DD693626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4069405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942FC7B-07A5-44E7-9D00-9D5D22F1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41D44D4-09FF-43FE-A624-27D18D1F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B485437-4EDC-4F72-B0F3-05C8D9E1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产品亮点概览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883811D-1768-4651-8BFC-6A262E28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41AE105E-4C5B-4295-9F98-CD8A44CB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429cbb4f84224">
            <a:extLst>
              <a:ext uri="{96DAC541-7B7A-43D3-8B79-37D633B846F1}">
                <asvg:svgBlip xmlns:asvg="http://schemas.microsoft.com/office/drawing/2016/SVG/main" r:embed="R23c4715f44624a83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11412F2-1B92-4525-B319-A67952C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DF4C8FD1-B174-417B-A2A1-B09D9D22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85D13439-076E-475A-892B-E1A2C19E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DA5AA71-F2B5-41EE-9DE1-664CE2DE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长期价值来源于保证底盘 + 非保证增值，图表用于结构化解释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C7222A84-6EF5-48D8-8172-05B2091E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2007A75A-8BA4-42A4-9912-A9B25BA5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1030010-A5B3-4B51-8C66-F6CACB7F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C5161F26-0D59-4EDF-ADC8-7FB56AC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684BD0B-5FB4-4E89-9EA0-2E276F21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C61A54FC-ED3C-4F88-B5A1-F24BBB7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6789aa3b4495e">
            <a:extLst>
              <a:ext uri="{96DAC541-7B7A-43D3-8B79-37D633B846F1}">
                <asvg:svgBlip xmlns:asvg="http://schemas.microsoft.com/office/drawing/2016/SVG/main" r:embed="R15b4409115064e26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E8FC4E2-238E-4DCB-BF00-5CF4165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总缴保费约 US$500,000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9B0E7DF-DE6E-42D5-9FDB-639BB67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F89360B-44C3-4EF8-9759-D02C75F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1f36da1e1496b">
            <a:extLst>
              <a:ext uri="{96DAC541-7B7A-43D3-8B79-37D633B846F1}">
                <asvg:svgBlip xmlns:asvg="http://schemas.microsoft.com/office/drawing/2016/SVG/main" r:embed="Ra5a653f7cbd74fba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DE857AC-7DCA-485A-A99A-7F98E483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E485EC1-A6D8-45EB-8C40-BAFCDA69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不提领：20年约 2.73 倍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0F00264F-874C-4EEB-9851-9E51BA3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99E12ADC-C305-4BF9-A533-140D1E1C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8dbc848d24932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6801DD4-453D-4012-8AD7-D540848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395E70F-D070-464F-985F-97F0206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不提领：30年约 5.57 倍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899455F-1BFB-49BF-91B3-C94E6F5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8dbc848d24932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9E608994-4217-4EAA-8586-689DBBA7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D220501-C8C5-4C60-8FE5-6F9FBDDD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56F56FD-6115-49F9-8F65-10A07109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8dbc848d24932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4CE1451E-5E1D-4465-BE3A-C5126F6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958108E-3A06-4AE8-AFE9-EFFD582A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EE26F38-40E9-44EC-AD41-6BA3DAD1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8dbc848d24932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20A5CD9-FD97-4DB9-A1D4-FECDC896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0B769FF4-A8B3-4177-90F2-E45D6080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7385836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37790E8-282E-4B27-AE12-0ACB08F4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F845836-730B-45FE-9AED-E387E297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6B31C8D-7794-4C11-8408-475F0C4B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现金流与风险准备并行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2363815-7E05-4D5A-A500-FED1429D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A76F020-43E2-4982-849D-177EDB3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5DB96420-EC86-4613-9923-8C043849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8d9fab61e4611"/>
          <a:srcRect xmlns:a="http://schemas.openxmlformats.org/drawingml/2006/main" l="17337" t="0" r="17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0997314-3F58-415E-AAA5-3BEEA91A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2A7F26B-27D0-45F4-91CC-311BA954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66241E57-A696-4C11-B7B8-AE5EC011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4E59078-561C-4AE1-B19F-91184525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677BB8B0-1D85-4134-880E-E92B6FC3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CBAD900-20F2-4DB1-8739-3C6D545B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2b776b7fb4e41"/>
          <a:srcRect xmlns:a="http://schemas.openxmlformats.org/drawingml/2006/main" l="25348" t="0" r="25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B80CEA5D-6B81-4310-8EC0-E122F72E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3BFAA0F-68B5-49D8-B7E7-EF49DDFE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3BBD446-B1E5-4C18-9B85-DF0D3555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DC173F4C-EF1B-4062-81AB-82E8BB81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2b776b7fb4e41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A2A3614-523A-4EB7-899F-1147F41C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38D6167-086C-4730-AC0E-6BCDBBC4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21173FD4-8387-4A80-86D9-4F6234B0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第6年起每年领取 US$35,000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7E74E241-AB38-47AB-90E9-82BFC0D5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第20年累计领取 US$525,006</a:t>
            </a: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2b776b7fb4e41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301F9D1-BC76-40FE-803C-C921ED15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F560E0D5-D4AB-4699-9135-095D2B21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D287B51B-7E6A-41C8-9003-916D0B1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第30年累计领取 US$875,016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7798DAC4-0A54-4B0D-A355-2920F384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第60年累计领取 US$1,925,212</a:t>
            </a: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2b776b7fb4e41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E3BB341B-DD97-4F55-A340-D41E41F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7BE1A57-904E-4F89-8E90-7E4C5698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0CA4E78-8F0E-4343-83E8-8E391D32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71FAD8C0-BCA2-4B34-ADF6-BD65164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2cc081133481b">
            <a:extLst>
              <a:ext uri="{96DAC541-7B7A-43D3-8B79-37D633B846F1}">
                <asvg:svgBlip xmlns:asvg="http://schemas.microsoft.com/office/drawing/2016/SVG/main" r:embed="Ra6eb30c38dc7440f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6307791-1BD1-4224-B2E7-1A3F4DD6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19E1043A-C62A-450E-89E7-0B7F860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94027090-8A72-489B-889C-8CD5A0F5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5fb4f9d484fe7">
            <a:extLst>
              <a:ext uri="{96DAC541-7B7A-43D3-8B79-37D633B846F1}">
                <asvg:svgBlip xmlns:asvg="http://schemas.microsoft.com/office/drawing/2016/SVG/main" r:embed="Rf27933c1ff234ef2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8E93B12-64C7-48C4-B628-79F812CD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11EE3687-18E7-4DA4-B4BB-208968DE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f8f2913a74714">
            <a:extLst>
              <a:ext uri="{96DAC541-7B7A-43D3-8B79-37D633B846F1}">
                <asvg:svgBlip xmlns:asvg="http://schemas.microsoft.com/office/drawing/2016/SVG/main" r:embed="Re6d6c6abfc024471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8B8055E-D290-44A6-82B9-BE58EA3A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7DD010B0-3EFC-4605-8236-A3716948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a1efecc2f4a77">
            <a:extLst>
              <a:ext uri="{96DAC541-7B7A-43D3-8B79-37D633B846F1}">
                <asvg:svgBlip xmlns:asvg="http://schemas.microsoft.com/office/drawing/2016/SVG/main" r:embed="Re149dfa5fb5e4ff1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690BACF1-5E68-48DE-B2C8-F47AC19E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20327873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FBC574BF-63FD-4AC5-B044-438D76EA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4F264F6C-7F00-466A-83F1-497F65E0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D4F215B-71E8-4E34-83CA-0029EA64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教育金领取路径（横向里程碑）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86F5817-3939-4827-8E85-4F323BD7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920740" cy="40290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4E22DE0-3596-4476-9A9D-14BDCEAE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04925"/>
            <a:ext cx="5530234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现金价值三阶段增长趋势</a:t>
            </a: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0a0fd730d4d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718945"/>
            <a:ext cx="5534025" cy="322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</p:pic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BD43769D-9379-46A0-AF7F-D9E35312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56E87EA-793A-47FB-B89E-DCCDE295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20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前期特征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84256CA-0BAD-48A7-98F0-827EBBE7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97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快速积累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CFDEE13F-3F26-44ED-B14E-61781AAA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70EAD61-B13C-464D-82F6-BD094AED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704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中期特征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5A4F7DD-A326-469B-8C04-BCF2242D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80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复利效应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33BBCFAC-EAED-4FE4-8279-03DC96BD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45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7447EE4-C88B-4F7B-B31C-12FE9082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988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后期特征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8C05576-09F5-468D-8363-1B82E76E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564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第6年开始领取，每年约 US$35,000；第20年累计约 US$525,006。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B69B8991-1C10-40A1-AA89-5BCEE24B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11093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226627F9-1D37-489A-B48E-51E31FE6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54" y="1724292"/>
            <a:ext cx="3657600" cy="4200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确定性收益成为稀缺资源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E24CE648-BE08-44EE-83F4-35BB0392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29635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231C7677-23DE-44CE-8C15-81DB04D7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5807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0a0fd730d4d4d">
            <a:extLst>
              <a:ext uri="{96DAC541-7B7A-43D3-8B79-37D633B846F1}">
                <asvg:svgBlip xmlns:asvg="http://schemas.microsoft.com/office/drawing/2016/SVG/main" r:embed="R5ab87416e8e743c7"/>
              </a:ext>
            </a:extLst>
          </a:blip>
          <a:srcRect xmlns:a="http://schemas.openxmlformats.org/drawingml/2006/main" l="-5556" t="-2632" r="-5556" b="-2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36950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AEC6768-F356-48A6-B492-BB115E48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417017"/>
            <a:ext cx="391856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合同约定，不受市场波动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718CA8FC-040E-40D9-87BA-52CC65C8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707530"/>
            <a:ext cx="391856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现金价值按合同稳步增长，为客户提供确定的未来收益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7C820361-86E8-4B65-9097-140ADA67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48177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7FB7B538-4859-436D-9A2D-874E102A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4349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50f598c0c4f0b">
            <a:extLst>
              <a:ext uri="{96DAC541-7B7A-43D3-8B79-37D633B846F1}">
                <asvg:svgBlip xmlns:asvg="http://schemas.microsoft.com/office/drawing/2016/SVG/main" r:embed="R9f94765924c44f38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55492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4C2FA867-6D3A-4515-BF1D-31EFE4EE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385492"/>
            <a:ext cx="342907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利率下行环境的安心保障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94C5B663-3FE2-4BD9-9C30-2EA5697E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676005"/>
            <a:ext cx="36005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第30年累计约 US$875,016，同时保留退保价值。</a:t>
            </a:r>
          </a:p>
        </p:txBody>
      </p:sp>
    </p:spTree>
    <p:extLst>
      <p:ext uri="{BB962C8B-B14F-4D97-AF65-F5344CB8AC3E}">
        <p14:creationId xmlns:p14="http://schemas.microsoft.com/office/powerpoint/2010/main" val="4730677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37790E8-282E-4B27-AE12-0ACB08F4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F845836-730B-45FE-9AED-E387E297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6B31C8D-7794-4C11-8408-475F0C4B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养老金视角：领取与剩余价值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2363815-7E05-4D5A-A500-FED1429D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A76F020-43E2-4982-849D-177EDB3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5DB96420-EC86-4613-9923-8C043849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a90ac96db4d48"/>
          <a:srcRect xmlns:a="http://schemas.openxmlformats.org/drawingml/2006/main" l="17337" t="0" r="17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0997314-3F58-415E-AAA5-3BEEA91A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2A7F26B-27D0-45F4-91CC-311BA954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66241E57-A696-4C11-B7B8-AE5EC011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4E59078-561C-4AE1-B19F-91184525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677BB8B0-1D85-4134-880E-E92B6FC3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CBAD900-20F2-4DB1-8739-3C6D545B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adf4f10204ce4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B80CEA5D-6B81-4310-8EC0-E122F72E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3BFAA0F-68B5-49D8-B7E7-EF49DDFE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3BBD446-B1E5-4C18-9B85-DF0D3555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DC173F4C-EF1B-4062-81AB-82E8BB81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adf4f10204ce4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A2A3614-523A-4EB7-899F-1147F41C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38D6167-086C-4730-AC0E-6BCDBBC4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21173FD4-8387-4A80-86D9-4F6234B0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第30年累计领取约 US$875,016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7E74E241-AB38-47AB-90E9-82BFC0D5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adf4f10204ce4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301F9D1-BC76-40FE-803C-C921ED15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F560E0D5-D4AB-4699-9135-095D2B21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D287B51B-7E6A-41C8-9003-916D0B1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第60年累计领取约 US$1,925,212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7798DAC4-0A54-4B0D-A355-2920F384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领取后仍有保单价值，便于兼顾灵活性</a:t>
            </a: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adf4f10204ce4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E3BB341B-DD97-4F55-A340-D41E41F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7BE1A57-904E-4F89-8E90-7E4C5698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0CA4E78-8F0E-4343-83E8-8E391D32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71FAD8C0-BCA2-4B34-ADF6-BD65164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40f75a1bb46df">
            <a:extLst>
              <a:ext uri="{96DAC541-7B7A-43D3-8B79-37D633B846F1}">
                <asvg:svgBlip xmlns:asvg="http://schemas.microsoft.com/office/drawing/2016/SVG/main" r:embed="Rebff1fef804d4625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6307791-1BD1-4224-B2E7-1A3F4DD6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19E1043A-C62A-450E-89E7-0B7F860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94027090-8A72-489B-889C-8CD5A0F5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db30d583d454d">
            <a:extLst>
              <a:ext uri="{96DAC541-7B7A-43D3-8B79-37D633B846F1}">
                <asvg:svgBlip xmlns:asvg="http://schemas.microsoft.com/office/drawing/2016/SVG/main" r:embed="Rf97c8f06aa114fe8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8E93B12-64C7-48C4-B628-79F812CD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11EE3687-18E7-4DA4-B4BB-208968DE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2cf7a748e4807">
            <a:extLst>
              <a:ext uri="{96DAC541-7B7A-43D3-8B79-37D633B846F1}">
                <asvg:svgBlip xmlns:asvg="http://schemas.microsoft.com/office/drawing/2016/SVG/main" r:embed="Re3509352c65f4705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8B8055E-D290-44A6-82B9-BE58EA3A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7DD010B0-3EFC-4605-8236-A3716948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6ec4c1764413c">
            <a:extLst>
              <a:ext uri="{96DAC541-7B7A-43D3-8B79-37D633B846F1}">
                <asvg:svgBlip xmlns:asvg="http://schemas.microsoft.com/office/drawing/2016/SVG/main" r:embed="Ra3c8542e56824d6a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690BACF1-5E68-48DE-B2C8-F47AC19E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20327873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942FC7B-07A5-44E7-9D00-9D5D22F1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41D44D4-09FF-43FE-A624-27D18D1F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B485437-4EDC-4F72-B0F3-05C8D9E1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提领方案数据表（每10年）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883811D-1768-4651-8BFC-6A262E28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41AE105E-4C5B-4295-9F98-CD8A44CB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57d495ce949af">
            <a:extLst>
              <a:ext uri="{96DAC541-7B7A-43D3-8B79-37D633B846F1}">
                <asvg:svgBlip xmlns:asvg="http://schemas.microsoft.com/office/drawing/2016/SVG/main" r:embed="R593f81843e65479d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11412F2-1B92-4525-B319-A67952C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DF4C8FD1-B174-417B-A2A1-B09D9D22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85D13439-076E-475A-892B-E1A2C19E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DA5AA71-F2B5-41EE-9DE1-664CE2DE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字段包含：年龄、保单年度、已交总保费、领取金额、累计领取、退保现金价值、单利、复利。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C7222A84-6EF5-48D8-8172-05B2091E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2007A75A-8BA4-42A4-9912-A9B25BA5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1030010-A5B3-4B51-8C66-F6CACB7F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C5161F26-0D59-4EDF-ADC8-7FB56AC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684BD0B-5FB4-4E89-9EA0-2E276F21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C61A54FC-ED3C-4F88-B5A1-F24BBB7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b13c7200344e7">
            <a:extLst>
              <a:ext uri="{96DAC541-7B7A-43D3-8B79-37D633B846F1}">
                <asvg:svgBlip xmlns:asvg="http://schemas.microsoft.com/office/drawing/2016/SVG/main" r:embed="Rb6bb8b28538e4ca6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E8FC4E2-238E-4DCB-BF00-5CF4165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9B0E7DF-DE6E-42D5-9FDB-639BB67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F89360B-44C3-4EF8-9759-D02C75F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7e8c90e27432d">
            <a:extLst>
              <a:ext uri="{96DAC541-7B7A-43D3-8B79-37D633B846F1}">
                <asvg:svgBlip xmlns:asvg="http://schemas.microsoft.com/office/drawing/2016/SVG/main" r:embed="R1a01b7bbd82c4623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DE857AC-7DCA-485A-A99A-7F98E483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E485EC1-A6D8-45EB-8C40-BAFCDA69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0F00264F-874C-4EEB-9851-9E51BA3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99E12ADC-C305-4BF9-A533-140D1E1C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86a46a40944ea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6801DD4-453D-4012-8AD7-D540848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395E70F-D070-464F-985F-97F0206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899455F-1BFB-49BF-91B3-C94E6F5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86a46a40944ea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9E608994-4217-4EAA-8586-689DBBA7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D220501-C8C5-4C60-8FE5-6F9FBDDD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56F56FD-6115-49F9-8F65-10A07109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86a46a40944ea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4CE1451E-5E1D-4465-BE3A-C5126F6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958108E-3A06-4AE8-AFE9-EFFD582A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EE26F38-40E9-44EC-AD41-6BA3DAD1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86a46a40944ea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20A5CD9-FD97-4DB9-A1D4-FECDC896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0B769FF4-A8B3-4177-90F2-E45D6080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7385836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942FC7B-07A5-44E7-9D00-9D5D22F1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41D44D4-09FF-43FE-A624-27D18D1F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B485437-4EDC-4F72-B0F3-05C8D9E1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不提领方案数据表（每10年）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883811D-1768-4651-8BFC-6A262E28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41AE105E-4C5B-4295-9F98-CD8A44CB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6b881a0a841a4">
            <a:extLst>
              <a:ext uri="{96DAC541-7B7A-43D3-8B79-37D633B846F1}">
                <asvg:svgBlip xmlns:asvg="http://schemas.microsoft.com/office/drawing/2016/SVG/main" r:embed="R13555e8df447426a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11412F2-1B92-4525-B319-A67952C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DF4C8FD1-B174-417B-A2A1-B09D9D22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85D13439-076E-475A-892B-E1A2C19E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DA5AA71-F2B5-41EE-9DE1-664CE2DE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第20年约 2.73 倍，第30年约 5.57 倍。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C7222A84-6EF5-48D8-8172-05B2091E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2007A75A-8BA4-42A4-9912-A9B25BA5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1030010-A5B3-4B51-8C66-F6CACB7F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C5161F26-0D59-4EDF-ADC8-7FB56AC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684BD0B-5FB4-4E89-9EA0-2E276F21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C61A54FC-ED3C-4F88-B5A1-F24BBB7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a942a99934d07">
            <a:extLst>
              <a:ext uri="{96DAC541-7B7A-43D3-8B79-37D633B846F1}">
                <asvg:svgBlip xmlns:asvg="http://schemas.microsoft.com/office/drawing/2016/SVG/main" r:embed="Rc475bb7218634992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E8FC4E2-238E-4DCB-BF00-5CF4165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9B0E7DF-DE6E-42D5-9FDB-639BB67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F89360B-44C3-4EF8-9759-D02C75F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93032348f42af">
            <a:extLst>
              <a:ext uri="{96DAC541-7B7A-43D3-8B79-37D633B846F1}">
                <asvg:svgBlip xmlns:asvg="http://schemas.microsoft.com/office/drawing/2016/SVG/main" r:embed="R0c354a44371f4368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DE857AC-7DCA-485A-A99A-7F98E483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E485EC1-A6D8-45EB-8C40-BAFCDA69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0F00264F-874C-4EEB-9851-9E51BA3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99E12ADC-C305-4BF9-A533-140D1E1C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3bfe8135a45ab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6801DD4-453D-4012-8AD7-D540848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395E70F-D070-464F-985F-97F0206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899455F-1BFB-49BF-91B3-C94E6F5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3bfe8135a45ab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9E608994-4217-4EAA-8586-689DBBA7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D220501-C8C5-4C60-8FE5-6F9FBDDD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56F56FD-6115-49F9-8F65-10A07109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3bfe8135a45ab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4CE1451E-5E1D-4465-BE3A-C5126F6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958108E-3A06-4AE8-AFE9-EFFD582A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EE26F38-40E9-44EC-AD41-6BA3DAD1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3bfe8135a45ab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20A5CD9-FD97-4DB9-A1D4-FECDC896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0B769FF4-A8B3-4177-90F2-E45D6080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7385836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B1CBD5B2-9403-45E6-913D-02E7EE5D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41350AC6-D0B0-4C3A-88E3-79046739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D681428-D327-46C4-BB97-2DDAB25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方案结论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8B78E48B-5515-4CC0-BFC3-4599ECE9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6469A380-EC86-4318-BA62-F26BF432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7037BEA3-8251-4918-BFFE-3334A25A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7120149-B5B4-4C1E-A9C3-455175F5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033E27B-E439-48A9-8B1E-B3977A9F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0D476F8-25CA-42B7-996E-9927A21D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00EACA4A-43BF-4007-B43B-CFF5377F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DB56C2D4-F8C2-4841-8ECB-354BE6CA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D0546CD-EEBD-4B6F-B7D6-BB09C950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A996C192-C564-4D71-A7DF-745467F5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96A6A17-07E4-4A7D-B2B0-950CAC1B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2E67FB6-5813-4418-BCE7-CD73B654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46AC350-F9FF-4F1D-87B4-33DEAC7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F1A82999-0EA2-4C81-BE97-100C39CB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E29E6BA-4139-4DBA-8670-331267A3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32D376E4-37F7-4758-970A-DBB51C9D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63003E2-6617-4F22-B680-4CB1C5A0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17507DD7-7425-4E4F-9DB5-251008DF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1BEAEAA8-9C49-4AB0-9233-A378F6C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1D4AA9D-BA90-4A63-892D-4CE965D2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8092F01-F266-4699-8293-E23AD89B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198B556D-CA40-4AE1-8501-137E51D9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9003F9EB-E77C-4DDD-A76C-ABEF29C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7BF4CDB-55C0-4373-BD3A-FD36525F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C9738A0-B087-4090-BADA-BD6889E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9AC10BBB-A432-4659-9DD3-8FBF2FBE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AC5124A9-8001-4324-94C1-216A222E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38f9114dc4f8e"/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6B098159-E8FD-40FF-AC21-34805407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A1FD7AF-712D-40A8-9447-98A03703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通过“提领 / 不提领”双视角，兼顾教育金和长期现金流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E270E2FB-3703-49DD-B3D4-6A24F519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65504CA2-4B6A-4C2C-BDAE-14A609B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09954f8e04a6a"/>
          <a:srcRect xmlns:a="http://schemas.openxmlformats.org/drawingml/2006/main" l="21519" t="0" r="21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A9FB44FE-06D1-4162-88B9-B2C2AB8A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B0E4C310-1C07-4D61-8F02-7961321B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关键数字均可回溯到官方计划书对应年度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79619B8B-F208-402D-93E8-ABF2D882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9020DFA3-CCBF-48A6-9F8A-FDAD114B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09954f8e04a6a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17A9BF6E-14B4-46F3-90BB-2BCE6952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AF910BF3-5128-456E-BB20-7EA0213C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89CF14AF-B7C7-413D-BA99-81FDEED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D55F20B2-A7E3-4511-A006-7D3D631D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09954f8e04a6a"/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4B10E940-8B40-41FB-A430-E89481EC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3AC17015-B046-4281-BAAA-DD693626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4069405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50B28A9-D0F5-433C-AD62-81C85B9F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76D74F0D-7A1B-4FDD-84BE-8A1E6BCA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3C10924-F2F0-4208-AF87-B734FAC2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感谢聆听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96623771-D793-424B-A16F-0EE804C9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0E3D15E-677B-44F5-8586-EF9CE2CE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AC42E2B-1779-4621-AA56-BC83F21E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5762E85C-7F0E-423B-B57F-0BDDD5DE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F22FB28-1F39-4987-B1BF-B160767F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8108020-18BB-4216-B261-CE0BEAD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E43E5D5D-D83A-4F40-AB07-213D0562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A93D403-D69A-44BF-B07B-EA94BE4B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FE86F95-DE02-49BA-A2F4-C6A86157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92BC443-C767-4693-962B-0F71D07E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B7E8008E-D0AA-460D-A134-62D96034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931f49fc84ed9">
            <a:extLst>
              <a:ext uri="{96DAC541-7B7A-43D3-8B79-37D633B846F1}">
                <asvg:svgBlip xmlns:asvg="http://schemas.microsoft.com/office/drawing/2016/SVG/main" r:embed="R495a84ddbfae4b91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EDECF9B-7A0C-48C8-9FAE-168351C9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B599334-2B33-40FF-9D87-7D0FB21B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如需调整提领节奏，可基于同一模型自动重算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30DCF3FC-674F-438D-9A20-7A6F213C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46810D6B-28D9-4A17-A57A-1C22C397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7ce3002cd422a">
            <a:extLst>
              <a:ext uri="{96DAC541-7B7A-43D3-8B79-37D633B846F1}">
                <asvg:svgBlip xmlns:asvg="http://schemas.microsoft.com/office/drawing/2016/SVG/main" r:embed="R8a31d0aa87dd4ecb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AB13E88A-3CCF-464B-B999-F3ACC0CB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2D434FE-CB5F-465D-8E6E-1A2085F3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6D959C0C-D917-426B-8D08-EA596A8E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B9B19CE8-DB8E-4605-91E2-1C76D7CA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f3e1a730e4761">
            <a:extLst>
              <a:ext uri="{96DAC541-7B7A-43D3-8B79-37D633B846F1}">
                <asvg:svgBlip xmlns:asvg="http://schemas.microsoft.com/office/drawing/2016/SVG/main" r:embed="R01c174aad15d468f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49159AEF-DDC2-4E80-BAB2-B97AFD81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67FF15FB-F0C4-4133-8269-EFA2C0D6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E24F44E4-7A3E-4FFE-A60E-CFC36D42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3EC58761-1776-43FB-811C-D66A601F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2cb71c0dc4a3c">
            <a:extLst>
              <a:ext uri="{96DAC541-7B7A-43D3-8B79-37D633B846F1}">
                <asvg:svgBlip xmlns:asvg="http://schemas.microsoft.com/office/drawing/2016/SVG/main" r:embed="R65009cf57a6c4e5c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36495450-4172-4D3A-A756-08CC0A9B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1BCC248-D97A-4A8F-9877-A1065163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1986130651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2026-06-08T02:42:55.1520000Z</dcterms:created>
  <dcterms:modified xsi:type="dcterms:W3CDTF">2026-06-08T02:42:55.1520000Z</dcterms:modified>
</coreProperties>
</file>