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bd8b58c0d5468e" /><Relationship Type="http://schemas.openxmlformats.org/officeDocument/2006/relationships/extended-properties" Target="/docProps/app.xml" Id="R7a7e5aad2feb44be" /><Relationship Type="http://schemas.openxmlformats.org/officeDocument/2006/relationships/officeDocument" Target="/ppt/presentation.xml" Id="R9b902182dead40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7f1b88ef74978"/>
  </p:sldMasterIdLst>
  <p:notesMasterIdLst>
    <p:notesMasterId xmlns:r="http://schemas.openxmlformats.org/officeDocument/2006/relationships" r:id="R0dd9c5d376504594"/>
  </p:notesMasterIdLst>
  <p:sldIdLst>
    <p:sldId xmlns:r="http://schemas.openxmlformats.org/officeDocument/2006/relationships" id="256" r:id="Rd2d0785000a84640"/>
    <p:sldId xmlns:r="http://schemas.openxmlformats.org/officeDocument/2006/relationships" id="257" r:id="R2cd3f68fe3964b45"/>
    <p:sldId xmlns:r="http://schemas.openxmlformats.org/officeDocument/2006/relationships" id="258" r:id="Rd3eef829e4f64820"/>
    <p:sldId xmlns:r="http://schemas.openxmlformats.org/officeDocument/2006/relationships" id="259" r:id="Rff474556bb344cef"/>
    <p:sldId xmlns:r="http://schemas.openxmlformats.org/officeDocument/2006/relationships" id="260" r:id="R77158b0b63eb4859"/>
    <p:sldId xmlns:r="http://schemas.openxmlformats.org/officeDocument/2006/relationships" id="261" r:id="R90380fa4149d4cd2"/>
    <p:sldId xmlns:r="http://schemas.openxmlformats.org/officeDocument/2006/relationships" id="262" r:id="R211f119db0334a0d"/>
    <p:sldId xmlns:r="http://schemas.openxmlformats.org/officeDocument/2006/relationships" id="263" r:id="R3b8630aa48ba478a"/>
    <p:sldId xmlns:r="http://schemas.openxmlformats.org/officeDocument/2006/relationships" id="264" r:id="R40a7ed0925bd4810"/>
    <p:sldId xmlns:r="http://schemas.openxmlformats.org/officeDocument/2006/relationships" id="265" r:id="Ra532794ac44244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7f1b88ef74978" /><Relationship Type="http://schemas.openxmlformats.org/officeDocument/2006/relationships/theme" Target="/ppt/theme/theme1.xml" Id="R2931f732fc8641ed" /><Relationship Type="http://schemas.openxmlformats.org/officeDocument/2006/relationships/notesMaster" Target="/ppt/notesMasters/notesMaster1.xml" Id="R0dd9c5d376504594" /><Relationship Type="http://schemas.openxmlformats.org/officeDocument/2006/relationships/presProps" Target="/ppt/presProps.xml" Id="Rae8ed3d211584daf" /><Relationship Type="http://schemas.openxmlformats.org/officeDocument/2006/relationships/viewProps" Target="/ppt/viewProps.xml" Id="R11db04a8150a47ec" /><Relationship Type="http://schemas.openxmlformats.org/officeDocument/2006/relationships/tableStyles" Target="/ppt/tableStyles.xml" Id="Re20f3ed4719b4641" /><Relationship Type="http://schemas.openxmlformats.org/officeDocument/2006/relationships/slide" Target="/ppt/slides/slide1.xml" Id="Rd2d0785000a84640" /><Relationship Type="http://schemas.openxmlformats.org/officeDocument/2006/relationships/slide" Target="/ppt/slides/slide2.xml" Id="R2cd3f68fe3964b45" /><Relationship Type="http://schemas.openxmlformats.org/officeDocument/2006/relationships/slide" Target="/ppt/slides/slide3.xml" Id="Rd3eef829e4f64820" /><Relationship Type="http://schemas.openxmlformats.org/officeDocument/2006/relationships/slide" Target="/ppt/slides/slide4.xml" Id="Rff474556bb344cef" /><Relationship Type="http://schemas.openxmlformats.org/officeDocument/2006/relationships/slide" Target="/ppt/slides/slide5.xml" Id="R77158b0b63eb4859" /><Relationship Type="http://schemas.openxmlformats.org/officeDocument/2006/relationships/slide" Target="/ppt/slides/slide6.xml" Id="R90380fa4149d4cd2" /><Relationship Type="http://schemas.openxmlformats.org/officeDocument/2006/relationships/slide" Target="/ppt/slides/slide7.xml" Id="R211f119db0334a0d" /><Relationship Type="http://schemas.openxmlformats.org/officeDocument/2006/relationships/slide" Target="/ppt/slides/slide8.xml" Id="R3b8630aa48ba478a" /><Relationship Type="http://schemas.openxmlformats.org/officeDocument/2006/relationships/slide" Target="/ppt/slides/slide9.xml" Id="R40a7ed0925bd4810" /><Relationship Type="http://schemas.openxmlformats.org/officeDocument/2006/relationships/slide" Target="/ppt/slides/slide10.xml" Id="Ra532794ac44244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74864c5dbb241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435bb3330a4b71" /><Relationship Type="http://schemas.openxmlformats.org/officeDocument/2006/relationships/notesMaster" Target="/ppt/notesMasters/notesMaster1.xml" Id="R5ebd9325e15e4b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3b44b99b4348cb" /><Relationship Type="http://schemas.openxmlformats.org/officeDocument/2006/relationships/notesMaster" Target="/ppt/notesMasters/notesMaster1.xml" Id="Rd6b645b2eb6d45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16c2fd4ae14f6b" /><Relationship Type="http://schemas.openxmlformats.org/officeDocument/2006/relationships/notesMaster" Target="/ppt/notesMasters/notesMaster1.xml" Id="R6a2a4c9e9cc942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542a5c88584a91" /><Relationship Type="http://schemas.openxmlformats.org/officeDocument/2006/relationships/notesMaster" Target="/ppt/notesMasters/notesMaster1.xml" Id="R8213c94459ba4b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4bbdbadab74023" /><Relationship Type="http://schemas.openxmlformats.org/officeDocument/2006/relationships/notesMaster" Target="/ppt/notesMasters/notesMaster1.xml" Id="R1bec02aeea9940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edbf9788ab4b39" /><Relationship Type="http://schemas.openxmlformats.org/officeDocument/2006/relationships/notesMaster" Target="/ppt/notesMasters/notesMaster1.xml" Id="R695f1849dbf240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4805c758b3454f" /><Relationship Type="http://schemas.openxmlformats.org/officeDocument/2006/relationships/notesMaster" Target="/ppt/notesMasters/notesMaster1.xml" Id="R5a1bb31fb8e54e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a945c26af6461c" /><Relationship Type="http://schemas.openxmlformats.org/officeDocument/2006/relationships/notesMaster" Target="/ppt/notesMasters/notesMaster1.xml" Id="R1023c38a08594e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1d90c854184ad3" /><Relationship Type="http://schemas.openxmlformats.org/officeDocument/2006/relationships/notesMaster" Target="/ppt/notesMasters/notesMaster1.xml" Id="Rc030d2eb584e4e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4a45c827194b95" /><Relationship Type="http://schemas.openxmlformats.org/officeDocument/2006/relationships/notesMaster" Target="/ppt/notesMasters/notesMaster1.xml" Id="Ra4efbf710ef744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e57e183694c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b577928fc48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b33638b0a40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207e949cc46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7a7695b7043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39595a61743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db7f64495438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b119f1ce74a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18460975e47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3bab215b244b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011620e5c452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382e4cce746a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9b513dc594bd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2a2bf57c640e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af776879a486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3da13764d4f7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1d68d753a4e6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f75a038304d9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9eb36f1434ac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89d0548334fb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bf8b3e6094c2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c6bae091c4ee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f3613eb4d484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ef02d1534415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ba781db9e40f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ccfb336ff438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0c56d396e4fca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dc65abb3e4d59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630e1d52f492d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56b6fee7c43e9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688db6e7741c2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9abbec8f7400d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89fdc09e14312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d7cd76952402a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121dac74d4819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c8e19470f4b09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4331695c24a10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22690303e4b27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37b65560a47ca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b23c92f6640d6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0985bc3e74473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9a0ed546d4e02" /></Relationships>
</file>

<file path=ppt/slideLayouts/slideLayout2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26397F07-38EC-41D2-BAE8-F68FD3364F2B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80E2BA9-4DA6-4B6F-9BAB-CAC8EA3F7814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17184BB-98EF-45A2-8DAA-BA7CF3F03469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4441E728-F1ED-481C-9A53-4D3DDB35EF4B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0BD96E8-88CD-4614-8884-C7B96955AFE3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90A6630-E95E-4DB3-A79B-3E76720AA0E4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CE3FC024-B02B-4D71-836D-02D5F6425452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19C8A87-E8C3-456B-8552-9576B8C974B1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88BBC43-3D62-43E7-924B-544FE0CF45FD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F73E0602-4C41-4FA7-B1D3-BDD6FB424DE8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486480C-587B-4203-8A4B-336421E1E8CC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A315634-0387-454E-9A55-EA8EE8812DA7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9DF8F5D-284B-431C-A61B-80E1EE1702A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A5B0BF4-83AC-4B4B-858E-211FF89F4C5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1D5F1C-6DDB-450A-92D4-AC61B82A943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320A2BB-066A-4E6B-9651-12F020FED1F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4D639A3-9B5F-46EF-B0F0-4ADCCB2F90F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6FD13CD-7701-454F-AAD9-BEF52E8B3933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ACBB032-8D77-47C8-9185-259EAB49CA4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D2A8B2E-C68F-4963-A429-4CA45A0C840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7095788-9FBD-4D0A-9274-E60DE67AB7B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D9073C-050F-4645-ACE2-F56B4D91492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8401946-C1AF-4BBB-946F-C6807687207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B2C29C9-266E-4B1B-9F58-6A11CBEE3F7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21F1335-6586-4464-9215-283CAEAEF4E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0BC8501-C360-4F8A-ABD2-09ABED4FF7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580532A-F522-4AEF-B2FA-80A48834135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5CE132E-3244-4EBA-A6E2-56363BDB4F0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D977454-2C62-4DC7-A2BA-430FEE2D10B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647D4E-7198-4D65-8982-1B002D05097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FD1ACA1-3B55-44D7-9551-D23D34DD960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A8A6271-63D0-4A5C-852A-FAB1D68BDCFE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FE3BA86-8538-4C9F-91A0-F84C37516C73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695596C-8961-45F6-AE6D-2E2095E5C2F4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1B4AA55-E85C-4278-B542-DA08A29B51A6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A2F294B-B73E-42F9-AC76-3F3CBA592C8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2812EED-D7FD-4813-9070-D87BB55220E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EDFFC74-539A-4163-A358-6D1BEED9AEA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6F5F564-520D-4F6C-9FC8-C5B0BBD996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A89ECF5-832A-4258-8C7C-9B2C687597B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02F577C-AE44-4AF0-A6B7-21EC57151237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D606544-DCBD-480A-9CE6-EAFD492F26C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44665D2-BCDF-4DEB-876A-2579464DE8C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35DE5D2-E8E1-48AE-9439-C81114A9CF3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457718-12F6-4827-9E6F-15A9328742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0BBFF5-61F0-472E-AAC5-F37FD428289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80EDFBA-9180-460D-B963-4A7DA3F8E26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10DB2790-3BE5-4603-B234-729F223C9D55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D0882D80-D7E1-4900-8210-CF958485E44F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33D9C7-4D50-45CA-8679-9F0EC85C94A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F8B981C-A332-4D47-8302-448E9DA6B31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8CAA89D-881A-4136-A744-F821EF09D6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502A9B21-434C-4B86-9CAE-8509EB273CC4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C8597F05-6F57-4B73-9971-0D7C71A77457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正文页-42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79B6EBB5-7861-454B-84AF-BF8C8EA83DE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0A9E064F-4857-407B-BBC2-AD4DE3F4DB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BCD8569-C214-49A2-A45D-E02402A9E31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779751BE-58CE-4968-AA82-26E3AE525D24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8B0A92BE-87FB-4252-B23B-7F656DDE3D15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235200"/>
          </a:xfrm>
          <a:custGeom xmlns:a="http://schemas.openxmlformats.org/drawingml/2006/main"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58E16F5F-4BE9-4014-AAD8-7A3B68228E6F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9B12A34-FCD1-4C54-AB73-90A36D939125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30C95FF7-1068-4B92-B135-8F24F2D6CCA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21B158E-3256-4926-8A6A-45DF5329956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BEA6B64B-FDAF-482B-8D33-E8DD32A04880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571C4DA-D421-44CB-A739-7DBBB0BCB8A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5F06447A-0179-4759-873E-59F43402A4D6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9494526F-3A30-43D0-9563-F83C94BD1AEF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174F5558-35CC-4C21-8922-BF712FAD685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正文页-10012_9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C0CA5E54-99DE-4C27-B35E-18C84D533BF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DEA8A74-52D2-4DFB-BC95-BDD05A93984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73A8CF40-35A1-4FE2-A717-3B463A100FF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30E82A6F-5621-4156-97A4-45304F7B648E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62E554F0-62B3-4C14-B865-DDFDD707498B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1524000"/>
            <a:ext cx="5486400" cy="4724400"/>
          </a:xfrm>
          <a:custGeom xmlns:a="http://schemas.openxmlformats.org/drawingml/2006/main"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40AC8562-92FD-4C13-AA1C-6009BA55C2B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553200" y="21082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95E0F1C-D4E6-45A1-B6A7-9A93C92C03B6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553200" y="26670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1C443823-11AA-493F-A26C-27EC8512BF5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910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D094589A-402B-42EE-A0FF-6B88C58D6A80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498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正文页-51_4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BFDDBCFF-95CD-443E-B527-F23D4F61A5B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9ECEFD9-BA9C-4767-AE2F-AD0F43AD522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7C21672-939E-49EA-A84B-1FC372EE658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9BCFB78-F985-400C-BB42-33495192926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322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75349DD8-AC23-476F-8E79-445E8CFB06C1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10972800" cy="2082800"/>
          </a:xfrm>
          <a:custGeom xmlns:a="http://schemas.openxmlformats.org/drawingml/2006/main"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8F4E75A6-4F1F-4362-A19C-CB03837A159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36B6FCD1-B7F4-427B-93AB-65562C00D11C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9E03315-608F-4302-B49D-72AC75BB1BA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7252197-AFE5-46DC-B821-B0FA41F65947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2E8875EF-C43D-49C4-B454-4F8D5303B0C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AD47776-306E-4B6E-9B16-11ED532FBF7E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F0BD0598-7F49-41FD-80B4-A7FF6F0C62F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293C2626-9EE5-4A78-9E12-305851AA4774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BF2F5288-1100-4465-B067-14CF199FA0FF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正文页-2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EA9E5FF1-613C-472B-AEC2-6949CB948D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D5A7988-58F2-4174-A4B4-A39C5879615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F319992-C702-444E-8DC1-470DA7413A5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59040DB-E1BC-4A01-8A8D-80A3EC369673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27E4FE87-27FB-4FC6-B0BB-2BA067A3D0D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DC0D8D0E-F7C8-4C08-B58C-A5507F4EB2DD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68EC05AF-7397-4505-BAC5-1EC4075A9670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E7962A8-B1C2-441A-945D-D547528BD550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3096FC4-28A7-4EFC-AB39-9C17FE13223D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47D3AA9F-0D53-4F23-B608-CB7CC1F0C69C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8BDE9F8-F18A-4420-92B3-8650520DCF35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674F0BC8-41BC-4B43-BCD4-096A04184973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67E700C3-1ABA-4E57-8B09-1B9B187CC12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F29B8BCA-EE69-4443-A0FC-3EAA69572391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196B4ADB-D7B6-4C9D-824A-34153BAFB94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A85068ED-8955-4CD7-BCB6-B25C1B30709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正文页-38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5B619324-D45C-42A6-9632-3477C6DA942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CCAD4368-B988-4E3A-8945-3F14B6647F0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6EBDEF2-4C5E-4E6B-A14C-1062BA64184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63E72B7B-522F-41AD-B177-B919528A7518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AC536926-011E-44F3-8993-0AB625BA7C9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CBDAA213-24B3-4089-8FB7-EF67E41BA321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C797486-BED0-42B2-B148-801C21B93F62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455FB4EE-7776-4C5D-A0BD-05AB5CC0072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C65ABD14-4076-4D7E-ABC6-DE110C1A190B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BF63A6A2-60A7-4871-97E4-BF1F417541F6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4F961E19-7F31-426E-819D-51E14DB5BC8D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70987EE4-55A0-43E6-97DA-9DC882DED68F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13848C19-421C-4F3C-AB2B-777B5643FFBF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42EB9814-9F30-4270-AAB4-188078A2E3F6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39BE3CF2-007B-4593-B1B5-EA531067B1DA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5B26976C-47C1-4174-914A-F33D29175A03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正文页-27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025319DC-0F10-4EDD-9381-13CC9571A93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07EE75C-52E5-4FA1-89C7-7C2F45FBED3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01C30EDD-7C92-4AFE-BCD9-EE609D78E84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892F814-2D9C-4B5E-A120-4F9B85AD767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184B0B5E-FF61-49D1-85CC-7BCE857395F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5770EC4-5E48-4642-B9E2-83ECDC0ECA4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8572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0B47A4F-F9D6-41B7-AE45-86CC96204404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6A03F9C-BAFB-4D34-8D0D-612CE3FCF1A5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6B58712-D4BA-4CE5-999C-103A26FCB257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44704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C26EEF09-5657-463E-8D43-D239B012723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47180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F955A05-E510-49EA-8598-C21187DF5577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A517EF60-622E-4E91-9B6D-E3A4D2AA0A44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44704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2F97C6B-3E4F-44F5-AAC5-F308E0D193BF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83312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1EE96326-8C04-4028-9615-799C9BC6CB6B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5788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F471549E-4417-4F48-B78A-EE16519B720C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83312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EECF851C-EE3A-4027-A6D4-91C26165BFB5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83312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正文页-57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593CDD2F-FE9B-4DD7-A82C-F02CCA7A3E0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B7696D8-85B4-4FFE-A727-5FD00B19D46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C54FD2F6-4F1F-487D-9185-236EA30490E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627B7E24-1195-4CAE-BDA3-30C598F726C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38FA466B-2FC1-435F-B3F1-35745191A5F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096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AA61469-0158-4801-96CD-4020FFB48B1A}"/>
              </a:ext>
            </a:extLst>
          </p:cNvPr>
          <p:cNvSpPr/>
          <p:nvPr>
            <p:ph type="pic" idx="16391"/>
          </p:nvPr>
        </p:nvSpPr>
        <p:spPr>
          <a:xfrm xmlns:a="http://schemas.openxmlformats.org/drawingml/2006/main">
            <a:off x="6096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2C01014-5C5D-4A54-9C6F-9B5328395B8F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4DFAF0E4-A78C-48F0-A65A-3C9EC6A90F6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96346999-910B-4D60-AF64-C5DEFEB0A870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2484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1C2B363-34BC-4ADF-A930-2CEBD592ABCF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2484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94D6C6D-8826-4001-925E-AFB484F23100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BE064A6E-E122-46B3-8D13-AB546CDEF55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正文页-6_2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064B1638-C30C-4C7F-B0EA-42209C333AF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0C63D5D1-0B67-4B9E-8A7C-E10C9032E0A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9A37B17-C7C3-4E35-8664-00598FF0327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6CA73D85-7659-464B-8CD4-4D6E01A65953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AFAB1434-C880-4E1F-BFFC-835B9E8D7030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75438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774970EF-6CA8-4B90-868A-7AA4901349AC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676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B041A498-1D65-4C39-96A6-B10B4ADA64CE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676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D79F18C5-67C5-4216-8C47-9DA05DE44797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1844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C93DFAA0-D0D8-4511-B6B2-7107098B586A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09600" y="34036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4DE4396C-E195-4A4A-AD01-16ACEA580C5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762000" y="34036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7E85F15-D2E1-456E-9F6F-C115AB90495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762000" y="39116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94768F12-179E-45FC-A783-0ED6E2C4E75A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4EC7C3BA-97B7-46C3-B1DF-689E7C5DDA12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62000" y="51308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2CE8675C-3AE6-423A-A588-6D430B2DEEC6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762000" y="56388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F2C8E2-8CDB-4A1C-ACF2-4D9E112FAD0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7C2253B-46FD-446E-A4E7-9C11B811281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F4994F5-F376-4EF1-9D75-22B8C33F923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B9ABB4D-805B-4BE7-9A5F-B57C8B0145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1AC898-7447-4E5F-94E4-4B9F77D1D35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正文页-26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2768D60E-C85A-4561-9869-05BCDC6B863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AE6697A-7C0F-469D-BF91-1BFFE69DCB4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A4311F9-5D0F-482D-AC49-DD4DAE63689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CF03AF5A-06B9-41A6-9955-FD99C2DDF0A8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1A23D465-6EA9-4746-BE5D-AE41446FB365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7128269-CF96-44C9-BF94-F5D1259B5804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8496361-A2B3-43BC-A6FF-2B43C002AE99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1BF309C-BD0E-4066-8C31-9AB669E76B72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5BBE009-C00E-4B4A-9902-D4775A10FBD6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E55F2987-4EFA-40AE-A0B0-37258CF31AD6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4AB14AC-9DE7-4EFF-9798-134B523A48C6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182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D21C30B0-2F63-480E-9676-1B511BFCD767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23368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A0E8E095-15CD-469A-AFDA-344DBC2B2FE3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6A1D1B6C-30B0-4B99-AC26-5166F85AB542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E43507E2-FC83-4386-9E73-59142DD67E82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1DBB36A7-5E72-47C7-8216-CD0CD512C3B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正文页-53_10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E29EAB94-0053-4784-B2F1-19881CB932E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386ECE5-253C-4693-B1BB-5A8A64561DE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F26E8702-DA64-4386-9E8A-C2A7F0E9423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E8865975-9E0D-4376-A403-0333B1AD457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696A94BD-D007-4E01-823F-FC179E9AC0A1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3DD13BF4-B58F-4F4F-A6F3-A8BDDDC1069B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4AD9C17-717E-45FB-93C6-03F5A1DD7641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F7D5EF8C-96FD-4DF0-AEC7-99944C38F4E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8CEBC24-354C-4D96-8682-19C28C9C0CD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193D52D-19A4-43A1-8852-C2915DC3A392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1339E54-1D36-4C26-ADD4-2367FC6E9C33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E14A02E0-BC47-4C7E-9257-F44804CAE329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B18F552-3754-4395-A6D2-417E5E05962E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F6F9EEE0-B1AD-454B-8837-E8B555579128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7B195685-6093-4A28-BDD3-DA8550977258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E96C8D6A-2880-4D9B-9124-3740662B430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正文页-30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30758AB-0B84-4769-A439-5C87BED3B4F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81FBA1B9-80A7-47FF-8BA8-AEF634B2DFA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27661C9F-2A61-4972-B84D-0CD3D2F7F41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52AB4D56-785B-411A-9EE0-3232E207D96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52578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108111B9-CBB2-4372-BA54-525139D9F449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EEB79C3F-9F15-4C50-BFE1-EFB1DEBB8B00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257800" y="21844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B282001-5F2F-43AE-9517-DF4E11B0AAD2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5410200" y="2184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78C5EF86-E3A9-4EC9-9B64-5743D4393BC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410200" y="26924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0BD3C176-8C45-4BC0-8C0C-2B5672F852F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52578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4BC2F06-57B8-43B7-8D62-FEE86170355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5410200" y="45212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2DF733F-CF74-4F08-8B73-6ABA282876A4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410200" y="50292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F5F723-7342-488F-9E8D-433A97905FF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5350A33-B9A4-446D-93B8-39C39748E29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0BADAF-D278-4347-BB00-1626FBC567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60BC0001-E73E-4585-8D8F-0730BF962342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A008F08-2EEF-4B6F-B85B-187AC70F15FB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01F008A-1052-4889-A6B5-0A2BF78E024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8D1EB0D-7014-4173-8678-100A53E7FB7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459BD908-9348-4233-B6F0-05F1CFE640D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25A5C871-8659-4B12-8BA0-0B0DEF96D96C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DF8D02BB-E50A-4917-BE7F-286B5CC8BA2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FE3BE866-623B-498B-9BEE-7346C44310F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A8DBEF02-4407-44B1-BD3F-02687774B801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CB50E49-C09B-471B-8AEE-C741FB2DAE4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F373FB8A-D913-4140-B6A6-B6A74939723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E6EDD54A-1477-4485-B4F0-355FC54AA54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E249EA6-BBEE-4439-A7D7-7674551C3A6C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A3814E81-5FE2-4C04-8DEC-B365163C49D8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EFC4491D-A5C7-455E-B2BD-11BFA00A8441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ED7D6D04-5FE3-4E9A-897B-B5F9D1F93085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2B05996B-E7C5-42EB-86A1-1FDB2CF63B1C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504ABE11-A984-4E4C-BBC9-2EE7F50451CD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34760778-C0C2-498A-ADCB-4137FD6C519E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F793A227-6081-4A5B-8EE0-7BC4C032BA6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30062B33-A40E-436E-8A35-2B4CFD455C4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09D31192-4C20-4F9C-B38C-B08701F05B5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C64C6F0C-C92D-46FF-AC14-AC8F8A99261A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DEE26AC-6A0C-4EDC-94DB-473E19337B5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AEE398E-C23A-4692-BA7E-5FDDE0D165E4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4C4523DA-C7E7-473D-B184-89F5B2C9B4E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7E213704-7FFF-48D7-B93F-FE02A9FCFB9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5B27033C-6511-4BAA-825C-531A2CC85CF9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D89EC0EF-D241-4DD3-AE2D-7FA8A904BBC9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B445FDE-87CE-4743-902B-EE18165C47C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967F3C44-6ADE-4E42-B6AE-81518B726D06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EAFF4674-9B86-40D7-A195-E4C3BD18F07D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F15205D1-C998-418F-A20B-55B507673CD1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FF6585AF-0042-4574-B638-9C8402BBF00F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1122A38B-D83F-4056-84DA-89F5AA54717F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FB510322-AD28-48E1-B21A-A7FB15624050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7E4667-DF5C-458C-9211-164D64CBCAE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D8BDD3-FD8B-4162-8E0C-08C9A19D015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F433F9-C777-4759-BAA4-C747CF24516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73C1653B-5739-4742-9E88-0CD87E223DAB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18C31B4A-B7C7-4A1D-AC1F-FF6D9C0387F7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C16FA889-50F8-447E-AB9B-343C4878A414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C68C8F8A-CF5B-4FD5-B817-DC834AD122DA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F22973E-F4D7-47AB-B7A4-2F46BB87B424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C510779F-5664-4A5A-ACF3-863E1E588EF3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5ADC1482-BBD0-411D-94A9-3023D6721513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CFE2CC3B-4A79-46FC-A405-F2311BE71F13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D8D4AE1-85C5-453A-A0C6-E28DE4311E73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71EF16C-BEF9-4F02-931E-28534A4BF63A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F6EC108-0B7F-4AE2-B467-809F83E03113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80F78F3-D540-4DFC-B06D-1A03CE7D0536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DF09C639-047F-4825-9492-5AF1B10F2B7E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1E5EF5CE-FB9C-4EEF-96AD-C3811372B23E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目录页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ED91FED-E136-4114-B275-50B1B907FAB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B2987FB-17E0-4C0D-B148-115BC4009A3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B38503F-6B41-48F3-90E7-4D738D5E969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76A978C9-CC27-4D0E-9B41-6B0616D1C050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22354" y="3517898"/>
            <a:ext cx="825502" cy="1524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ctr">
              <a:lnSpc>
                <a:spcPct val="83000"/>
              </a:lnSpc>
              <a:buNone/>
              <a:defRPr sz="6000" b="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F05F9BE-D559-441E-A681-F7B47EEC2C5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72AAD82-2AE6-48D1-98D2-89B4F6C0657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8D5C76E-A142-40DA-AF7D-66CABCD941E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ED42A860-8F6D-4611-9118-9FC413924F54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796CB586-5BB1-44E9-B297-415550E333EF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94900DD-CFFB-431C-BF2F-880FF4C56F3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8B8B02C-08F6-4B39-BFA8-9EDBC7A1055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B26F09B-01F5-403D-8F69-837794E9DDF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88D4347F-5CEE-4BA9-9C07-81D5F56C2EE4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 type="title">
  <p:cSld name="封面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B92E4D5A-C60F-48AE-95C8-A7D764FA8D7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4B9DB920-B5AD-44C9-86AF-47962D07E0D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E056712F-431C-466F-BCE0-9D64E1C536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A2EF8BC6-8705-4F50-AA09-30235B5EF4F6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16000" y="2294890"/>
            <a:ext cx="6667500" cy="2695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5000"/>
              </a:lnSpc>
              <a:buNone/>
              <a:defRPr sz="6000" b="0" u="none" cap="none" spc="0">
                <a:solidFill>
                  <a:schemeClr val="tx1"/>
                </a:solidFill>
                <a:latin typeface="汉仪中宋简"/>
                <a:ea typeface="汉仪中宋简"/>
                <a:cs typeface="汉仪中宋简"/>
              </a:defRPr>
            </a:lvl1pPr>
          </a:lstStyle>
          <a:p xmlns:a="http://schemas.openxmlformats.org/drawingml/2006/main"/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F8F354E-C3D5-4649-9DD3-9721B525370C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1016000" y="5321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DE6A0B44-2192-490C-AEAF-905A7727F2B9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1016000" y="178689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 type="vertTitleAndTx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A19D237-54DC-4041-B8D0-A52EADE9992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547860" y="609600"/>
            <a:ext cx="2032016" cy="56388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2CD7656-CADC-40C0-B953-26646949661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609600"/>
            <a:ext cx="8636069" cy="56388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307B797-1A3D-4F68-9C40-996FF551034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6882006-775B-4D5A-917D-3A61B30E41E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482C7C4B-6F5E-4BB8-BF8C-534121A6FAE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49DC662-C977-4F75-A829-9EBCA0DA4F6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609457"/>
            <a:ext cx="355602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9A8018F-0401-470D-82EC-C7AF52B261F8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4772660" y="609600"/>
            <a:ext cx="6807254" cy="563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3AB44A2-0651-48C2-B714-607CB94F3564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0" y="2311400"/>
            <a:ext cx="3556000" cy="39370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BF278307-A6AA-40AD-8250-1AA9F9831EE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83F30D86-A8BF-4EF1-A24D-435BFAA7AB9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1E19A8B3-700F-47E4-B8F2-5AD9E7B38D09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F461F2-4AC6-4963-8C92-C72E2EE93BF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E0B1533-C8C3-4FF8-BE14-31B674C4FA3B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3924FE87-F1FC-4105-84FC-BFC422226A3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63896A0F-5F15-4378-BAFB-D793CA16EEA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5E7213-2E18-401E-90C6-C20C009A822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601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CC45CB4-E405-4B61-9D7F-2C12DFA7C53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7060" y="1524000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8200752-286D-4E84-8E0E-B31341C6CF0D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CC3F70C-E678-4E65-A09F-3ABBEB770382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324411" y="1523712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C67F6AB-D744-455B-A2A8-EF1197D311FF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324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3B2F7DFE-FC6C-4F23-9566-F37770BF7B74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3C1EF7D3-8A35-4A4F-812E-FFB7365725E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47E3B10E-1264-47CC-B441-EA8C29C8589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77300" y="6314440"/>
            <a:ext cx="2709545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42A35B1-F0BB-4E1C-B660-FFE7E987160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BD2B77E-9DB5-4DF9-B0DE-985CEA2C81C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84" y="1523857"/>
            <a:ext cx="5257842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5AC0CA6-83A0-4775-8197-E862A6641D87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322060" y="1524000"/>
            <a:ext cx="5266690" cy="472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E16B951D-FD36-46B4-8F51-C40D3D87753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454DB1C3-9F8F-4B80-8AC2-8495576F3DA7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0A5654F5-2D19-49A5-B8EB-D59E18D0781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EE9C04-7DC9-4245-8DE1-51E11A4EE49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C57481B-14E4-4BFB-B108-1EACA5B74B4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8B96E9C1-FE0F-47A6-8293-67F9884FA19A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1D20223-7846-4701-9F63-31792DE5B539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DA46979F-2D10-49B0-8ACC-555EE3D595F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739AF104-3EF0-4D75-BC3A-ECCAEF36E338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571AF057-C1FF-4974-8C61-B08FC05D5CE9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C3B2C113-5201-4C12-B621-D70FACA4970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561163-C115-4487-9D3E-B00BE7FAACC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2D0992A-212D-4B01-BBBD-1B244E35D304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56" y="1524000"/>
            <a:ext cx="10972888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B1194E60-F45E-4182-9D16-991ED4CFD9C3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47606FA7-8492-41DE-9EF7-03BCB37751A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A0EC3A95-CCA3-4F2A-B2D3-1B490942B9B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A2CD4C7E-DBA1-4132-8B4D-2DC3DA1B1BE8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609600" y="609600"/>
            <a:ext cx="10973435" cy="5638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7C6C6D37-8C5F-46C0-8BC0-0F558B924BC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AD0EDA27-00D5-4CDD-8D5D-1778CD7AC1FC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3BD79330-0C5C-4E3A-8C79-CFF4592E3CF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5418EB-51F8-4C47-82E6-C5583A2B870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54BD3EE-250C-49F5-9418-2AD3CF6D7E6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0DBC37C0-F26B-4816-A8AF-C4056769CF9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FECDD211-4934-4C97-96D8-846EE8E8DF8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2D040865-D7C4-4F49-B543-9B7680025E3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fb5d5f75bf464d" /><Relationship Type="http://schemas.openxmlformats.org/officeDocument/2006/relationships/slideLayout" Target="/ppt/slideLayouts/slideLayout2.xml" Id="R569fdafd40a0452d" /><Relationship Type="http://schemas.openxmlformats.org/officeDocument/2006/relationships/slideLayout" Target="/ppt/slideLayouts/slideLayout3.xml" Id="R8a89bbe865e14787" /><Relationship Type="http://schemas.openxmlformats.org/officeDocument/2006/relationships/slideLayout" Target="/ppt/slideLayouts/slideLayout4.xml" Id="R4a050f50f5094293" /><Relationship Type="http://schemas.openxmlformats.org/officeDocument/2006/relationships/slideLayout" Target="/ppt/slideLayouts/slideLayout5.xml" Id="Redd9197fa6c04e7b" /><Relationship Type="http://schemas.openxmlformats.org/officeDocument/2006/relationships/slideLayout" Target="/ppt/slideLayouts/slideLayout6.xml" Id="R90bdd2dc86bc4ee9" /><Relationship Type="http://schemas.openxmlformats.org/officeDocument/2006/relationships/slideLayout" Target="/ppt/slideLayouts/slideLayout7.xml" Id="R084ae88594f64c62" /><Relationship Type="http://schemas.openxmlformats.org/officeDocument/2006/relationships/slideLayout" Target="/ppt/slideLayouts/slideLayout8.xml" Id="R274a1d9e54c64175" /><Relationship Type="http://schemas.openxmlformats.org/officeDocument/2006/relationships/slideLayout" Target="/ppt/slideLayouts/slideLayout9.xml" Id="R190ff18b03a54ce3" /><Relationship Type="http://schemas.openxmlformats.org/officeDocument/2006/relationships/slideLayout" Target="/ppt/slideLayouts/slideLayout10.xml" Id="Rfca49bc7a3ee4b54" /><Relationship Type="http://schemas.openxmlformats.org/officeDocument/2006/relationships/slideLayout" Target="/ppt/slideLayouts/slideLayout11.xml" Id="Rae4c475d09644d15" /><Relationship Type="http://schemas.openxmlformats.org/officeDocument/2006/relationships/slideLayout" Target="/ppt/slideLayouts/slideLayout12.xml" Id="Ra3f012dc353a48ff" /><Relationship Type="http://schemas.openxmlformats.org/officeDocument/2006/relationships/slideLayout" Target="/ppt/slideLayouts/slideLayout13.xml" Id="Redaba503d9c64cc6" /><Relationship Type="http://schemas.openxmlformats.org/officeDocument/2006/relationships/slideLayout" Target="/ppt/slideLayouts/slideLayout14.xml" Id="Ra691b5b0d6184573" /><Relationship Type="http://schemas.openxmlformats.org/officeDocument/2006/relationships/slideLayout" Target="/ppt/slideLayouts/slideLayout15.xml" Id="R1867330fe61d457c" /><Relationship Type="http://schemas.openxmlformats.org/officeDocument/2006/relationships/slideLayout" Target="/ppt/slideLayouts/slideLayout16.xml" Id="R6bf62f100a0b4e3b" /><Relationship Type="http://schemas.openxmlformats.org/officeDocument/2006/relationships/slideLayout" Target="/ppt/slideLayouts/slideLayout17.xml" Id="Rc575f02e73ef46c9" /><Relationship Type="http://schemas.openxmlformats.org/officeDocument/2006/relationships/slideLayout" Target="/ppt/slideLayouts/slideLayout18.xml" Id="R987376820f52427e" /><Relationship Type="http://schemas.openxmlformats.org/officeDocument/2006/relationships/slideLayout" Target="/ppt/slideLayouts/slideLayout19.xml" Id="R0a446ada905f4dfa" /><Relationship Type="http://schemas.openxmlformats.org/officeDocument/2006/relationships/slideLayout" Target="/ppt/slideLayouts/slideLayout20.xml" Id="R8799bd674f62466e" /><Relationship Type="http://schemas.openxmlformats.org/officeDocument/2006/relationships/slideLayout" Target="/ppt/slideLayouts/slideLayout21.xml" Id="R2358ff82946142e9" /><Relationship Type="http://schemas.openxmlformats.org/officeDocument/2006/relationships/slideLayout" Target="/ppt/slideLayouts/slideLayout22.xml" Id="R4380edbf6a804cd7" /><Relationship Type="http://schemas.openxmlformats.org/officeDocument/2006/relationships/slideLayout" Target="/ppt/slideLayouts/slideLayout23.xml" Id="R2ad2d4eba5b14129" /><Relationship Type="http://schemas.openxmlformats.org/officeDocument/2006/relationships/slideLayout" Target="/ppt/slideLayouts/slideLayout24.xml" Id="R1f60b06b5e294712" /><Relationship Type="http://schemas.openxmlformats.org/officeDocument/2006/relationships/slideLayout" Target="/ppt/slideLayouts/slideLayout25.xml" Id="Rc65eeb561fa94960" /><Relationship Type="http://schemas.openxmlformats.org/officeDocument/2006/relationships/slideLayout" Target="/ppt/slideLayouts/slideLayout26.xml" Id="R0f0b6b7c48f644bf" /><Relationship Type="http://schemas.openxmlformats.org/officeDocument/2006/relationships/slideLayout" Target="/ppt/slideLayouts/slideLayout27.xml" Id="R7d5c36ae56764e0b" /><Relationship Type="http://schemas.openxmlformats.org/officeDocument/2006/relationships/slideLayout" Target="/ppt/slideLayouts/slideLayout28.xml" Id="R54bfc22b397f43f5" /><Relationship Type="http://schemas.openxmlformats.org/officeDocument/2006/relationships/slideLayout" Target="/ppt/slideLayouts/slideLayout29.xml" Id="R635e4290e264473e" /><Relationship Type="http://schemas.openxmlformats.org/officeDocument/2006/relationships/slideLayout" Target="/ppt/slideLayouts/slideLayout30.xml" Id="R92a47f94b2e6441e" /><Relationship Type="http://schemas.openxmlformats.org/officeDocument/2006/relationships/slideLayout" Target="/ppt/slideLayouts/slideLayout31.xml" Id="Raa630c6b21204b6f" /><Relationship Type="http://schemas.openxmlformats.org/officeDocument/2006/relationships/slideLayout" Target="/ppt/slideLayouts/slideLayout32.xml" Id="Rfd33aeb0488f4ed9" /><Relationship Type="http://schemas.openxmlformats.org/officeDocument/2006/relationships/slideLayout" Target="/ppt/slideLayouts/slideLayout33.xml" Id="R34b8b633736b4b64" /><Relationship Type="http://schemas.openxmlformats.org/officeDocument/2006/relationships/slideLayout" Target="/ppt/slideLayouts/slideLayout34.xml" Id="R632bc9f06db045e5" /><Relationship Type="http://schemas.openxmlformats.org/officeDocument/2006/relationships/slideLayout" Target="/ppt/slideLayouts/slideLayout35.xml" Id="R07cf193260e94b18" /><Relationship Type="http://schemas.openxmlformats.org/officeDocument/2006/relationships/slideLayout" Target="/ppt/slideLayouts/slideLayout36.xml" Id="Ra586e9e1defb4ad0" /><Relationship Type="http://schemas.openxmlformats.org/officeDocument/2006/relationships/slideLayout" Target="/ppt/slideLayouts/slideLayout37.xml" Id="Ra607a5e699674d68" /><Relationship Type="http://schemas.openxmlformats.org/officeDocument/2006/relationships/slideLayout" Target="/ppt/slideLayouts/slideLayout38.xml" Id="R5ff3d656eca4466f" /><Relationship Type="http://schemas.openxmlformats.org/officeDocument/2006/relationships/slideLayout" Target="/ppt/slideLayouts/slideLayout39.xml" Id="Rc9bd14f74dab499a" /><Relationship Type="http://schemas.openxmlformats.org/officeDocument/2006/relationships/slideLayout" Target="/ppt/slideLayouts/slideLayout40.xml" Id="R2ec22b79a7e64e92" /><Relationship Type="http://schemas.openxmlformats.org/officeDocument/2006/relationships/slideLayout" Target="/ppt/slideLayouts/slideLayout41.xml" Id="Rc3a5d8c2bddd47c5" /><Relationship Type="http://schemas.openxmlformats.org/officeDocument/2006/relationships/slideLayout" Target="/ppt/slideLayouts/slideLayout42.xml" Id="Rf676768d170a4206" /><Relationship Type="http://schemas.openxmlformats.org/officeDocument/2006/relationships/slideLayout" Target="/ppt/slideLayouts/slideLayout43.xml" Id="R5de035ad134046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5A547C4-0635-428A-96F8-3791E65E293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4E0E5F-764C-4912-A3DC-75FD2CFBBF7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287A19-3E56-4CF4-AFF4-B3763EEE190C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E4E550E-E443-498F-AAFF-DC0C5653D930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CF89BF-7477-489B-AA10-B6D926DFB84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79D8470-FAC0-41A8-B3B7-2450D979FD9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E6CD408-7E8E-47DD-87F7-578976FDD09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7907016-C754-4891-8FF8-9879FC0610A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B1D146-1450-4597-A6BE-7ABE56B7317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72424E-98EF-41DE-AA9C-C5E3BC6B693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112E3C-D9C1-48F9-B04C-06BDF1C4CB4B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4AC6D7B-292F-4C14-B8B1-EEDB36EC17A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C36795-C8BA-493A-B808-825014C32C7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295705D-FEC6-41BB-9653-3280F5AD1A2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5AC0D2B-22B2-4129-84BA-9C9478C92D2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556" y="1524000"/>
            <a:ext cx="10972888" cy="472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9fdafd40a0452d"/>
    <p:sldLayoutId xmlns:r="http://schemas.openxmlformats.org/officeDocument/2006/relationships" id="2147483650" r:id="R8a89bbe865e14787"/>
    <p:sldLayoutId xmlns:r="http://schemas.openxmlformats.org/officeDocument/2006/relationships" id="2147483651" r:id="R4a050f50f5094293"/>
    <p:sldLayoutId xmlns:r="http://schemas.openxmlformats.org/officeDocument/2006/relationships" id="2147483652" r:id="Redd9197fa6c04e7b"/>
    <p:sldLayoutId xmlns:r="http://schemas.openxmlformats.org/officeDocument/2006/relationships" id="2147483653" r:id="R90bdd2dc86bc4ee9"/>
    <p:sldLayoutId xmlns:r="http://schemas.openxmlformats.org/officeDocument/2006/relationships" id="2147483654" r:id="R084ae88594f64c62"/>
    <p:sldLayoutId xmlns:r="http://schemas.openxmlformats.org/officeDocument/2006/relationships" id="2147483655" r:id="R274a1d9e54c64175"/>
    <p:sldLayoutId xmlns:r="http://schemas.openxmlformats.org/officeDocument/2006/relationships" id="2147483656" r:id="R190ff18b03a54ce3"/>
    <p:sldLayoutId xmlns:r="http://schemas.openxmlformats.org/officeDocument/2006/relationships" id="2147483657" r:id="Rfca49bc7a3ee4b54"/>
    <p:sldLayoutId xmlns:r="http://schemas.openxmlformats.org/officeDocument/2006/relationships" id="2147483658" r:id="Rae4c475d09644d15"/>
    <p:sldLayoutId xmlns:r="http://schemas.openxmlformats.org/officeDocument/2006/relationships" id="2147483659" r:id="Ra3f012dc353a48ff"/>
    <p:sldLayoutId xmlns:r="http://schemas.openxmlformats.org/officeDocument/2006/relationships" id="2147483660" r:id="Redaba503d9c64cc6"/>
    <p:sldLayoutId xmlns:r="http://schemas.openxmlformats.org/officeDocument/2006/relationships" id="2147483661" r:id="Ra691b5b0d6184573"/>
    <p:sldLayoutId xmlns:r="http://schemas.openxmlformats.org/officeDocument/2006/relationships" id="2147483662" r:id="R1867330fe61d457c"/>
    <p:sldLayoutId xmlns:r="http://schemas.openxmlformats.org/officeDocument/2006/relationships" id="2147483663" r:id="R6bf62f100a0b4e3b"/>
    <p:sldLayoutId xmlns:r="http://schemas.openxmlformats.org/officeDocument/2006/relationships" id="2147483664" r:id="Rc575f02e73ef46c9"/>
    <p:sldLayoutId xmlns:r="http://schemas.openxmlformats.org/officeDocument/2006/relationships" id="2147483665" r:id="R987376820f52427e"/>
    <p:sldLayoutId xmlns:r="http://schemas.openxmlformats.org/officeDocument/2006/relationships" id="2147483666" r:id="R0a446ada905f4dfa"/>
    <p:sldLayoutId xmlns:r="http://schemas.openxmlformats.org/officeDocument/2006/relationships" id="2147483667" r:id="R8799bd674f62466e"/>
    <p:sldLayoutId xmlns:r="http://schemas.openxmlformats.org/officeDocument/2006/relationships" id="2147483668" r:id="R2358ff82946142e9"/>
    <p:sldLayoutId xmlns:r="http://schemas.openxmlformats.org/officeDocument/2006/relationships" id="2147483669" r:id="R4380edbf6a804cd7"/>
    <p:sldLayoutId xmlns:r="http://schemas.openxmlformats.org/officeDocument/2006/relationships" id="2147483670" r:id="R2ad2d4eba5b14129"/>
    <p:sldLayoutId xmlns:r="http://schemas.openxmlformats.org/officeDocument/2006/relationships" id="2147483671" r:id="R1f60b06b5e294712"/>
    <p:sldLayoutId xmlns:r="http://schemas.openxmlformats.org/officeDocument/2006/relationships" id="2147483672" r:id="Rc65eeb561fa94960"/>
    <p:sldLayoutId xmlns:r="http://schemas.openxmlformats.org/officeDocument/2006/relationships" id="2147483673" r:id="R0f0b6b7c48f644bf"/>
    <p:sldLayoutId xmlns:r="http://schemas.openxmlformats.org/officeDocument/2006/relationships" id="2147483674" r:id="R7d5c36ae56764e0b"/>
    <p:sldLayoutId xmlns:r="http://schemas.openxmlformats.org/officeDocument/2006/relationships" id="2147483675" r:id="R54bfc22b397f43f5"/>
    <p:sldLayoutId xmlns:r="http://schemas.openxmlformats.org/officeDocument/2006/relationships" id="2147483676" r:id="R635e4290e264473e"/>
    <p:sldLayoutId xmlns:r="http://schemas.openxmlformats.org/officeDocument/2006/relationships" id="2147483677" r:id="R92a47f94b2e6441e"/>
    <p:sldLayoutId xmlns:r="http://schemas.openxmlformats.org/officeDocument/2006/relationships" id="2147483678" r:id="Raa630c6b21204b6f"/>
    <p:sldLayoutId xmlns:r="http://schemas.openxmlformats.org/officeDocument/2006/relationships" id="2147483679" r:id="Rfd33aeb0488f4ed9"/>
    <p:sldLayoutId xmlns:r="http://schemas.openxmlformats.org/officeDocument/2006/relationships" id="2147483680" r:id="R34b8b633736b4b64"/>
    <p:sldLayoutId xmlns:r="http://schemas.openxmlformats.org/officeDocument/2006/relationships" id="2147483681" r:id="R632bc9f06db045e5"/>
    <p:sldLayoutId xmlns:r="http://schemas.openxmlformats.org/officeDocument/2006/relationships" id="2147483682" r:id="R07cf193260e94b18"/>
    <p:sldLayoutId xmlns:r="http://schemas.openxmlformats.org/officeDocument/2006/relationships" id="2147483683" r:id="Ra586e9e1defb4ad0"/>
    <p:sldLayoutId xmlns:r="http://schemas.openxmlformats.org/officeDocument/2006/relationships" id="2147483684" r:id="Ra607a5e699674d68"/>
    <p:sldLayoutId xmlns:r="http://schemas.openxmlformats.org/officeDocument/2006/relationships" id="2147483685" r:id="R5ff3d656eca4466f"/>
    <p:sldLayoutId xmlns:r="http://schemas.openxmlformats.org/officeDocument/2006/relationships" id="2147483686" r:id="Rc9bd14f74dab499a"/>
    <p:sldLayoutId xmlns:r="http://schemas.openxmlformats.org/officeDocument/2006/relationships" id="2147483687" r:id="R2ec22b79a7e64e92"/>
    <p:sldLayoutId xmlns:r="http://schemas.openxmlformats.org/officeDocument/2006/relationships" id="2147483688" r:id="Rc3a5d8c2bddd47c5"/>
    <p:sldLayoutId xmlns:r="http://schemas.openxmlformats.org/officeDocument/2006/relationships" id="2147483689" r:id="Rf676768d170a4206"/>
    <p:sldLayoutId xmlns:r="http://schemas.openxmlformats.org/officeDocument/2006/relationships" id="2147483690" r:id="R5de035ad1340463d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87e3554d50ad4d0d" /><Relationship Type="http://schemas.openxmlformats.org/officeDocument/2006/relationships/notesSlide" Target="/ppt/notesSlides/notesSlide1.xml" Id="R2cbb056d949940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7fbbee1a5bd047a3" /><Relationship Type="http://schemas.openxmlformats.org/officeDocument/2006/relationships/image" Target="/ppt/media/image.jpeg" Id="Rfb8da15a0472425f" /><Relationship Type="http://schemas.openxmlformats.org/officeDocument/2006/relationships/notesSlide" Target="/ppt/notesSlides/notesSlide2.xml" Id="R9834885eea7c4b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85339fd115474031" /><Relationship Type="http://schemas.openxmlformats.org/officeDocument/2006/relationships/image" Target="/ppt/media/image2.jpeg" Id="R60612e6a18d34b76" /><Relationship Type="http://schemas.openxmlformats.org/officeDocument/2006/relationships/image" Target="/ppt/media/image3.jpeg" Id="Rebeffd01c9654328" /><Relationship Type="http://schemas.openxmlformats.org/officeDocument/2006/relationships/image" Target="/ppt/media/image4.jpeg" Id="Re9fbb5f77db04607" /><Relationship Type="http://schemas.openxmlformats.org/officeDocument/2006/relationships/notesSlide" Target="/ppt/notesSlides/notesSlide3.xml" Id="R9829adf301ab42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7235f0d0db64e22" /><Relationship Type="http://schemas.openxmlformats.org/officeDocument/2006/relationships/image" Target="/ppt/media/image5.jpeg" Id="R44876ce778bc47d5" /><Relationship Type="http://schemas.openxmlformats.org/officeDocument/2006/relationships/image" Target="/ppt/media/image6.jpeg" Id="R4d74171e0ff945d6" /><Relationship Type="http://schemas.openxmlformats.org/officeDocument/2006/relationships/image" Target="/ppt/media/image7.jpeg" Id="R3424616a91134fdf" /><Relationship Type="http://schemas.openxmlformats.org/officeDocument/2006/relationships/notesSlide" Target="/ppt/notesSlides/notesSlide4.xml" Id="R8e6550ad47274c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f01994278f44f9" /><Relationship Type="http://schemas.openxmlformats.org/officeDocument/2006/relationships/image" Target="/ppt/media/image8.jpeg" Id="R4f9327ba2248493d" /><Relationship Type="http://schemas.openxmlformats.org/officeDocument/2006/relationships/image" Target="/ppt/media/image.png" Id="Rd229a763ff794f6c" /><Relationship Type="http://schemas.openxmlformats.org/officeDocument/2006/relationships/image" Target="/ppt/media/image.svg" Id="R1f2bbee29ec04f0d" /><Relationship Type="http://schemas.openxmlformats.org/officeDocument/2006/relationships/image" Target="/ppt/media/image2.png" Id="R6c11848f748e4798" /><Relationship Type="http://schemas.openxmlformats.org/officeDocument/2006/relationships/image" Target="/ppt/media/image2.svg" Id="R4910f97897144ac2" /><Relationship Type="http://schemas.openxmlformats.org/officeDocument/2006/relationships/image" Target="/ppt/media/image3.png" Id="R9368baee001f4e3a" /><Relationship Type="http://schemas.openxmlformats.org/officeDocument/2006/relationships/image" Target="/ppt/media/image3.svg" Id="R3cca2704ac784473" /><Relationship Type="http://schemas.openxmlformats.org/officeDocument/2006/relationships/notesSlide" Target="/ppt/notesSlides/notesSlide5.xml" Id="R220ef5528f0042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73cb773b74d4c" /><Relationship Type="http://schemas.openxmlformats.org/officeDocument/2006/relationships/image" Target="/ppt/media/image9.jpeg" Id="Rd0f17d3065ab4932" /><Relationship Type="http://schemas.openxmlformats.org/officeDocument/2006/relationships/image" Target="/ppt/media/image4.png" Id="Rbb50066f3f514fd0" /><Relationship Type="http://schemas.openxmlformats.org/officeDocument/2006/relationships/image" Target="/ppt/media/image4.svg" Id="R9c8f8ec41ef0486c" /><Relationship Type="http://schemas.openxmlformats.org/officeDocument/2006/relationships/image" Target="/ppt/media/image5.png" Id="Rdb0a810225524c93" /><Relationship Type="http://schemas.openxmlformats.org/officeDocument/2006/relationships/image" Target="/ppt/media/image5.svg" Id="R33478d3e64824b0e" /><Relationship Type="http://schemas.openxmlformats.org/officeDocument/2006/relationships/image" Target="/ppt/media/image6.png" Id="Rb2bba63c357d4527" /><Relationship Type="http://schemas.openxmlformats.org/officeDocument/2006/relationships/image" Target="/ppt/media/image6.svg" Id="Raf8efdd6ab9b44a6" /><Relationship Type="http://schemas.openxmlformats.org/officeDocument/2006/relationships/notesSlide" Target="/ppt/notesSlides/notesSlide6.xml" Id="Rd02680de11d8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345586d31724c00" /><Relationship Type="http://schemas.openxmlformats.org/officeDocument/2006/relationships/image" Target="/ppt/media/image10.jpeg" Id="Rb6baeab7919a436a" /><Relationship Type="http://schemas.openxmlformats.org/officeDocument/2006/relationships/notesSlide" Target="/ppt/notesSlides/notesSlide7.xml" Id="Rc843f97cacf948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7c9d379c6504f34" /><Relationship Type="http://schemas.openxmlformats.org/officeDocument/2006/relationships/image" Target="/ppt/media/image11.jpeg" Id="R9e7e2560407e4907" /><Relationship Type="http://schemas.openxmlformats.org/officeDocument/2006/relationships/notesSlide" Target="/ppt/notesSlides/notesSlide8.xml" Id="Re9894b1f05f34e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396a3f35fc74101" /><Relationship Type="http://schemas.openxmlformats.org/officeDocument/2006/relationships/image" Target="/ppt/media/image12.jpeg" Id="Rebf6d2dafe5c421f" /><Relationship Type="http://schemas.openxmlformats.org/officeDocument/2006/relationships/notesSlide" Target="/ppt/notesSlides/notesSlide9.xml" Id="Rb42167927ce948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6e7b8a2633a4a53" /><Relationship Type="http://schemas.openxmlformats.org/officeDocument/2006/relationships/notesSlide" Target="/ppt/notesSlides/notesSlide10.xml" Id="Ra0706ea6693743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30BCA269-1DFE-4276-8EC7-D8A51D9ECC4E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家族传承客户建议书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F60174D-9260-4F5E-850D-A6B1F23E768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2026/06/01</a:t>
            </a:r>
          </a:p>
        </p:txBody>
      </p:sp>
    </p:spTree>
    <p:extLst>
      <p:ext uri="{BB962C8B-B14F-4D97-AF65-F5344CB8AC3E}">
        <p14:creationId xmlns:p14="http://schemas.microsoft.com/office/powerpoint/2010/main" val="11344884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7BA8DE3-996D-45C3-9A9C-2149CDABB1D3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机构定位与核心优势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da15a0472425f"/>
          <a:srcRect xmlns:a="http://schemas.openxmlformats.org/drawingml/2006/main" l="0" t="271" r="0" b="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4038600" cy="5638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FD5E2F8D-87B0-43E9-B0BC-BFA1FB65712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8B788C5-3E35-4896-A1A3-C967D866DDC4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家族财富守护者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DAD1ED80-531B-4AFB-A01F-A0125446DD5C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以“百年传承”为目标，为高净值家族提供资产配置、税务规划等定制服务，如为某浙江家族设立家族信托，实现资产代际传承。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E5096459-5623-4CEC-8BF1-969AAB8E8955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70EAA68E-790B-4222-B062-EC78EE596C32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全球资源整合者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07ACE19-B407-4EC6-B0AB-9C678D4DBA40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整合全球金融、法律、教育等资源，协助某山西煤老板家族子女赴海外顶尖学府深造，并配置海外不动产。</a:t>
            </a:r>
          </a:p>
        </p:txBody>
      </p:sp>
    </p:spTree>
    <p:extLst>
      <p:ext uri="{BB962C8B-B14F-4D97-AF65-F5344CB8AC3E}">
        <p14:creationId xmlns:p14="http://schemas.microsoft.com/office/powerpoint/2010/main" val="5558356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CBDCF4-78DF-4898-A092-1B87627A12D4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资产增值能力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BB8E5703-41D3-4410-961E-519A74803DF6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12e6a18d34b76"/>
          <a:srcRect xmlns:a="http://schemas.openxmlformats.org/drawingml/2006/main" l="0" t="820" r="0" b="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FE8C242-115A-44D3-88E4-326AD409B66C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多元化资产配置策略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B2B6EBDF-E83F-4524-A064-0F9A365BF3DD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采用股债平衡+另类投资组合，如某家族通过配置全球REITs与私募股权，近5年实现年化8.2%复合收益。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136B85BC-67F1-4378-80DA-3B2C11AEDDF1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ffd01c9654328"/>
          <a:srcRect xmlns:a="http://schemas.openxmlformats.org/drawingml/2006/main" l="0" t="156" r="0" b="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38608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C57276-5D20-44AE-97F2-C4C7CD7F500B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长期复利增值机制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B340CE4F-1603-41A9-B531-4E3D40140A92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依托时间价值效应，以某客户1000万初始投资为例，按7%年化复利计算，20年后资产规模可达3869万元。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5F8D29A3-219A-4D1A-B1D6-407628B2CA5B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bb5f77db04607"/>
          <a:srcRect xmlns:a="http://schemas.openxmlformats.org/drawingml/2006/main" l="0" t="820" r="0" b="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08ADD8E-280B-4D07-921C-79D7633EED8C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动态风险对冲体系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19EA5DC-F3C3-4EBB-8150-B85FEFE0D49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引入量化模型实时调仓，2022年市场波动期间，某客户组合最大回撤仅12%，显著低于大盘25%跌幅。</a:t>
            </a:r>
          </a:p>
        </p:txBody>
      </p:sp>
    </p:spTree>
    <p:extLst>
      <p:ext uri="{BB962C8B-B14F-4D97-AF65-F5344CB8AC3E}">
        <p14:creationId xmlns:p14="http://schemas.microsoft.com/office/powerpoint/2010/main" val="20384554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BF3756-B9AB-4249-AD30-11047996D438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现金价值变化曲线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A6158397-6589-455F-A5E4-0B5300F7ACAC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76ce778bc47d5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B10DD13-B092-457D-8638-83293E6D450A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曲线核心数据解析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AF9C21FA-1553-4E7E-9A87-BE1AC58ECF5B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以某高净值客户投保1000万保额产品为例，第5年现金价值达800万，第10年突破1200万，呈现稳健增长态势。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DB669A16-334E-46AC-9174-F462F6E588B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4171e0ff945d6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A68FEF9F-FE0C-46ED-AD22-87C5C272DF57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传承场景价值演示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50D1DBE5-BBE3-41C2-82E7-25969B359C89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假设客户60岁起每年提取50万作为家族教育基金，至80岁现金价值仍余1500万，可传承给下一代。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FBAA5082-4FAB-45A2-9664-CC08E24F9B6E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4616a91134fdf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B67178A4-0EA6-4FCF-924C-998D30306EFA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市场对比优势呈现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6FB79799-0042-45B6-827F-568DF641AA69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与同类产品相比，本产品第20年现金价值较行业均值高出23%，在经济波动期仍保持6.5%的年化增长。</a:t>
            </a:r>
          </a:p>
        </p:txBody>
      </p:sp>
    </p:spTree>
    <p:extLst>
      <p:ext uri="{BB962C8B-B14F-4D97-AF65-F5344CB8AC3E}">
        <p14:creationId xmlns:p14="http://schemas.microsoft.com/office/powerpoint/2010/main" val="12331304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327ba2248493d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F767A2E-7AB5-4F01-B5EC-D5B9579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7F2B449A-3C30-4E3B-8F38-413686E7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F4979EBD-1A5F-4C62-8389-0006A9F9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9a763ff794f6c">
            <a:extLst>
              <a:ext uri="{96DAC541-7B7A-43D3-8B79-37D633B846F1}">
                <asvg:svgBlip xmlns:asvg="http://schemas.microsoft.com/office/drawing/2016/SVG/main" r:embed="R1f2bbee29ec04f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DC283FE-467A-4B2F-A216-3817DC1E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教育阶段提领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52F3F31-5B08-40E1-B400-4FB7056A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子女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18-22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岁大学期间，可每年提取教育金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10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万元，如上海张先生为女儿设立专项账户，覆盖学费及海外交流费用。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9918490-78E7-4C37-9968-2AA575F3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94DBBA89-00AA-4538-94EC-D044EF1B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1848f748e4798">
            <a:extLst>
              <a:ext uri="{96DAC541-7B7A-43D3-8B79-37D633B846F1}">
                <asvg:svgBlip xmlns:asvg="http://schemas.microsoft.com/office/drawing/2016/SVG/main" r:embed="R4910f97897144a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9C4C54-8A09-4409-8C41-F6543A7D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创业阶段提领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17CCA50-659B-46A8-81A1-6CD2C00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子女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25-30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岁创业期，可申请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50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万元启动资金，参考浙江李氏家族支持子辈创办科技公司，分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3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年拨付。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572CF8FF-D523-4030-9646-92B06401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65C9EA23-98B8-4D2A-A14C-3EE5F28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8baee001f4e3a">
            <a:extLst>
              <a:ext uri="{96DAC541-7B7A-43D3-8B79-37D633B846F1}">
                <asvg:svgBlip xmlns:asvg="http://schemas.microsoft.com/office/drawing/2016/SVG/main" r:embed="R3cca2704ac7844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41C71B3-5B2D-4835-905A-795EF356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养老阶段提领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C00BCB7-17CA-4B24-A1D4-FE591188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父母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60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岁后，每月提取养老金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2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万元，如北京王家通过家族信托，确保父母医疗及旅居需求持续覆盖。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F8642106-6E60-4CF1-A6A6-DAC2DAD11A5A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不同阶段提领路径</a:t>
            </a:r>
          </a:p>
        </p:txBody>
      </p:sp>
    </p:spTree>
    <p:extLst>
      <p:ext uri="{BB962C8B-B14F-4D97-AF65-F5344CB8AC3E}">
        <p14:creationId xmlns:p14="http://schemas.microsoft.com/office/powerpoint/2010/main" val="12452723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7d3065ab4932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F85F7C2-2F49-409C-8B0E-E1BAF5E1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A5126A80-F546-4BD0-9510-6929EC8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93E0165D-E766-4718-B96E-FB7B306A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0066f3f514fd0">
            <a:extLst>
              <a:ext uri="{96DAC541-7B7A-43D3-8B79-37D633B846F1}">
                <asvg:svgBlip xmlns:asvg="http://schemas.microsoft.com/office/drawing/2016/SVG/main" r:embed="R9c8f8ec41ef048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2B17723-E814-45DA-AF0C-7DC9F44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遗嘱定制传承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2AA37D8-FD14-436E-BCDE-9DE939C3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香港富豪李嘉诚通过设立家族信托及遗嘱，将长江实业股权定向传承给长子李泽钜，确保企业控制权稳定。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DCA6BD4D-7B3E-4DB5-9D3E-47C54CEF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84FCBF59-E905-430A-8D54-631E1044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a810225524c93">
            <a:extLst>
              <a:ext uri="{96DAC541-7B7A-43D3-8B79-37D633B846F1}">
                <asvg:svgBlip xmlns:asvg="http://schemas.microsoft.com/office/drawing/2016/SVG/main" r:embed="R33478d3e64824b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2DE1893-9DC6-48E6-A443-28B0CBC1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保险金信托传承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4ACBCD2-4A25-41D3-906C-B2F92DBC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企业家王先生投保大额寿险，指定保险金进入信托，按约定向子女分期支付，避免一次性继承导致挥霍。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0CF7DA2F-7653-4523-8325-EAE6492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DB5F49E0-B4DA-4861-A19F-7981B0AF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ba63c357d4527">
            <a:extLst>
              <a:ext uri="{96DAC541-7B7A-43D3-8B79-37D633B846F1}">
                <asvg:svgBlip xmlns:asvg="http://schemas.microsoft.com/office/drawing/2016/SVG/main" r:embed="Raf8efdd6ab9b44a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F6DB8D2-CE63-4EC7-B00A-B71603C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家族基金会传承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9B59436-29D3-4F7B-AD70-1075DDE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洛克菲勒家族设立基金会，将部分财富定向用于慈善及家族成员教育，实现财富永续传承与社会价值结合。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CDD4D463-FBDD-40B5-8998-4CDC90754A88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财富定向传承</a:t>
            </a:r>
          </a:p>
        </p:txBody>
      </p:sp>
    </p:spTree>
    <p:extLst>
      <p:ext uri="{BB962C8B-B14F-4D97-AF65-F5344CB8AC3E}">
        <p14:creationId xmlns:p14="http://schemas.microsoft.com/office/powerpoint/2010/main" val="11639497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DEFEFE1-B997-42DC-A930-B79E7C7C1A6C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资产分配说明表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aeab7919a436a"/>
          <a:srcRect xmlns:a="http://schemas.openxmlformats.org/drawingml/2006/main" l="0" t="3563" r="0" b="3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10972800" cy="2082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0438635A-6157-4584-830B-98285AF65D24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C468972-520D-4C09-993E-CA0D28532E75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跨代资产配置方案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242DA859-D09B-4ECC-879D-F00F5AB3C40C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某家族将60%资产配置于不动产（如上海陆家嘴写字楼），30%投入家族信托，10%作为流动资金，实现三代财富稳定传承。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6424ED2B-0216-4CF0-A702-D31A4DD1A69D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08CEF570-1DE4-46B3-B50D-DA28FBA25BF1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风险隔离资产规划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4FE5A61-3DD7-4A8E-A00C-6AC801AA1798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通过设立离岸信托持有海外股权（如某香港上市公司15%股份），有效隔离企业经营风险与家族资产，保障传承安全。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5E3545AC-AB98-4C25-9FA3-E0BA40A60991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9D5168C2-E7AB-4B39-BA68-FD6789D4233B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动态调整机制说明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1D433DA2-1607-4248-85D4-9F166F4988A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每年根据市场波动（如2023年债券市场利率变化）和家族成员需求，对资产配置比例进行5%-10%的优化调整，维持长期增值。</a:t>
            </a:r>
          </a:p>
        </p:txBody>
      </p:sp>
    </p:spTree>
    <p:extLst>
      <p:ext uri="{BB962C8B-B14F-4D97-AF65-F5344CB8AC3E}">
        <p14:creationId xmlns:p14="http://schemas.microsoft.com/office/powerpoint/2010/main" val="1914607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2672FE-A5C9-40F1-AE13-41FBC91710FF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合家欢主题致辞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e2560407e4907"/>
          <a:srcRect xmlns:a="http://schemas.openxmlformats.org/drawingml/2006/main" l="0" t="174" r="0" b="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10972800" cy="22352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5BF35843-FD18-47A8-9BAA-106F39C5EEF0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8D4549B-6E2E-434D-A784-9BAF221CBDAC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家族团圆故事分享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5EEDE1DA-EE90-4936-B301-69D0FCCF5EC7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可讲述香港李锦记家族春节团聚，四代同堂共制蚝油，传承百年家训，凝聚家族情感的温馨场景。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8C7B7C0-2807-47C7-9D76-687B64D5D0DF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894116F0-4F0B-4203-9EAE-016C08DFD67B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传统习俗传承倡议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05C6ED7A-4DC9-475B-B088-2BF0009937A3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建议借鉴江南周氏家族中秋祭月仪式，全家共诵家训，让后代在习俗中感受家族文化底蕴与责任。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1C3A6F3D-0353-4FEF-A368-7B294BE2D350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529D4691-6FB3-45FA-8BFB-03B383447779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未来传承寄语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205AA8B5-78B4-4B0F-83E0-6764DCA89701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以福建陈氏家族设立“家族奖学金”为例，鼓励年轻一代勤学向善，延续家族精神，共筑美好未来。</a:t>
            </a:r>
          </a:p>
        </p:txBody>
      </p:sp>
    </p:spTree>
    <p:extLst>
      <p:ext uri="{BB962C8B-B14F-4D97-AF65-F5344CB8AC3E}">
        <p14:creationId xmlns:p14="http://schemas.microsoft.com/office/powerpoint/2010/main" val="17689534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1B4691-14F5-4983-A4D4-E3611287F93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家业长青保障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6d2dafe5c421f"/>
          <a:srcRect xmlns:a="http://schemas.openxmlformats.org/drawingml/2006/main" l="0" t="263" r="0" b="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548640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7F2A120-FA90-4892-8E5A-A30CB3C3C14B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资产隔离与债务风险规避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FB0B1D9-608B-4A2D-9D71-E99DB47A7FBF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如某家族企业主通过设立家族信托，将核心资产与个人债务隔离，在企业面临资金链危机时仍保障了家人生活与子女教育资金。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B4D1C72B-25A9-4A5E-AF04-C0BB11DA90C9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跨代际财富精准传承安排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2F0AAEE6-8A39-4456-84A1-617A4E9DBE85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香港李氏家族借助保险金信托，约定子女年满30岁且完成学业后才能领取信托收益，避免年轻一代挥霍资产，实现财富稳健交接。</a:t>
            </a:r>
          </a:p>
        </p:txBody>
      </p:sp>
    </p:spTree>
    <p:extLst>
      <p:ext uri="{BB962C8B-B14F-4D97-AF65-F5344CB8AC3E}">
        <p14:creationId xmlns:p14="http://schemas.microsoft.com/office/powerpoint/2010/main" val="21312501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30E0402-6BED-4DDD-A49E-E444194168A9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THE END</a:t>
            </a:r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C43FEB5E-2CCD-4455-933F-A89D779671AD}"/>
              </a:ext>
            </a:extLst>
          </p:cNvPr>
          <p:cNvSpPr>
            <a:spLocks xmlns:a="http://schemas.openxmlformats.org/drawingml/2006/main" noGrp="1"/>
          </p:cNvSpPr>
          <p:nvPr>
            <p:ph type="ctrTitle" idx="14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汉仪中宋简"/>
                <a:ea typeface="汉仪中宋简"/>
                <a:cs typeface="汉仪中宋简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647179302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2026-06-01T08:01:00.6980000Z</dcterms:created>
  <dcterms:modified xsi:type="dcterms:W3CDTF">2026-06-01T08:01:00.6980000Z</dcterms:modified>
</coreProperties>
</file>