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d87615da7064332" /><Relationship Type="http://schemas.openxmlformats.org/officeDocument/2006/relationships/extended-properties" Target="/docProps/app.xml" Id="R42a0b9d5fac34c5d" /><Relationship Type="http://schemas.openxmlformats.org/officeDocument/2006/relationships/officeDocument" Target="/ppt/presentation.xml" Id="Rc6d983e0f083433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6f156016d0d4798"/>
  </p:sldMasterIdLst>
  <p:notesMasterIdLst>
    <p:notesMasterId xmlns:r="http://schemas.openxmlformats.org/officeDocument/2006/relationships" r:id="R1ba4c0db24de4669"/>
  </p:notesMasterIdLst>
  <p:sldIdLst>
    <p:sldId xmlns:r="http://schemas.openxmlformats.org/officeDocument/2006/relationships" id="256" r:id="R809cb1fdd89d40b5"/>
    <p:sldId xmlns:r="http://schemas.openxmlformats.org/officeDocument/2006/relationships" id="257" r:id="Ra3fbe169196a438e"/>
    <p:sldId xmlns:r="http://schemas.openxmlformats.org/officeDocument/2006/relationships" id="258" r:id="Reb20abb604854062"/>
    <p:sldId xmlns:r="http://schemas.openxmlformats.org/officeDocument/2006/relationships" id="259" r:id="R49a545870e984194"/>
    <p:sldId xmlns:r="http://schemas.openxmlformats.org/officeDocument/2006/relationships" id="260" r:id="Rf6a8b162f1fc43ec"/>
    <p:sldId xmlns:r="http://schemas.openxmlformats.org/officeDocument/2006/relationships" id="261" r:id="R5f1a23d2d80046ad"/>
    <p:sldId xmlns:r="http://schemas.openxmlformats.org/officeDocument/2006/relationships" id="262" r:id="R7e8faed191f2430c"/>
    <p:sldId xmlns:r="http://schemas.openxmlformats.org/officeDocument/2006/relationships" id="263" r:id="R2a11fb047c134032"/>
    <p:sldId xmlns:r="http://schemas.openxmlformats.org/officeDocument/2006/relationships" id="264" r:id="R5bdbc38aa45a42f7"/>
    <p:sldId xmlns:r="http://schemas.openxmlformats.org/officeDocument/2006/relationships" id="265" r:id="R14d77a85bd014ef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f156016d0d4798" /><Relationship Type="http://schemas.openxmlformats.org/officeDocument/2006/relationships/theme" Target="/ppt/theme/theme1.xml" Id="R59ed3e466e444fc4" /><Relationship Type="http://schemas.openxmlformats.org/officeDocument/2006/relationships/notesMaster" Target="/ppt/notesMasters/notesMaster1.xml" Id="R1ba4c0db24de4669" /><Relationship Type="http://schemas.openxmlformats.org/officeDocument/2006/relationships/presProps" Target="/ppt/presProps.xml" Id="R93bc2b42f19a48be" /><Relationship Type="http://schemas.openxmlformats.org/officeDocument/2006/relationships/viewProps" Target="/ppt/viewProps.xml" Id="R9b6b306bc5164e0c" /><Relationship Type="http://schemas.openxmlformats.org/officeDocument/2006/relationships/tableStyles" Target="/ppt/tableStyles.xml" Id="R45da450f58824936" /><Relationship Type="http://schemas.openxmlformats.org/officeDocument/2006/relationships/slide" Target="/ppt/slides/slide1.xml" Id="R809cb1fdd89d40b5" /><Relationship Type="http://schemas.openxmlformats.org/officeDocument/2006/relationships/slide" Target="/ppt/slides/slide2.xml" Id="Ra3fbe169196a438e" /><Relationship Type="http://schemas.openxmlformats.org/officeDocument/2006/relationships/slide" Target="/ppt/slides/slide3.xml" Id="Reb20abb604854062" /><Relationship Type="http://schemas.openxmlformats.org/officeDocument/2006/relationships/slide" Target="/ppt/slides/slide4.xml" Id="R49a545870e984194" /><Relationship Type="http://schemas.openxmlformats.org/officeDocument/2006/relationships/slide" Target="/ppt/slides/slide5.xml" Id="Rf6a8b162f1fc43ec" /><Relationship Type="http://schemas.openxmlformats.org/officeDocument/2006/relationships/slide" Target="/ppt/slides/slide6.xml" Id="R5f1a23d2d80046ad" /><Relationship Type="http://schemas.openxmlformats.org/officeDocument/2006/relationships/slide" Target="/ppt/slides/slide7.xml" Id="R7e8faed191f2430c" /><Relationship Type="http://schemas.openxmlformats.org/officeDocument/2006/relationships/slide" Target="/ppt/slides/slide8.xml" Id="R2a11fb047c134032" /><Relationship Type="http://schemas.openxmlformats.org/officeDocument/2006/relationships/slide" Target="/ppt/slides/slide9.xml" Id="R5bdbc38aa45a42f7" /><Relationship Type="http://schemas.openxmlformats.org/officeDocument/2006/relationships/slide" Target="/ppt/slides/slide10.xml" Id="R14d77a85bd014ef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23278964d9d9425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spect">
      <a:maj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1324fd77d044ea5" /><Relationship Type="http://schemas.openxmlformats.org/officeDocument/2006/relationships/notesMaster" Target="/ppt/notesMasters/notesMaster1.xml" Id="Rdc041d337bf0474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7fd0e87ab7044b1" /><Relationship Type="http://schemas.openxmlformats.org/officeDocument/2006/relationships/notesMaster" Target="/ppt/notesMasters/notesMaster1.xml" Id="Rc0ff4bb382624d1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5a847c1b8df4090" /><Relationship Type="http://schemas.openxmlformats.org/officeDocument/2006/relationships/notesMaster" Target="/ppt/notesMasters/notesMaster1.xml" Id="R101635b860dc495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e64219f133d43cc" /><Relationship Type="http://schemas.openxmlformats.org/officeDocument/2006/relationships/notesMaster" Target="/ppt/notesMasters/notesMaster1.xml" Id="Re2ab49b9d5c44b5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600cee4dd28435e" /><Relationship Type="http://schemas.openxmlformats.org/officeDocument/2006/relationships/notesMaster" Target="/ppt/notesMasters/notesMaster1.xml" Id="R4853b02c50704b9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03630cbaf584d78" /><Relationship Type="http://schemas.openxmlformats.org/officeDocument/2006/relationships/notesMaster" Target="/ppt/notesMasters/notesMaster1.xml" Id="Rd9618fa5633e47a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789a4f160ea4c0d" /><Relationship Type="http://schemas.openxmlformats.org/officeDocument/2006/relationships/notesMaster" Target="/ppt/notesMasters/notesMaster1.xml" Id="Raf8f1204ea77424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58617e9eccb4d54" /><Relationship Type="http://schemas.openxmlformats.org/officeDocument/2006/relationships/notesMaster" Target="/ppt/notesMasters/notesMaster1.xml" Id="R131e318c833f4c8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c1cce7adb424337" /><Relationship Type="http://schemas.openxmlformats.org/officeDocument/2006/relationships/notesMaster" Target="/ppt/notesMasters/notesMaster1.xml" Id="R2926111db2f84bd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f508fc6312c4efd" /><Relationship Type="http://schemas.openxmlformats.org/officeDocument/2006/relationships/notesMaster" Target="/ppt/notesMasters/notesMaster1.xml" Id="Re2f42757b269417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72c113b57e45d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7bced5d02447f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e83ceec3354e0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6e162a5a2b428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0f47c209f44a98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b45de14f7840b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b3607381094107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0f2ead7f644baa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a19931c9224b7c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be60bab3164828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fc1608511e4b4c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b9791772014ec0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81b53e1adf4213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d80b42fe5b4813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477a258e5849ad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b525609fb54625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f9ebc847cc424d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3abf5c3bc24857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fd5db8332c463d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7cc96d5bd6454e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4e6a0bb6f544fc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53cdd68cea4420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e1d33885404994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7c6a3e7e9a4893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321417426e443b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51565985c443f9" /></Relationships>
</file>

<file path=ppt/slideLayouts/_rels/slideLayout2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03be62975445b6" /></Relationships>
</file>

<file path=ppt/slideLayouts/_rels/slideLayout2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953ac6f2ad42df" /></Relationships>
</file>

<file path=ppt/slideLayouts/_rels/slideLayout3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71bd6fb9cf493d" /></Relationships>
</file>

<file path=ppt/slideLayouts/_rels/slideLayout3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68d6e250614be4" /></Relationships>
</file>

<file path=ppt/slideLayouts/_rels/slideLayout3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a2aa3250ee449d" /></Relationships>
</file>

<file path=ppt/slideLayouts/_rels/slideLayout3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aa89d6ed9a48af" /></Relationships>
</file>

<file path=ppt/slideLayouts/_rels/slideLayout3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f78aebbae841c2" /></Relationships>
</file>

<file path=ppt/slideLayouts/_rels/slideLayout3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858b228a0f4bcc" /></Relationships>
</file>

<file path=ppt/slideLayouts/_rels/slideLayout3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464e9faf404c4f" /></Relationships>
</file>

<file path=ppt/slideLayouts/_rels/slideLayout3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4555bde6b84d8e" /></Relationships>
</file>

<file path=ppt/slideLayouts/_rels/slideLayout3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1d48c97eb648e6" /></Relationships>
</file>

<file path=ppt/slideLayouts/_rels/slideLayout3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d41eed9e354132" /></Relationships>
</file>

<file path=ppt/slideLayouts/_rels/slideLayout4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c39d2231934f77" /></Relationships>
</file>

<file path=ppt/slideLayouts/_rels/slideLayout4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3e593010ab4b6f" /></Relationships>
</file>

<file path=ppt/slideLayouts/_rels/slideLayout4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f2e663d5c442be" /></Relationships>
</file>

<file path=ppt/slideLayouts/_rels/slideLayout4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46550c866f4def" /></Relationships>
</file>

<file path=ppt/slideLayouts/slideLayout2.xml><?xml version="1.0" encoding="utf-8"?>
<p:sldLayout xmlns:p="http://schemas.openxmlformats.org/presentationml/2006/main">
  <p:cSld name="上左标下左内后右背景-有背景-有间隙-2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图片占位符 1">
            <a:extLst xmlns:a="http://schemas.openxmlformats.org/drawingml/2006/main">
              <a:ext uri="{FF2B5EF4-FFF2-40B4-BE49-F238E27FC236}">
                <a16:creationId xmlns:a16="http://schemas.microsoft.com/office/drawing/2014/main" id="{26397F07-38EC-41D2-BAE8-F68FD3364F2B}"/>
              </a:ext>
            </a:extLst>
          </p:cNvPr>
          <p:cNvSpPr/>
          <p:nvPr>
            <p:ph type="pic" idx="10"/>
          </p:nvPr>
        </p:nvSpPr>
        <p:spPr>
          <a:xfrm xmlns:a="http://schemas.openxmlformats.org/drawingml/2006/main">
            <a:off x="6096000" y="0"/>
            <a:ext cx="6096000" cy="68580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3" name="标题 2">
            <a:extLst xmlns:a="http://schemas.openxmlformats.org/drawingml/2006/main">
              <a:ext uri="{FF2B5EF4-FFF2-40B4-BE49-F238E27FC236}">
                <a16:creationId xmlns:a16="http://schemas.microsoft.com/office/drawing/2014/main" id="{380E2BA9-4DA6-4B6F-9BAB-CAC8EA3F7814}"/>
              </a:ext>
            </a:extLst>
          </p:cNvPr>
          <p:cNvSpPr/>
          <p:nvPr>
            <p:ph type="title" idx="11"/>
          </p:nvPr>
        </p:nvSpPr>
        <p:spPr>
          <a:xfrm xmlns:a="http://schemas.openxmlformats.org/drawingml/2006/main">
            <a:off x="609600" y="482505"/>
            <a:ext cx="6858000" cy="7111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10000"/>
              </a:lnSpc>
              <a:buNone/>
              <a:defRPr sz="3600" b="1" i="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/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517184BB-98EF-45A2-8DAA-BA7CF3F03469}"/>
              </a:ext>
            </a:extLst>
          </p:cNvPr>
          <p:cNvSpPr/>
          <p:nvPr>
            <p:ph idx="12"/>
          </p:nvPr>
        </p:nvSpPr>
        <p:spPr>
          <a:xfrm xmlns:a="http://schemas.openxmlformats.org/drawingml/2006/main">
            <a:off x="609600" y="1523711"/>
            <a:ext cx="6858000" cy="4724695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5pPr marL="1828800" indent="0" algn="l">
              <a:buNone/>
              <a:defRPr sz="12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5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上左标下左内后右背景-有背景-有间隙-2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图片占位符 1">
            <a:extLst xmlns:a="http://schemas.openxmlformats.org/drawingml/2006/main">
              <a:ext uri="{FF2B5EF4-FFF2-40B4-BE49-F238E27FC236}">
                <a16:creationId xmlns:a16="http://schemas.microsoft.com/office/drawing/2014/main" id="{4441E728-F1ED-481C-9A53-4D3DDB35EF4B}"/>
              </a:ext>
            </a:extLst>
          </p:cNvPr>
          <p:cNvSpPr/>
          <p:nvPr>
            <p:ph type="pic" idx="10"/>
          </p:nvPr>
        </p:nvSpPr>
        <p:spPr>
          <a:xfrm xmlns:a="http://schemas.openxmlformats.org/drawingml/2006/main">
            <a:off x="6096000" y="0"/>
            <a:ext cx="6096000" cy="68580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3" name="标题 2">
            <a:extLst xmlns:a="http://schemas.openxmlformats.org/drawingml/2006/main">
              <a:ext uri="{FF2B5EF4-FFF2-40B4-BE49-F238E27FC236}">
                <a16:creationId xmlns:a16="http://schemas.microsoft.com/office/drawing/2014/main" id="{30BD96E8-88CD-4614-8884-C7B96955AFE3}"/>
              </a:ext>
            </a:extLst>
          </p:cNvPr>
          <p:cNvSpPr/>
          <p:nvPr>
            <p:ph type="title" idx="11"/>
          </p:nvPr>
        </p:nvSpPr>
        <p:spPr>
          <a:xfrm xmlns:a="http://schemas.openxmlformats.org/drawingml/2006/main">
            <a:off x="609600" y="482505"/>
            <a:ext cx="6858000" cy="7111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10000"/>
              </a:lnSpc>
              <a:buNone/>
              <a:defRPr sz="3600" b="1" i="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/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F90A6630-E95E-4DB3-A79B-3E76720AA0E4}"/>
              </a:ext>
            </a:extLst>
          </p:cNvPr>
          <p:cNvSpPr/>
          <p:nvPr>
            <p:ph idx="12"/>
          </p:nvPr>
        </p:nvSpPr>
        <p:spPr>
          <a:xfrm xmlns:a="http://schemas.openxmlformats.org/drawingml/2006/main">
            <a:off x="609600" y="1523711"/>
            <a:ext cx="6858000" cy="4724695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marL="0" indent="0" algn="l">
              <a:buNone/>
              <a:defRPr sz="12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上左标下左内后右背景-有背景-有间隙-1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图片占位符 1">
            <a:extLst xmlns:a="http://schemas.openxmlformats.org/drawingml/2006/main">
              <a:ext uri="{FF2B5EF4-FFF2-40B4-BE49-F238E27FC236}">
                <a16:creationId xmlns:a16="http://schemas.microsoft.com/office/drawing/2014/main" id="{CE3FC024-B02B-4D71-836D-02D5F6425452}"/>
              </a:ext>
            </a:extLst>
          </p:cNvPr>
          <p:cNvSpPr/>
          <p:nvPr>
            <p:ph type="pic" idx="10"/>
          </p:nvPr>
        </p:nvSpPr>
        <p:spPr>
          <a:xfrm xmlns:a="http://schemas.openxmlformats.org/drawingml/2006/main">
            <a:off x="4267200" y="0"/>
            <a:ext cx="7924800" cy="68580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3" name="标题 2">
            <a:extLst xmlns:a="http://schemas.openxmlformats.org/drawingml/2006/main">
              <a:ext uri="{FF2B5EF4-FFF2-40B4-BE49-F238E27FC236}">
                <a16:creationId xmlns:a16="http://schemas.microsoft.com/office/drawing/2014/main" id="{619C8A87-E8C3-456B-8552-9576B8C974B1}"/>
              </a:ext>
            </a:extLst>
          </p:cNvPr>
          <p:cNvSpPr/>
          <p:nvPr>
            <p:ph type="title" idx="11"/>
          </p:nvPr>
        </p:nvSpPr>
        <p:spPr>
          <a:xfrm xmlns:a="http://schemas.openxmlformats.org/drawingml/2006/main">
            <a:off x="609600" y="482505"/>
            <a:ext cx="5257800" cy="7111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10000"/>
              </a:lnSpc>
              <a:buNone/>
              <a:defRPr sz="3600" b="1" i="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/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488BBC43-3D62-43E7-924B-544FE0CF45FD}"/>
              </a:ext>
            </a:extLst>
          </p:cNvPr>
          <p:cNvSpPr/>
          <p:nvPr>
            <p:ph idx="12"/>
          </p:nvPr>
        </p:nvSpPr>
        <p:spPr>
          <a:xfrm xmlns:a="http://schemas.openxmlformats.org/drawingml/2006/main">
            <a:off x="609600" y="1523711"/>
            <a:ext cx="5257800" cy="4724695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marL="0" indent="0" algn="l">
              <a:buNone/>
              <a:defRPr sz="12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上左标下左内后右背景-有背景-有间隙-1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图片占位符 1">
            <a:extLst xmlns:a="http://schemas.openxmlformats.org/drawingml/2006/main">
              <a:ext uri="{FF2B5EF4-FFF2-40B4-BE49-F238E27FC236}">
                <a16:creationId xmlns:a16="http://schemas.microsoft.com/office/drawing/2014/main" id="{F73E0602-4C41-4FA7-B1D3-BDD6FB424DE8}"/>
              </a:ext>
            </a:extLst>
          </p:cNvPr>
          <p:cNvSpPr/>
          <p:nvPr>
            <p:ph type="pic" idx="10"/>
          </p:nvPr>
        </p:nvSpPr>
        <p:spPr>
          <a:xfrm xmlns:a="http://schemas.openxmlformats.org/drawingml/2006/main">
            <a:off x="4267200" y="0"/>
            <a:ext cx="7924800" cy="68580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3" name="标题 2">
            <a:extLst xmlns:a="http://schemas.openxmlformats.org/drawingml/2006/main">
              <a:ext uri="{FF2B5EF4-FFF2-40B4-BE49-F238E27FC236}">
                <a16:creationId xmlns:a16="http://schemas.microsoft.com/office/drawing/2014/main" id="{6486480C-587B-4203-8A4B-336421E1E8CC}"/>
              </a:ext>
            </a:extLst>
          </p:cNvPr>
          <p:cNvSpPr/>
          <p:nvPr>
            <p:ph type="title" idx="11"/>
          </p:nvPr>
        </p:nvSpPr>
        <p:spPr>
          <a:xfrm xmlns:a="http://schemas.openxmlformats.org/drawingml/2006/main">
            <a:off x="609600" y="482505"/>
            <a:ext cx="5257800" cy="7111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10000"/>
              </a:lnSpc>
              <a:buNone/>
              <a:defRPr sz="3600" b="1" i="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/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9A315634-0387-454E-9A55-EA8EE8812DA7}"/>
              </a:ext>
            </a:extLst>
          </p:cNvPr>
          <p:cNvSpPr/>
          <p:nvPr>
            <p:ph idx="12"/>
          </p:nvPr>
        </p:nvSpPr>
        <p:spPr>
          <a:xfrm xmlns:a="http://schemas.openxmlformats.org/drawingml/2006/main">
            <a:off x="609600" y="1523711"/>
            <a:ext cx="5257800" cy="4724695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5pPr marL="1828800" indent="0" algn="l">
              <a:buNone/>
              <a:defRPr sz="12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5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vertTitleAndTx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39DF8F5D-284B-431C-A61B-80E1EE1702A9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10234800" y="914400"/>
            <a:ext cx="1044000" cy="5029200"/>
          </a:xfrm>
        </p:spPr>
        <p:txBody>
          <a:bodyPr xmlns:a="http://schemas.openxmlformats.org/drawingml/2006/main" vert="eaVert" lIns="90000" tIns="46800" rIns="90000" bIns="46800" anchor="ctr">
            <a:normAutofit/>
          </a:bodyPr>
          <a:lstStyle xmlns:a="http://schemas.openxmlformats.org/drawingml/2006/main">
            <a:lvl1pPr>
              <a:buNone/>
              <a:defRPr sz="2800"/>
            </a:lvl1pPr>
          </a:lstStyle>
          <a:p xmlns:a="http://schemas.openxmlformats.org/drawingml/2006/main"/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1A5B0BF4-83AC-4B4B-858E-211FF89F4C56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914400" y="914400"/>
            <a:ext cx="9169200" cy="5029200"/>
          </a:xfrm>
        </p:spPr>
        <p:txBody>
          <a:bodyPr xmlns:a="http://schemas.openxmlformats.org/drawingml/2006/main" vert="eaVert" lIns="46800" tIns="46800" rIns="46800" bIns="46800"/>
          <a:lstStyle xmlns:a="http://schemas.openxmlformats.org/drawingml/2006/main">
            <a:lvl1pPr marL="228600" indent="-228600">
              <a:spcAft>
                <a:spcPts val="1000"/>
              </a:spcAft>
              <a:buNone/>
              <a:defRPr spc="300"/>
            </a:lvl1pPr>
            <a:lvl2pPr marL="685800" indent="-228600">
              <a:buNone/>
              <a:defRPr spc="300"/>
            </a:lvl2pPr>
            <a:lvl3pPr marL="1143000" indent="-228600">
              <a:buNone/>
              <a:defRPr spc="300"/>
            </a:lvl3pPr>
            <a:lvl4pPr marL="1600200" indent="-228600">
              <a:buNone/>
              <a:defRPr spc="300"/>
            </a:lvl4pPr>
            <a:lvl5pPr marL="2057400" indent="-228600">
              <a:buNone/>
              <a:defRPr spc="300"/>
            </a:lvl5pPr>
          </a:lstStyle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81D5F1C-6DDB-450A-92D4-AC61B82A9433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320A2BB-066A-4E6B-9651-12F020FED1F4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4D639A3-9B5F-46EF-B0F0-4ADCCB2F90F8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26FD13CD-7701-454F-AAD9-BEF52E8B3933}"/>
              </a:ext>
            </a:extLst>
          </p:cNvPr>
          <p:cNvSpPr/>
          <p:nvPr>
            <p:ph type="pic" idx="1"/>
          </p:nvPr>
        </p:nvSpPr>
        <p:spPr>
          <a:xfrm xmlns:a="http://schemas.openxmlformats.org/drawingml/2006/main">
            <a:off x="608400" y="1555200"/>
            <a:ext cx="5233077" cy="4608000"/>
          </a:xfr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>
            <a:lvl1pPr>
              <a:buNone/>
              <a:defRPr sz="1600"/>
            </a:lvl1pPr>
          </a:lstStyle>
          <a:p xmlns:a="http://schemas.openxmlformats.org/drawingml/2006/main"/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DACBB032-8D77-47C8-9185-259EAB49CA4B}"/>
              </a:ext>
            </a:extLst>
          </p:cNvPr>
          <p:cNvSpPr/>
          <p:nvPr>
            <p:ph type="body" idx="2"/>
          </p:nvPr>
        </p:nvSpPr>
        <p:spPr>
          <a:xfrm xmlns:a="http://schemas.openxmlformats.org/drawingml/2006/main">
            <a:off x="6350400" y="1555200"/>
            <a:ext cx="5227200" cy="4608000"/>
          </a:xfr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>
            <a:lvl1pPr>
              <a:buNone/>
              <a:defRPr sz="1600"/>
            </a:lvl1pPr>
          </a:lstStyle>
          <a:p xmlns:a="http://schemas.openxmlformats.org/drawingml/2006/main"/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D2A8B2E-C68F-4963-A429-4CA45A0C840A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7095788-9FBD-4D0A-9274-E60DE67AB7BD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47D9073C-050F-4645-ACE2-F56B4D914927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48401946-C1AF-4BBB-946F-C68076872073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 type="blank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EB2C29C9-266E-4B1B-9F58-6A11CBEE3F72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221F1335-6586-4464-9215-283CAEAEF4ED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F0BC8501-C360-4F8A-ABD2-09ABED4FF78A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580532A-F522-4AEF-B2FA-80A48834135A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608400" y="608400"/>
            <a:ext cx="10969200" cy="705600"/>
          </a:xfrm>
        </p:spPr>
        <p:txBody>
          <a:bodyPr xmlns:a="http://schemas.openxmlformats.org/drawingml/2006/main" vert="horz" lIns="90000" tIns="46800" rIns="90000" bIns="46800" anchor="ctr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05CE132E-3244-4EBA-A6E2-56363BDB4F0E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ED977454-2C62-4DC7-A2BA-430FEE2D10B3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32647D4E-7198-4D65-8982-1B002D05097C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 type="twoTxTwoObj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FD1ACA1-3B55-44D7-9551-D23D34DD9608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608400" y="608400"/>
            <a:ext cx="10969200" cy="705600"/>
          </a:xfrm>
        </p:spPr>
        <p:txBody>
          <a:bodyPr xmlns:a="http://schemas.openxmlformats.org/drawingml/2006/main" vert="horz" lIns="90000" tIns="46800" rIns="90000" bIns="46800" anchor="ctr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0A8A6271-63D0-4A5C-852A-FAB1D68BDCFE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608400" y="1429200"/>
            <a:ext cx="5342400" cy="381600"/>
          </a:xfrm>
        </p:spPr>
        <p:txBody>
          <a:bodyPr xmlns:a="http://schemas.openxmlformats.org/drawingml/2006/main" lIns="101600" tIns="38100" rIns="76200" bIns="38100" anchor="t">
            <a:normAutofit/>
          </a:bodyPr>
          <a:lstStyle xmlns:a="http://schemas.openxmlformats.org/drawingml/2006/main"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1FE3BA86-8538-4C9F-91A0-F84C37516C73}"/>
              </a:ext>
            </a:extLst>
          </p:cNvPr>
          <p:cNvSpPr/>
          <p:nvPr>
            <p:ph idx="2"/>
          </p:nvPr>
        </p:nvSpPr>
        <p:spPr>
          <a:xfrm xmlns:a="http://schemas.openxmlformats.org/drawingml/2006/main">
            <a:off x="608400" y="1854000"/>
            <a:ext cx="5342400" cy="4395600"/>
          </a:xfrm>
        </p:spPr>
        <p:txBody>
          <a:bodyPr xmlns:a="http://schemas.openxmlformats.org/drawingml/2006/main" vert="horz" lIns="101600" tIns="0" rIns="82550" bIns="0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2695596C-8961-45F6-AE6D-2E2095E5C2F4}"/>
              </a:ext>
            </a:extLst>
          </p:cNvPr>
          <p:cNvSpPr/>
          <p:nvPr>
            <p:ph type="body" idx="3"/>
          </p:nvPr>
        </p:nvSpPr>
        <p:spPr>
          <a:xfrm xmlns:a="http://schemas.openxmlformats.org/drawingml/2006/main">
            <a:off x="6235750" y="1421729"/>
            <a:ext cx="5342400" cy="381600"/>
          </a:xfrm>
        </p:spPr>
        <p:txBody>
          <a:bodyPr xmlns:a="http://schemas.openxmlformats.org/drawingml/2006/main" vert="horz" lIns="101600" tIns="38100" rIns="76200" bIns="38100" anchor="t">
            <a:normAutofit/>
          </a:bodyPr>
          <a:lstStyle xmlns:a="http://schemas.openxmlformats.org/drawingml/2006/main"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51B4AA55-E85C-4278-B542-DA08A29B51A6}"/>
              </a:ext>
            </a:extLst>
          </p:cNvPr>
          <p:cNvSpPr/>
          <p:nvPr>
            <p:ph idx="4"/>
          </p:nvPr>
        </p:nvSpPr>
        <p:spPr>
          <a:xfrm xmlns:a="http://schemas.openxmlformats.org/drawingml/2006/main">
            <a:off x="6235750" y="1854000"/>
            <a:ext cx="5342400" cy="4395600"/>
          </a:xfrm>
        </p:spPr>
        <p:txBody>
          <a:bodyPr xmlns:a="http://schemas.openxmlformats.org/drawingml/2006/main" vert="horz" lIns="101600" tIns="0" rIns="82550" bIns="0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0A2F294B-B73E-42F9-AC76-3F3CBA592C80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C2812EED-D7FD-4813-9070-D87BB55220ED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EEDFFC74-539A-4163-A358-6D1BEED9AEA0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1.xml><?xml version="1.0" encoding="utf-8"?>
<p:sldLayout xmlns:p="http://schemas.openxmlformats.org/presentationml/2006/main" type="twoObj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6F5F564-520D-4F6C-9FC8-C5B0BBD996CA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608400" y="608400"/>
            <a:ext cx="10969200" cy="705600"/>
          </a:xfrm>
        </p:spPr>
        <p:txBody>
          <a:bodyPr xmlns:a="http://schemas.openxmlformats.org/drawingml/2006/main" vert="horz" lIns="90000" tIns="46800" rIns="90000" bIns="46800" anchor="ctr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CA89ECF5-832A-4258-8C7C-9B2C687597B8}"/>
              </a:ext>
            </a:extLst>
          </p:cNvPr>
          <p:cNvSpPr/>
          <p:nvPr>
            <p:ph idx="1"/>
          </p:nvPr>
        </p:nvSpPr>
        <p:spPr>
          <a:xfrm xmlns:a="http://schemas.openxmlformats.org/drawingml/2006/main">
            <a:off x="608400" y="1501200"/>
            <a:ext cx="5176800" cy="4748400"/>
          </a:xfr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C02F577C-AE44-4AF0-A6B7-21EC57151237}"/>
              </a:ext>
            </a:extLst>
          </p:cNvPr>
          <p:cNvSpPr/>
          <p:nvPr>
            <p:ph idx="2"/>
          </p:nvPr>
        </p:nvSpPr>
        <p:spPr>
          <a:xfrm xmlns:a="http://schemas.openxmlformats.org/drawingml/2006/main">
            <a:off x="6411600" y="1501200"/>
            <a:ext cx="5176800" cy="4748400"/>
          </a:xfrm>
        </p:spPr>
        <p:txBody>
          <a:bodyPr xmlns:a="http://schemas.openxmlformats.org/drawingml/2006/main" lIns="90000" tIns="46800" rIns="90000" bIns="46800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8D606544-DCBD-480A-9CE6-EAFD492F26CC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D44665D2-BCDF-4DEB-876A-2579464DE8C4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235DE5D2-E8E1-48AE-9439-C81114A9CF3F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2.xml><?xml version="1.0" encoding="utf-8"?>
<p:sldLayout xmlns:p="http://schemas.openxmlformats.org/presentationml/2006/main" type="secHead">
  <p:cSld name="章节页-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3457718-12F6-4827-9E6F-15A932874257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70BBFF5-61F0-472E-AAC5-F37FD428289B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80EDFBA-9180-460D-B963-4A7DA3F8E26D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标题 7">
            <a:extLst xmlns:a="http://schemas.openxmlformats.org/drawingml/2006/main">
              <a:ext uri="{FF2B5EF4-FFF2-40B4-BE49-F238E27FC236}">
                <a16:creationId xmlns:a16="http://schemas.microsoft.com/office/drawing/2014/main" id="{10DB2790-3BE5-4603-B234-729F223C9D55}"/>
              </a:ext>
            </a:extLst>
          </p:cNvPr>
          <p:cNvSpPr/>
          <p:nvPr>
            <p:ph type="ctrTitle" idx="13"/>
          </p:nvPr>
        </p:nvSpPr>
        <p:spPr>
          <a:xfrm xmlns:a="http://schemas.openxmlformats.org/drawingml/2006/main">
            <a:off x="3312795" y="3429635"/>
            <a:ext cx="7520305" cy="18408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algn="r">
              <a:lnSpc>
                <a:spcPct val="104000"/>
              </a:lnSpc>
              <a:buNone/>
              <a:defRPr sz="4800" b="0">
                <a:solidFill>
                  <a:schemeClr val="tx1"/>
                </a:solidFill>
                <a:latin typeface="+mn-ea"/>
                <a:ea typeface="+mn-ea"/>
                <a:cs typeface="+mn-ea"/>
              </a:defRPr>
            </a:lvl1pPr>
          </a:lstStyle>
          <a:p xmlns:a="http://schemas.openxmlformats.org/drawingml/2006/main"/>
        </p:txBody>
      </p:sp>
      <p:sp>
        <p:nvSpPr>
          <p:cNvPr id="9" name="文本占位符 8">
            <a:extLst xmlns:a="http://schemas.openxmlformats.org/drawingml/2006/main">
              <a:ext uri="{FF2B5EF4-FFF2-40B4-BE49-F238E27FC236}">
                <a16:creationId xmlns:a16="http://schemas.microsoft.com/office/drawing/2014/main" id="{D0882D80-D7E1-4900-8210-CF958485E44F}"/>
              </a:ext>
            </a:extLst>
          </p:cNvPr>
          <p:cNvSpPr/>
          <p:nvPr>
            <p:ph type="body" idx="14"/>
          </p:nvPr>
        </p:nvSpPr>
        <p:spPr>
          <a:xfrm xmlns:a="http://schemas.openxmlformats.org/drawingml/2006/main">
            <a:off x="8568055" y="1193165"/>
            <a:ext cx="2239645" cy="22364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 algn="r">
              <a:lnSpc>
                <a:spcPct val="109000"/>
              </a:lnSpc>
              <a:buNone/>
              <a:defRPr sz="10800" b="0">
                <a:solidFill>
                  <a:schemeClr val="accent1"/>
                </a:solidFill>
                <a:latin typeface="+mj-ea"/>
                <a:ea typeface="+mj-ea"/>
                <a:cs typeface="+mj-ea"/>
              </a:defRPr>
            </a:lvl1pPr>
            <a:lvl2pPr>
              <a:buNone/>
              <a:defRPr>
                <a:solidFill>
                  <a:schemeClr val="accent4"/>
                </a:solidFill>
              </a:defRPr>
            </a:lvl2pPr>
            <a:lvl3pPr>
              <a:buNone/>
              <a:defRPr>
                <a:solidFill>
                  <a:schemeClr val="accent4"/>
                </a:solidFill>
              </a:defRPr>
            </a:lvl3pPr>
            <a:lvl4pPr>
              <a:buNone/>
              <a:defRPr>
                <a:solidFill>
                  <a:schemeClr val="accent4"/>
                </a:solidFill>
              </a:defRPr>
            </a:lvl4pPr>
            <a:lvl5pPr>
              <a:buNone/>
              <a:defRPr>
                <a:solidFill>
                  <a:schemeClr val="accent4"/>
                </a:solidFill>
              </a:defRPr>
            </a:lvl5pPr>
          </a:lstStyle>
          <a:p xmlns:a="http://schemas.openxmlformats.org/drawingml/2006/main"/>
        </p:txBody>
      </p:sp>
    </p:spTree>
  </p:cSld>
</p:sldLayout>
</file>

<file path=ppt/slideLayouts/slideLayout13.xml><?xml version="1.0" encoding="utf-8"?>
<p:sldLayout xmlns:p="http://schemas.openxmlformats.org/presentationml/2006/main">
  <p:cSld name="结束页-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F833D9C7-4D50-45CA-8679-9F0EC85C94A0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5F8B981C-A332-4D47-8302-448E9DA6B31B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58CAA89D-881A-4136-A744-F821EF09D614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副标题 7">
            <a:extLst xmlns:a="http://schemas.openxmlformats.org/drawingml/2006/main">
              <a:ext uri="{FF2B5EF4-FFF2-40B4-BE49-F238E27FC236}">
                <a16:creationId xmlns:a16="http://schemas.microsoft.com/office/drawing/2014/main" id="{502A9B21-434C-4B86-9CAE-8509EB273CC4}"/>
              </a:ext>
            </a:extLst>
          </p:cNvPr>
          <p:cNvSpPr/>
          <p:nvPr>
            <p:ph type="subTitle" idx="13"/>
          </p:nvPr>
        </p:nvSpPr>
        <p:spPr>
          <a:xfrm xmlns:a="http://schemas.openxmlformats.org/drawingml/2006/main">
            <a:off x="1689098" y="2158999"/>
            <a:ext cx="5524503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marL="0" indent="0" algn="ctr">
              <a:lnSpc>
                <a:spcPct val="125000"/>
              </a:lnSpc>
              <a:buNone/>
              <a:defRPr sz="2400" b="0">
                <a:solidFill>
                  <a:schemeClr val="accent1"/>
                </a:solidFill>
                <a:latin typeface="+mn-ea"/>
                <a:ea typeface="+mn-ea"/>
                <a:cs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C8597F05-6F57-4B73-9971-0D7C71A77457}"/>
              </a:ext>
            </a:extLst>
          </p:cNvPr>
          <p:cNvSpPr/>
          <p:nvPr>
            <p:ph type="ctrTitle" idx="14"/>
          </p:nvPr>
        </p:nvSpPr>
        <p:spPr>
          <a:xfrm xmlns:a="http://schemas.openxmlformats.org/drawingml/2006/main">
            <a:off x="1631948" y="2682874"/>
            <a:ext cx="5638803" cy="1015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 algn="ctr">
              <a:lnSpc>
                <a:spcPct val="111000"/>
              </a:lnSpc>
              <a:buNone/>
              <a:defRPr sz="6000" b="0">
                <a:solidFill>
                  <a:schemeClr val="tx1"/>
                </a:solidFill>
                <a:latin typeface="+mj-ea"/>
                <a:ea typeface="+mj-ea"/>
                <a:cs typeface="+mj-ea"/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14.xml><?xml version="1.0" encoding="utf-8"?>
<p:sldLayout xmlns:p="http://schemas.openxmlformats.org/presentationml/2006/main">
  <p:cSld name="正文页-42_17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日期占位符 7">
            <a:extLst xmlns:a="http://schemas.openxmlformats.org/drawingml/2006/main">
              <a:ext uri="{FF2B5EF4-FFF2-40B4-BE49-F238E27FC236}">
                <a16:creationId xmlns:a16="http://schemas.microsoft.com/office/drawing/2014/main" id="{79B6EBB5-7861-454B-84AF-BF8C8EA83DE5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页脚占位符 8">
            <a:extLst xmlns:a="http://schemas.openxmlformats.org/drawingml/2006/main">
              <a:ext uri="{FF2B5EF4-FFF2-40B4-BE49-F238E27FC236}">
                <a16:creationId xmlns:a16="http://schemas.microsoft.com/office/drawing/2014/main" id="{0A9E064F-4857-407B-BBC2-AD4DE3F4DB25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灯片编号占位符 9">
            <a:extLst xmlns:a="http://schemas.openxmlformats.org/drawingml/2006/main">
              <a:ext uri="{FF2B5EF4-FFF2-40B4-BE49-F238E27FC236}">
                <a16:creationId xmlns:a16="http://schemas.microsoft.com/office/drawing/2014/main" id="{6BCD8569-C214-49A2-A45D-E02402A9E312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标题 10">
            <a:extLst xmlns:a="http://schemas.openxmlformats.org/drawingml/2006/main">
              <a:ext uri="{FF2B5EF4-FFF2-40B4-BE49-F238E27FC236}">
                <a16:creationId xmlns:a16="http://schemas.microsoft.com/office/drawing/2014/main" id="{779751BE-58CE-4968-AA82-26E3AE525D24}"/>
              </a:ext>
            </a:extLst>
          </p:cNvPr>
          <p:cNvSpPr/>
          <p:nvPr>
            <p:ph type="ctrTitle" idx="16385"/>
          </p:nvPr>
        </p:nvSpPr>
        <p:spPr>
          <a:xfrm xmlns:a="http://schemas.openxmlformats.org/drawingml/2006/main">
            <a:off x="609600" y="5334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2" name="内容占位符 11">
            <a:extLst xmlns:a="http://schemas.openxmlformats.org/drawingml/2006/main">
              <a:ext uri="{FF2B5EF4-FFF2-40B4-BE49-F238E27FC236}">
                <a16:creationId xmlns:a16="http://schemas.microsoft.com/office/drawing/2014/main" id="{8B0A92BE-87FB-4252-B23B-7F656DDE3D15}"/>
              </a:ext>
            </a:extLst>
          </p:cNvPr>
          <p:cNvSpPr/>
          <p:nvPr>
            <p:ph idx="16392"/>
          </p:nvPr>
        </p:nvSpPr>
        <p:spPr>
          <a:xfrm xmlns:a="http://schemas.openxmlformats.org/drawingml/2006/main">
            <a:off x="609600" y="1524000"/>
            <a:ext cx="10972800" cy="2235200"/>
          </a:xfrm>
          <a:custGeom xmlns:a="http://schemas.openxmlformats.org/drawingml/2006/main">
            <a:pathLst>
              <a:path w="10972800" h="2235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032000"/>
                </a:lnTo>
                <a:cubicBezTo>
                  <a:pt x="10972800" y="2144224"/>
                  <a:pt x="10881824" y="2235200"/>
                  <a:pt x="10769600" y="2235200"/>
                </a:cubicBezTo>
                <a:lnTo>
                  <a:pt x="203200" y="2235200"/>
                </a:lnTo>
                <a:cubicBezTo>
                  <a:pt x="90976" y="2235200"/>
                  <a:pt x="0" y="2144224"/>
                  <a:pt x="0" y="2032000"/>
                </a:cubicBezTo>
                <a:lnTo>
                  <a:pt x="0" y="20320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 xmlns:a="http://schemas.openxmlformats.org/drawingml/2006/main"/>
        </p:txBody>
      </p:sp>
      <p:sp>
        <p:nvSpPr>
          <p:cNvPr id="13" name="装饰  2">
            <a:extLst xmlns:a="http://schemas.openxmlformats.org/drawingml/2006/main">
              <a:ext uri="{FF2B5EF4-FFF2-40B4-BE49-F238E27FC236}">
                <a16:creationId xmlns:a16="http://schemas.microsoft.com/office/drawing/2014/main" id="{58E16F5F-4BE9-4014-AAD8-7A3B68228E6F}"/>
              </a:ext>
            </a:extLst>
          </p:cNvPr>
          <p:cNvSpPr/>
          <p:nvPr>
            <p:ph type="body" idx="16393"/>
          </p:nvPr>
        </p:nvSpPr>
        <p:spPr>
          <a:xfrm xmlns:a="http://schemas.openxmlformats.org/drawingml/2006/main">
            <a:off x="609600" y="4216400"/>
            <a:ext cx="50800" cy="2032000"/>
          </a:xfrm>
          <a:custGeom xmlns:a="http://schemas.openxmlformats.org/drawingml/2006/main">
            <a:pathLst>
              <a:path w="50800" h="20320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2006600"/>
                </a:lnTo>
                <a:cubicBezTo>
                  <a:pt x="50800" y="2020628"/>
                  <a:pt x="39428" y="2032000"/>
                  <a:pt x="25400" y="2032000"/>
                </a:cubicBezTo>
                <a:lnTo>
                  <a:pt x="25400" y="2032000"/>
                </a:lnTo>
                <a:cubicBezTo>
                  <a:pt x="11372" y="2032000"/>
                  <a:pt x="0" y="2020628"/>
                  <a:pt x="0" y="2006600"/>
                </a:cubicBezTo>
                <a:lnTo>
                  <a:pt x="0" y="254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 xmlns:a="http://schemas.openxmlformats.org/drawingml/2006/main"/>
        </p:txBody>
      </p:sp>
      <p:sp>
        <p:nvSpPr>
          <p:cNvPr id="14" name="文本占位符 13">
            <a:extLst xmlns:a="http://schemas.openxmlformats.org/drawingml/2006/main">
              <a:ext uri="{FF2B5EF4-FFF2-40B4-BE49-F238E27FC236}">
                <a16:creationId xmlns:a16="http://schemas.microsoft.com/office/drawing/2014/main" id="{79B12A34-FCD1-4C54-AB73-90A36D939125}"/>
              </a:ext>
            </a:extLst>
          </p:cNvPr>
          <p:cNvSpPr/>
          <p:nvPr>
            <p:ph type="body" idx="16386"/>
          </p:nvPr>
        </p:nvSpPr>
        <p:spPr>
          <a:xfrm xmlns:a="http://schemas.openxmlformats.org/drawingml/2006/main">
            <a:off x="762000" y="4216400"/>
            <a:ext cx="3098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</a:lstStyle>
          <a:p xmlns:a="http://schemas.openxmlformats.org/drawingml/2006/main"/>
        </p:txBody>
      </p:sp>
      <p:sp>
        <p:nvSpPr>
          <p:cNvPr id="15" name="文本占位符 14">
            <a:extLst xmlns:a="http://schemas.openxmlformats.org/drawingml/2006/main">
              <a:ext uri="{FF2B5EF4-FFF2-40B4-BE49-F238E27FC236}">
                <a16:creationId xmlns:a16="http://schemas.microsoft.com/office/drawing/2014/main" id="{30C95FF7-1068-4B92-B135-8F24F2D6CCA9}"/>
              </a:ext>
            </a:extLst>
          </p:cNvPr>
          <p:cNvSpPr/>
          <p:nvPr>
            <p:ph type="body" idx="16387"/>
          </p:nvPr>
        </p:nvSpPr>
        <p:spPr>
          <a:xfrm xmlns:a="http://schemas.openxmlformats.org/drawingml/2006/main">
            <a:off x="762000" y="4724400"/>
            <a:ext cx="3098800" cy="15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</a:lstStyle>
          <a:p xmlns:a="http://schemas.openxmlformats.org/drawingml/2006/main"/>
        </p:txBody>
      </p:sp>
      <p:sp>
        <p:nvSpPr>
          <p:cNvPr id="16" name="装饰  5">
            <a:extLst xmlns:a="http://schemas.openxmlformats.org/drawingml/2006/main">
              <a:ext uri="{FF2B5EF4-FFF2-40B4-BE49-F238E27FC236}">
                <a16:creationId xmlns:a16="http://schemas.microsoft.com/office/drawing/2014/main" id="{621B158E-3256-4926-8A6A-45DF53299564}"/>
              </a:ext>
            </a:extLst>
          </p:cNvPr>
          <p:cNvSpPr/>
          <p:nvPr>
            <p:ph type="body" idx="16394"/>
          </p:nvPr>
        </p:nvSpPr>
        <p:spPr>
          <a:xfrm xmlns:a="http://schemas.openxmlformats.org/drawingml/2006/main">
            <a:off x="4470400" y="4216400"/>
            <a:ext cx="50800" cy="2032000"/>
          </a:xfrm>
          <a:custGeom xmlns:a="http://schemas.openxmlformats.org/drawingml/2006/main">
            <a:pathLst>
              <a:path w="50800" h="20320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2006600"/>
                </a:lnTo>
                <a:cubicBezTo>
                  <a:pt x="50800" y="2020628"/>
                  <a:pt x="39428" y="2032000"/>
                  <a:pt x="25400" y="2032000"/>
                </a:cubicBezTo>
                <a:lnTo>
                  <a:pt x="25400" y="2032000"/>
                </a:lnTo>
                <a:cubicBezTo>
                  <a:pt x="11372" y="2032000"/>
                  <a:pt x="0" y="2020628"/>
                  <a:pt x="0" y="2006600"/>
                </a:cubicBezTo>
                <a:lnTo>
                  <a:pt x="0" y="254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 xmlns:a="http://schemas.openxmlformats.org/drawingml/2006/main"/>
        </p:txBody>
      </p:sp>
      <p:sp>
        <p:nvSpPr>
          <p:cNvPr id="17" name="文本占位符 16">
            <a:extLst xmlns:a="http://schemas.openxmlformats.org/drawingml/2006/main">
              <a:ext uri="{FF2B5EF4-FFF2-40B4-BE49-F238E27FC236}">
                <a16:creationId xmlns:a16="http://schemas.microsoft.com/office/drawing/2014/main" id="{BEA6B64B-FDAF-482B-8D33-E8DD32A04880}"/>
              </a:ext>
            </a:extLst>
          </p:cNvPr>
          <p:cNvSpPr/>
          <p:nvPr>
            <p:ph type="body" idx="16388"/>
          </p:nvPr>
        </p:nvSpPr>
        <p:spPr>
          <a:xfrm xmlns:a="http://schemas.openxmlformats.org/drawingml/2006/main">
            <a:off x="4622800" y="4216400"/>
            <a:ext cx="3098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</a:lstStyle>
          <a:p xmlns:a="http://schemas.openxmlformats.org/drawingml/2006/main"/>
        </p:txBody>
      </p:sp>
      <p:sp>
        <p:nvSpPr>
          <p:cNvPr id="18" name="文本占位符 17">
            <a:extLst xmlns:a="http://schemas.openxmlformats.org/drawingml/2006/main">
              <a:ext uri="{FF2B5EF4-FFF2-40B4-BE49-F238E27FC236}">
                <a16:creationId xmlns:a16="http://schemas.microsoft.com/office/drawing/2014/main" id="{0571C4DA-D421-44CB-A739-7DBBB0BCB8AB}"/>
              </a:ext>
            </a:extLst>
          </p:cNvPr>
          <p:cNvSpPr/>
          <p:nvPr>
            <p:ph type="body" idx="16389"/>
          </p:nvPr>
        </p:nvSpPr>
        <p:spPr>
          <a:xfrm xmlns:a="http://schemas.openxmlformats.org/drawingml/2006/main">
            <a:off x="4622800" y="4724400"/>
            <a:ext cx="3098800" cy="15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</a:lstStyle>
          <a:p xmlns:a="http://schemas.openxmlformats.org/drawingml/2006/main"/>
        </p:txBody>
      </p:sp>
      <p:sp>
        <p:nvSpPr>
          <p:cNvPr id="19" name="装饰  8">
            <a:extLst xmlns:a="http://schemas.openxmlformats.org/drawingml/2006/main">
              <a:ext uri="{FF2B5EF4-FFF2-40B4-BE49-F238E27FC236}">
                <a16:creationId xmlns:a16="http://schemas.microsoft.com/office/drawing/2014/main" id="{5F06447A-0179-4759-873E-59F43402A4D6}"/>
              </a:ext>
            </a:extLst>
          </p:cNvPr>
          <p:cNvSpPr/>
          <p:nvPr>
            <p:ph type="body" idx="16395"/>
          </p:nvPr>
        </p:nvSpPr>
        <p:spPr>
          <a:xfrm xmlns:a="http://schemas.openxmlformats.org/drawingml/2006/main">
            <a:off x="8331200" y="4216400"/>
            <a:ext cx="50800" cy="2032000"/>
          </a:xfrm>
          <a:custGeom xmlns:a="http://schemas.openxmlformats.org/drawingml/2006/main">
            <a:pathLst>
              <a:path w="50800" h="20320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2006600"/>
                </a:lnTo>
                <a:cubicBezTo>
                  <a:pt x="50800" y="2020628"/>
                  <a:pt x="39428" y="2032000"/>
                  <a:pt x="25400" y="2032000"/>
                </a:cubicBezTo>
                <a:lnTo>
                  <a:pt x="25400" y="2032000"/>
                </a:lnTo>
                <a:cubicBezTo>
                  <a:pt x="11372" y="2032000"/>
                  <a:pt x="0" y="2020628"/>
                  <a:pt x="0" y="2006600"/>
                </a:cubicBezTo>
                <a:lnTo>
                  <a:pt x="0" y="254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 xmlns:a="http://schemas.openxmlformats.org/drawingml/2006/main"/>
        </p:txBody>
      </p:sp>
      <p:sp>
        <p:nvSpPr>
          <p:cNvPr id="20" name="文本占位符 19">
            <a:extLst xmlns:a="http://schemas.openxmlformats.org/drawingml/2006/main">
              <a:ext uri="{FF2B5EF4-FFF2-40B4-BE49-F238E27FC236}">
                <a16:creationId xmlns:a16="http://schemas.microsoft.com/office/drawing/2014/main" id="{9494526F-3A30-43D0-9563-F83C94BD1AEF}"/>
              </a:ext>
            </a:extLst>
          </p:cNvPr>
          <p:cNvSpPr/>
          <p:nvPr>
            <p:ph type="body" idx="16390"/>
          </p:nvPr>
        </p:nvSpPr>
        <p:spPr>
          <a:xfrm xmlns:a="http://schemas.openxmlformats.org/drawingml/2006/main">
            <a:off x="8483600" y="4216400"/>
            <a:ext cx="3098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</a:lstStyle>
          <a:p xmlns:a="http://schemas.openxmlformats.org/drawingml/2006/main"/>
        </p:txBody>
      </p:sp>
      <p:sp>
        <p:nvSpPr>
          <p:cNvPr id="21" name="文本占位符 20">
            <a:extLst xmlns:a="http://schemas.openxmlformats.org/drawingml/2006/main">
              <a:ext uri="{FF2B5EF4-FFF2-40B4-BE49-F238E27FC236}">
                <a16:creationId xmlns:a16="http://schemas.microsoft.com/office/drawing/2014/main" id="{174F5558-35CC-4C21-8922-BF712FAD6857}"/>
              </a:ext>
            </a:extLst>
          </p:cNvPr>
          <p:cNvSpPr/>
          <p:nvPr>
            <p:ph type="body" idx="16391"/>
          </p:nvPr>
        </p:nvSpPr>
        <p:spPr>
          <a:xfrm xmlns:a="http://schemas.openxmlformats.org/drawingml/2006/main">
            <a:off x="8483600" y="4724400"/>
            <a:ext cx="3098800" cy="15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</a:lstStyle>
          <a:p xmlns:a="http://schemas.openxmlformats.org/drawingml/2006/main"/>
        </p:txBody>
      </p:sp>
    </p:spTree>
  </p:cSld>
</p:sldLayout>
</file>

<file path=ppt/slideLayouts/slideLayout15.xml><?xml version="1.0" encoding="utf-8"?>
<p:sldLayout xmlns:p="http://schemas.openxmlformats.org/presentationml/2006/main">
  <p:cSld name="正文页-10012_9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日期占位符 7">
            <a:extLst xmlns:a="http://schemas.openxmlformats.org/drawingml/2006/main">
              <a:ext uri="{FF2B5EF4-FFF2-40B4-BE49-F238E27FC236}">
                <a16:creationId xmlns:a16="http://schemas.microsoft.com/office/drawing/2014/main" id="{C0CA5E54-99DE-4C27-B35E-18C84D533BF4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页脚占位符 8">
            <a:extLst xmlns:a="http://schemas.openxmlformats.org/drawingml/2006/main">
              <a:ext uri="{FF2B5EF4-FFF2-40B4-BE49-F238E27FC236}">
                <a16:creationId xmlns:a16="http://schemas.microsoft.com/office/drawing/2014/main" id="{4DEA8A74-52D2-4DFB-BC95-BDD05A939844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灯片编号占位符 9">
            <a:extLst xmlns:a="http://schemas.openxmlformats.org/drawingml/2006/main">
              <a:ext uri="{FF2B5EF4-FFF2-40B4-BE49-F238E27FC236}">
                <a16:creationId xmlns:a16="http://schemas.microsoft.com/office/drawing/2014/main" id="{73A8CF40-35A1-4FE2-A717-3B463A100FF8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标题 10">
            <a:extLst xmlns:a="http://schemas.openxmlformats.org/drawingml/2006/main">
              <a:ext uri="{FF2B5EF4-FFF2-40B4-BE49-F238E27FC236}">
                <a16:creationId xmlns:a16="http://schemas.microsoft.com/office/drawing/2014/main" id="{30E82A6F-5621-4156-97A4-45304F7B648E}"/>
              </a:ext>
            </a:extLst>
          </p:cNvPr>
          <p:cNvSpPr/>
          <p:nvPr>
            <p:ph type="ctrTitle" idx="16385"/>
          </p:nvPr>
        </p:nvSpPr>
        <p:spPr>
          <a:xfrm xmlns:a="http://schemas.openxmlformats.org/drawingml/2006/main">
            <a:off x="609600" y="5334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2" name="内容占位符 11">
            <a:extLst xmlns:a="http://schemas.openxmlformats.org/drawingml/2006/main">
              <a:ext uri="{FF2B5EF4-FFF2-40B4-BE49-F238E27FC236}">
                <a16:creationId xmlns:a16="http://schemas.microsoft.com/office/drawing/2014/main" id="{62E554F0-62B3-4C14-B865-DDFDD707498B}"/>
              </a:ext>
            </a:extLst>
          </p:cNvPr>
          <p:cNvSpPr/>
          <p:nvPr>
            <p:ph idx="16390"/>
          </p:nvPr>
        </p:nvSpPr>
        <p:spPr>
          <a:xfrm xmlns:a="http://schemas.openxmlformats.org/drawingml/2006/main">
            <a:off x="609600" y="1524000"/>
            <a:ext cx="5486400" cy="4724400"/>
          </a:xfrm>
          <a:custGeom xmlns:a="http://schemas.openxmlformats.org/drawingml/2006/main">
            <a:pathLst>
              <a:path w="5486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283200" y="0"/>
                </a:lnTo>
                <a:cubicBezTo>
                  <a:pt x="5395424" y="0"/>
                  <a:pt x="5486400" y="90976"/>
                  <a:pt x="5486400" y="203200"/>
                </a:cubicBezTo>
                <a:lnTo>
                  <a:pt x="5486400" y="4521200"/>
                </a:lnTo>
                <a:cubicBezTo>
                  <a:pt x="5486400" y="4633424"/>
                  <a:pt x="5395424" y="4724400"/>
                  <a:pt x="5283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3" name="文本占位符 12">
            <a:extLst xmlns:a="http://schemas.openxmlformats.org/drawingml/2006/main">
              <a:ext uri="{FF2B5EF4-FFF2-40B4-BE49-F238E27FC236}">
                <a16:creationId xmlns:a16="http://schemas.microsoft.com/office/drawing/2014/main" id="{40AC8562-92FD-4C13-AA1C-6009BA55C2BA}"/>
              </a:ext>
            </a:extLst>
          </p:cNvPr>
          <p:cNvSpPr/>
          <p:nvPr>
            <p:ph type="body" idx="16386"/>
          </p:nvPr>
        </p:nvSpPr>
        <p:spPr>
          <a:xfrm xmlns:a="http://schemas.openxmlformats.org/drawingml/2006/main">
            <a:off x="6553200" y="2108200"/>
            <a:ext cx="50292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4" name="文本占位符 13">
            <a:extLst xmlns:a="http://schemas.openxmlformats.org/drawingml/2006/main">
              <a:ext uri="{FF2B5EF4-FFF2-40B4-BE49-F238E27FC236}">
                <a16:creationId xmlns:a16="http://schemas.microsoft.com/office/drawing/2014/main" id="{295E0F1C-D4E6-45A1-B6A7-9A93C92C03B6}"/>
              </a:ext>
            </a:extLst>
          </p:cNvPr>
          <p:cNvSpPr/>
          <p:nvPr>
            <p:ph type="body" idx="16387"/>
          </p:nvPr>
        </p:nvSpPr>
        <p:spPr>
          <a:xfrm xmlns:a="http://schemas.openxmlformats.org/drawingml/2006/main">
            <a:off x="6553200" y="2667000"/>
            <a:ext cx="50292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5" name="文本占位符 14">
            <a:extLst xmlns:a="http://schemas.openxmlformats.org/drawingml/2006/main">
              <a:ext uri="{FF2B5EF4-FFF2-40B4-BE49-F238E27FC236}">
                <a16:creationId xmlns:a16="http://schemas.microsoft.com/office/drawing/2014/main" id="{1C443823-11AA-493F-A26C-27EC8512BF5B}"/>
              </a:ext>
            </a:extLst>
          </p:cNvPr>
          <p:cNvSpPr/>
          <p:nvPr>
            <p:ph type="body" idx="16388"/>
          </p:nvPr>
        </p:nvSpPr>
        <p:spPr>
          <a:xfrm xmlns:a="http://schemas.openxmlformats.org/drawingml/2006/main">
            <a:off x="6553200" y="4191000"/>
            <a:ext cx="50292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6" name="文本占位符 15">
            <a:extLst xmlns:a="http://schemas.openxmlformats.org/drawingml/2006/main">
              <a:ext uri="{FF2B5EF4-FFF2-40B4-BE49-F238E27FC236}">
                <a16:creationId xmlns:a16="http://schemas.microsoft.com/office/drawing/2014/main" id="{D094589A-402B-42EE-A0FF-6B88C58D6A80}"/>
              </a:ext>
            </a:extLst>
          </p:cNvPr>
          <p:cNvSpPr/>
          <p:nvPr>
            <p:ph type="body" idx="16389"/>
          </p:nvPr>
        </p:nvSpPr>
        <p:spPr>
          <a:xfrm xmlns:a="http://schemas.openxmlformats.org/drawingml/2006/main">
            <a:off x="6553200" y="4749800"/>
            <a:ext cx="50292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16.xml><?xml version="1.0" encoding="utf-8"?>
<p:sldLayout xmlns:p="http://schemas.openxmlformats.org/presentationml/2006/main">
  <p:cSld name="正文页-51_47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日期占位符 7">
            <a:extLst xmlns:a="http://schemas.openxmlformats.org/drawingml/2006/main">
              <a:ext uri="{FF2B5EF4-FFF2-40B4-BE49-F238E27FC236}">
                <a16:creationId xmlns:a16="http://schemas.microsoft.com/office/drawing/2014/main" id="{BFDDBCFF-95CD-443E-B527-F23D4F61A5BB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页脚占位符 8">
            <a:extLst xmlns:a="http://schemas.openxmlformats.org/drawingml/2006/main">
              <a:ext uri="{FF2B5EF4-FFF2-40B4-BE49-F238E27FC236}">
                <a16:creationId xmlns:a16="http://schemas.microsoft.com/office/drawing/2014/main" id="{D9ECEFD9-BA9C-4767-AE2F-AD0F43AD522C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灯片编号占位符 9">
            <a:extLst xmlns:a="http://schemas.openxmlformats.org/drawingml/2006/main">
              <a:ext uri="{FF2B5EF4-FFF2-40B4-BE49-F238E27FC236}">
                <a16:creationId xmlns:a16="http://schemas.microsoft.com/office/drawing/2014/main" id="{37C21672-939E-49EA-A84B-1FC372EE6584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标题 10">
            <a:extLst xmlns:a="http://schemas.openxmlformats.org/drawingml/2006/main">
              <a:ext uri="{FF2B5EF4-FFF2-40B4-BE49-F238E27FC236}">
                <a16:creationId xmlns:a16="http://schemas.microsoft.com/office/drawing/2014/main" id="{F9BCFB78-F985-400C-BB42-334951929262}"/>
              </a:ext>
            </a:extLst>
          </p:cNvPr>
          <p:cNvSpPr/>
          <p:nvPr>
            <p:ph type="ctrTitle" idx="16385"/>
          </p:nvPr>
        </p:nvSpPr>
        <p:spPr>
          <a:xfrm xmlns:a="http://schemas.openxmlformats.org/drawingml/2006/main">
            <a:off x="609600" y="32258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2" name="内容占位符 11">
            <a:extLst xmlns:a="http://schemas.openxmlformats.org/drawingml/2006/main">
              <a:ext uri="{FF2B5EF4-FFF2-40B4-BE49-F238E27FC236}">
                <a16:creationId xmlns:a16="http://schemas.microsoft.com/office/drawing/2014/main" id="{75349DD8-AC23-476F-8E79-445E8CFB06C1}"/>
              </a:ext>
            </a:extLst>
          </p:cNvPr>
          <p:cNvSpPr/>
          <p:nvPr>
            <p:ph idx="16392"/>
          </p:nvPr>
        </p:nvSpPr>
        <p:spPr>
          <a:xfrm xmlns:a="http://schemas.openxmlformats.org/drawingml/2006/main">
            <a:off x="609600" y="609600"/>
            <a:ext cx="10972800" cy="2082800"/>
          </a:xfrm>
          <a:custGeom xmlns:a="http://schemas.openxmlformats.org/drawingml/2006/main">
            <a:pathLst>
              <a:path w="10972800" h="2082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1879600"/>
                </a:lnTo>
                <a:cubicBezTo>
                  <a:pt x="10972800" y="1991824"/>
                  <a:pt x="10881824" y="2082800"/>
                  <a:pt x="10769600" y="2082800"/>
                </a:cubicBezTo>
                <a:lnTo>
                  <a:pt x="203200" y="2082800"/>
                </a:lnTo>
                <a:cubicBezTo>
                  <a:pt x="90976" y="2082800"/>
                  <a:pt x="0" y="1991824"/>
                  <a:pt x="0" y="1879600"/>
                </a:cubicBezTo>
                <a:lnTo>
                  <a:pt x="0" y="20320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3" name="装饰  2">
            <a:extLst xmlns:a="http://schemas.openxmlformats.org/drawingml/2006/main">
              <a:ext uri="{FF2B5EF4-FFF2-40B4-BE49-F238E27FC236}">
                <a16:creationId xmlns:a16="http://schemas.microsoft.com/office/drawing/2014/main" id="{8F4E75A6-4F1F-4362-A19C-CB03837A1591}"/>
              </a:ext>
            </a:extLst>
          </p:cNvPr>
          <p:cNvSpPr/>
          <p:nvPr>
            <p:ph type="body" idx="16393"/>
          </p:nvPr>
        </p:nvSpPr>
        <p:spPr>
          <a:xfrm xmlns:a="http://schemas.openxmlformats.org/drawingml/2006/main">
            <a:off x="609600" y="4216400"/>
            <a:ext cx="50800" cy="2032000"/>
          </a:xfrm>
          <a:custGeom xmlns:a="http://schemas.openxmlformats.org/drawingml/2006/main">
            <a:pathLst>
              <a:path w="50800" h="20320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2006600"/>
                </a:lnTo>
                <a:cubicBezTo>
                  <a:pt x="50800" y="2020628"/>
                  <a:pt x="39428" y="2032000"/>
                  <a:pt x="25400" y="2032000"/>
                </a:cubicBezTo>
                <a:lnTo>
                  <a:pt x="25400" y="2032000"/>
                </a:lnTo>
                <a:cubicBezTo>
                  <a:pt x="11372" y="2032000"/>
                  <a:pt x="0" y="2020628"/>
                  <a:pt x="0" y="2006600"/>
                </a:cubicBezTo>
                <a:lnTo>
                  <a:pt x="0" y="254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4" name="文本占位符 13">
            <a:extLst xmlns:a="http://schemas.openxmlformats.org/drawingml/2006/main">
              <a:ext uri="{FF2B5EF4-FFF2-40B4-BE49-F238E27FC236}">
                <a16:creationId xmlns:a16="http://schemas.microsoft.com/office/drawing/2014/main" id="{36B6FCD1-B7F4-427B-93AB-65562C00D11C}"/>
              </a:ext>
            </a:extLst>
          </p:cNvPr>
          <p:cNvSpPr/>
          <p:nvPr>
            <p:ph type="body" idx="16386"/>
          </p:nvPr>
        </p:nvSpPr>
        <p:spPr>
          <a:xfrm xmlns:a="http://schemas.openxmlformats.org/drawingml/2006/main">
            <a:off x="762000" y="4216400"/>
            <a:ext cx="3098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5" name="文本占位符 14">
            <a:extLst xmlns:a="http://schemas.openxmlformats.org/drawingml/2006/main">
              <a:ext uri="{FF2B5EF4-FFF2-40B4-BE49-F238E27FC236}">
                <a16:creationId xmlns:a16="http://schemas.microsoft.com/office/drawing/2014/main" id="{C9E03315-608F-4302-B49D-72AC75BB1BAB}"/>
              </a:ext>
            </a:extLst>
          </p:cNvPr>
          <p:cNvSpPr/>
          <p:nvPr>
            <p:ph type="body" idx="16387"/>
          </p:nvPr>
        </p:nvSpPr>
        <p:spPr>
          <a:xfrm xmlns:a="http://schemas.openxmlformats.org/drawingml/2006/main">
            <a:off x="762000" y="4724400"/>
            <a:ext cx="3098800" cy="15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6" name="装饰  5">
            <a:extLst xmlns:a="http://schemas.openxmlformats.org/drawingml/2006/main">
              <a:ext uri="{FF2B5EF4-FFF2-40B4-BE49-F238E27FC236}">
                <a16:creationId xmlns:a16="http://schemas.microsoft.com/office/drawing/2014/main" id="{67252197-AFE5-46DC-B821-B0FA41F65947}"/>
              </a:ext>
            </a:extLst>
          </p:cNvPr>
          <p:cNvSpPr/>
          <p:nvPr>
            <p:ph type="body" idx="16394"/>
          </p:nvPr>
        </p:nvSpPr>
        <p:spPr>
          <a:xfrm xmlns:a="http://schemas.openxmlformats.org/drawingml/2006/main">
            <a:off x="4470400" y="4216400"/>
            <a:ext cx="50800" cy="2032000"/>
          </a:xfrm>
          <a:custGeom xmlns:a="http://schemas.openxmlformats.org/drawingml/2006/main">
            <a:pathLst>
              <a:path w="50800" h="20320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2006600"/>
                </a:lnTo>
                <a:cubicBezTo>
                  <a:pt x="50800" y="2020628"/>
                  <a:pt x="39428" y="2032000"/>
                  <a:pt x="25400" y="2032000"/>
                </a:cubicBezTo>
                <a:lnTo>
                  <a:pt x="25400" y="2032000"/>
                </a:lnTo>
                <a:cubicBezTo>
                  <a:pt x="11372" y="2032000"/>
                  <a:pt x="0" y="2020628"/>
                  <a:pt x="0" y="2006600"/>
                </a:cubicBezTo>
                <a:lnTo>
                  <a:pt x="0" y="254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7" name="文本占位符 16">
            <a:extLst xmlns:a="http://schemas.openxmlformats.org/drawingml/2006/main">
              <a:ext uri="{FF2B5EF4-FFF2-40B4-BE49-F238E27FC236}">
                <a16:creationId xmlns:a16="http://schemas.microsoft.com/office/drawing/2014/main" id="{2E8875EF-C43D-49C4-B454-4F8D5303B0CB}"/>
              </a:ext>
            </a:extLst>
          </p:cNvPr>
          <p:cNvSpPr/>
          <p:nvPr>
            <p:ph type="body" idx="16388"/>
          </p:nvPr>
        </p:nvSpPr>
        <p:spPr>
          <a:xfrm xmlns:a="http://schemas.openxmlformats.org/drawingml/2006/main">
            <a:off x="4622800" y="4216400"/>
            <a:ext cx="3098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8" name="文本占位符 17">
            <a:extLst xmlns:a="http://schemas.openxmlformats.org/drawingml/2006/main">
              <a:ext uri="{FF2B5EF4-FFF2-40B4-BE49-F238E27FC236}">
                <a16:creationId xmlns:a16="http://schemas.microsoft.com/office/drawing/2014/main" id="{9AD47776-306E-4B6E-9B16-11ED532FBF7E}"/>
              </a:ext>
            </a:extLst>
          </p:cNvPr>
          <p:cNvSpPr/>
          <p:nvPr>
            <p:ph type="body" idx="16389"/>
          </p:nvPr>
        </p:nvSpPr>
        <p:spPr>
          <a:xfrm xmlns:a="http://schemas.openxmlformats.org/drawingml/2006/main">
            <a:off x="4622800" y="4724400"/>
            <a:ext cx="3098800" cy="15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9" name="装饰  8">
            <a:extLst xmlns:a="http://schemas.openxmlformats.org/drawingml/2006/main">
              <a:ext uri="{FF2B5EF4-FFF2-40B4-BE49-F238E27FC236}">
                <a16:creationId xmlns:a16="http://schemas.microsoft.com/office/drawing/2014/main" id="{F0BD0598-7F49-41FD-80B4-A7FF6F0C62F9}"/>
              </a:ext>
            </a:extLst>
          </p:cNvPr>
          <p:cNvSpPr/>
          <p:nvPr>
            <p:ph type="body" idx="16395"/>
          </p:nvPr>
        </p:nvSpPr>
        <p:spPr>
          <a:xfrm xmlns:a="http://schemas.openxmlformats.org/drawingml/2006/main">
            <a:off x="8331200" y="4216400"/>
            <a:ext cx="50800" cy="2032000"/>
          </a:xfrm>
          <a:custGeom xmlns:a="http://schemas.openxmlformats.org/drawingml/2006/main">
            <a:pathLst>
              <a:path w="50800" h="20320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2006600"/>
                </a:lnTo>
                <a:cubicBezTo>
                  <a:pt x="50800" y="2020628"/>
                  <a:pt x="39428" y="2032000"/>
                  <a:pt x="25400" y="2032000"/>
                </a:cubicBezTo>
                <a:lnTo>
                  <a:pt x="25400" y="2032000"/>
                </a:lnTo>
                <a:cubicBezTo>
                  <a:pt x="11372" y="2032000"/>
                  <a:pt x="0" y="2020628"/>
                  <a:pt x="0" y="2006600"/>
                </a:cubicBezTo>
                <a:lnTo>
                  <a:pt x="0" y="254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20" name="文本占位符 19">
            <a:extLst xmlns:a="http://schemas.openxmlformats.org/drawingml/2006/main">
              <a:ext uri="{FF2B5EF4-FFF2-40B4-BE49-F238E27FC236}">
                <a16:creationId xmlns:a16="http://schemas.microsoft.com/office/drawing/2014/main" id="{293C2626-9EE5-4A78-9E12-305851AA4774}"/>
              </a:ext>
            </a:extLst>
          </p:cNvPr>
          <p:cNvSpPr/>
          <p:nvPr>
            <p:ph type="body" idx="16390"/>
          </p:nvPr>
        </p:nvSpPr>
        <p:spPr>
          <a:xfrm xmlns:a="http://schemas.openxmlformats.org/drawingml/2006/main">
            <a:off x="8483600" y="4216400"/>
            <a:ext cx="3098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1" name="文本占位符 20">
            <a:extLst xmlns:a="http://schemas.openxmlformats.org/drawingml/2006/main">
              <a:ext uri="{FF2B5EF4-FFF2-40B4-BE49-F238E27FC236}">
                <a16:creationId xmlns:a16="http://schemas.microsoft.com/office/drawing/2014/main" id="{BF2F5288-1100-4465-B067-14CF199FA0FF}"/>
              </a:ext>
            </a:extLst>
          </p:cNvPr>
          <p:cNvSpPr/>
          <p:nvPr>
            <p:ph type="body" idx="16391"/>
          </p:nvPr>
        </p:nvSpPr>
        <p:spPr>
          <a:xfrm xmlns:a="http://schemas.openxmlformats.org/drawingml/2006/main">
            <a:off x="8483600" y="4724400"/>
            <a:ext cx="3098800" cy="15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17.xml><?xml version="1.0" encoding="utf-8"?>
<p:sldLayout xmlns:p="http://schemas.openxmlformats.org/presentationml/2006/main">
  <p:cSld name="正文页-2_18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日期占位符 7">
            <a:extLst xmlns:a="http://schemas.openxmlformats.org/drawingml/2006/main">
              <a:ext uri="{FF2B5EF4-FFF2-40B4-BE49-F238E27FC236}">
                <a16:creationId xmlns:a16="http://schemas.microsoft.com/office/drawing/2014/main" id="{EA9E5FF1-613C-472B-AEC2-6949CB948D8E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页脚占位符 8">
            <a:extLst xmlns:a="http://schemas.openxmlformats.org/drawingml/2006/main">
              <a:ext uri="{FF2B5EF4-FFF2-40B4-BE49-F238E27FC236}">
                <a16:creationId xmlns:a16="http://schemas.microsoft.com/office/drawing/2014/main" id="{DD5A7988-58F2-4174-A4B4-A39C58796155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灯片编号占位符 9">
            <a:extLst xmlns:a="http://schemas.openxmlformats.org/drawingml/2006/main">
              <a:ext uri="{FF2B5EF4-FFF2-40B4-BE49-F238E27FC236}">
                <a16:creationId xmlns:a16="http://schemas.microsoft.com/office/drawing/2014/main" id="{9F319992-C702-444E-8DC1-470DA7413A5C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标题 10">
            <a:extLst xmlns:a="http://schemas.openxmlformats.org/drawingml/2006/main">
              <a:ext uri="{FF2B5EF4-FFF2-40B4-BE49-F238E27FC236}">
                <a16:creationId xmlns:a16="http://schemas.microsoft.com/office/drawing/2014/main" id="{F59040DB-E1BC-4A01-8A8D-80A3EC369673}"/>
              </a:ext>
            </a:extLst>
          </p:cNvPr>
          <p:cNvSpPr/>
          <p:nvPr>
            <p:ph type="ctrTitle" idx="16385"/>
          </p:nvPr>
        </p:nvSpPr>
        <p:spPr>
          <a:xfrm xmlns:a="http://schemas.openxmlformats.org/drawingml/2006/main">
            <a:off x="609600" y="5334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2" name="装饰  1">
            <a:extLst xmlns:a="http://schemas.openxmlformats.org/drawingml/2006/main">
              <a:ext uri="{FF2B5EF4-FFF2-40B4-BE49-F238E27FC236}">
                <a16:creationId xmlns:a16="http://schemas.microsoft.com/office/drawing/2014/main" id="{27E4FE87-27FB-4FC6-B0BB-2BA067A3D0D7}"/>
              </a:ext>
            </a:extLst>
          </p:cNvPr>
          <p:cNvSpPr/>
          <p:nvPr>
            <p:ph type="body" idx="16392"/>
          </p:nvPr>
        </p:nvSpPr>
        <p:spPr>
          <a:xfrm xmlns:a="http://schemas.openxmlformats.org/drawingml/2006/main">
            <a:off x="609600" y="3556000"/>
            <a:ext cx="3454400" cy="2692400"/>
          </a:xfrm>
          <a:custGeom xmlns:a="http://schemas.openxmlformats.org/drawingml/2006/main">
            <a:pathLst>
              <a:path w="3454400" h="2692400">
                <a:moveTo>
                  <a:pt x="0" y="0"/>
                </a:moveTo>
                <a:lnTo>
                  <a:pt x="3454400" y="0"/>
                </a:lnTo>
                <a:lnTo>
                  <a:pt x="3454400" y="2489200"/>
                </a:lnTo>
                <a:cubicBezTo>
                  <a:pt x="3454400" y="2601424"/>
                  <a:pt x="3363424" y="2692400"/>
                  <a:pt x="32512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3" name="图片占位符 12">
            <a:extLst xmlns:a="http://schemas.openxmlformats.org/drawingml/2006/main">
              <a:ext uri="{FF2B5EF4-FFF2-40B4-BE49-F238E27FC236}">
                <a16:creationId xmlns:a16="http://schemas.microsoft.com/office/drawing/2014/main" id="{DC0D8D0E-F7C8-4C08-B58C-A5507F4EB2DD}"/>
              </a:ext>
            </a:extLst>
          </p:cNvPr>
          <p:cNvSpPr/>
          <p:nvPr>
            <p:ph type="pic" idx="16393"/>
          </p:nvPr>
        </p:nvSpPr>
        <p:spPr>
          <a:xfrm xmlns:a="http://schemas.openxmlformats.org/drawingml/2006/main">
            <a:off x="609600" y="1524000"/>
            <a:ext cx="3454400" cy="2032000"/>
          </a:xfrm>
          <a:custGeom xmlns:a="http://schemas.openxmlformats.org/drawingml/2006/main"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14" name="文本占位符 13">
            <a:extLst xmlns:a="http://schemas.openxmlformats.org/drawingml/2006/main">
              <a:ext uri="{FF2B5EF4-FFF2-40B4-BE49-F238E27FC236}">
                <a16:creationId xmlns:a16="http://schemas.microsoft.com/office/drawing/2014/main" id="{68EC05AF-7397-4505-BAC5-1EC4075A9670}"/>
              </a:ext>
            </a:extLst>
          </p:cNvPr>
          <p:cNvSpPr/>
          <p:nvPr>
            <p:ph type="body" idx="16386"/>
          </p:nvPr>
        </p:nvSpPr>
        <p:spPr>
          <a:xfrm xmlns:a="http://schemas.openxmlformats.org/drawingml/2006/main">
            <a:off x="914400" y="3759200"/>
            <a:ext cx="2844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5" name="文本占位符 14">
            <a:extLst xmlns:a="http://schemas.openxmlformats.org/drawingml/2006/main">
              <a:ext uri="{FF2B5EF4-FFF2-40B4-BE49-F238E27FC236}">
                <a16:creationId xmlns:a16="http://schemas.microsoft.com/office/drawing/2014/main" id="{5E7962A8-B1C2-441A-945D-D547528BD550}"/>
              </a:ext>
            </a:extLst>
          </p:cNvPr>
          <p:cNvSpPr/>
          <p:nvPr>
            <p:ph type="body" idx="16387"/>
          </p:nvPr>
        </p:nvSpPr>
        <p:spPr>
          <a:xfrm xmlns:a="http://schemas.openxmlformats.org/drawingml/2006/main">
            <a:off x="914400" y="4216400"/>
            <a:ext cx="284480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6" name="装饰  5">
            <a:extLst xmlns:a="http://schemas.openxmlformats.org/drawingml/2006/main">
              <a:ext uri="{FF2B5EF4-FFF2-40B4-BE49-F238E27FC236}">
                <a16:creationId xmlns:a16="http://schemas.microsoft.com/office/drawing/2014/main" id="{D3096FC4-28A7-4EFC-AB39-9C17FE13223D}"/>
              </a:ext>
            </a:extLst>
          </p:cNvPr>
          <p:cNvSpPr/>
          <p:nvPr>
            <p:ph type="body" idx="16394"/>
          </p:nvPr>
        </p:nvSpPr>
        <p:spPr>
          <a:xfrm xmlns:a="http://schemas.openxmlformats.org/drawingml/2006/main">
            <a:off x="4368800" y="3556000"/>
            <a:ext cx="3454400" cy="2692400"/>
          </a:xfrm>
          <a:custGeom xmlns:a="http://schemas.openxmlformats.org/drawingml/2006/main">
            <a:pathLst>
              <a:path w="3454400" h="2692400">
                <a:moveTo>
                  <a:pt x="0" y="0"/>
                </a:moveTo>
                <a:lnTo>
                  <a:pt x="3454400" y="0"/>
                </a:lnTo>
                <a:lnTo>
                  <a:pt x="3454400" y="2489200"/>
                </a:lnTo>
                <a:cubicBezTo>
                  <a:pt x="3454400" y="2601424"/>
                  <a:pt x="3363424" y="2692400"/>
                  <a:pt x="32512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7" name="图片占位符 16">
            <a:extLst xmlns:a="http://schemas.openxmlformats.org/drawingml/2006/main">
              <a:ext uri="{FF2B5EF4-FFF2-40B4-BE49-F238E27FC236}">
                <a16:creationId xmlns:a16="http://schemas.microsoft.com/office/drawing/2014/main" id="{47D3AA9F-0D53-4F23-B608-CB7CC1F0C69C}"/>
              </a:ext>
            </a:extLst>
          </p:cNvPr>
          <p:cNvSpPr/>
          <p:nvPr>
            <p:ph type="pic" idx="16395"/>
          </p:nvPr>
        </p:nvSpPr>
        <p:spPr>
          <a:xfrm xmlns:a="http://schemas.openxmlformats.org/drawingml/2006/main">
            <a:off x="4368800" y="1524000"/>
            <a:ext cx="3454400" cy="2032000"/>
          </a:xfrm>
          <a:custGeom xmlns:a="http://schemas.openxmlformats.org/drawingml/2006/main"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18" name="文本占位符 17">
            <a:extLst xmlns:a="http://schemas.openxmlformats.org/drawingml/2006/main">
              <a:ext uri="{FF2B5EF4-FFF2-40B4-BE49-F238E27FC236}">
                <a16:creationId xmlns:a16="http://schemas.microsoft.com/office/drawing/2014/main" id="{68BDE9F8-F18A-4420-92B3-8650520DCF35}"/>
              </a:ext>
            </a:extLst>
          </p:cNvPr>
          <p:cNvSpPr/>
          <p:nvPr>
            <p:ph type="body" idx="16388"/>
          </p:nvPr>
        </p:nvSpPr>
        <p:spPr>
          <a:xfrm xmlns:a="http://schemas.openxmlformats.org/drawingml/2006/main">
            <a:off x="4673600" y="3759200"/>
            <a:ext cx="2844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9" name="文本占位符 18">
            <a:extLst xmlns:a="http://schemas.openxmlformats.org/drawingml/2006/main">
              <a:ext uri="{FF2B5EF4-FFF2-40B4-BE49-F238E27FC236}">
                <a16:creationId xmlns:a16="http://schemas.microsoft.com/office/drawing/2014/main" id="{674F0BC8-41BC-4B43-BCD4-096A04184973}"/>
              </a:ext>
            </a:extLst>
          </p:cNvPr>
          <p:cNvSpPr/>
          <p:nvPr>
            <p:ph type="body" idx="16389"/>
          </p:nvPr>
        </p:nvSpPr>
        <p:spPr>
          <a:xfrm xmlns:a="http://schemas.openxmlformats.org/drawingml/2006/main">
            <a:off x="4673600" y="4216400"/>
            <a:ext cx="284480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0" name="装饰  9">
            <a:extLst xmlns:a="http://schemas.openxmlformats.org/drawingml/2006/main">
              <a:ext uri="{FF2B5EF4-FFF2-40B4-BE49-F238E27FC236}">
                <a16:creationId xmlns:a16="http://schemas.microsoft.com/office/drawing/2014/main" id="{67E700C3-1ABA-4E57-8B09-1B9B187CC128}"/>
              </a:ext>
            </a:extLst>
          </p:cNvPr>
          <p:cNvSpPr/>
          <p:nvPr>
            <p:ph type="body" idx="16396"/>
          </p:nvPr>
        </p:nvSpPr>
        <p:spPr>
          <a:xfrm xmlns:a="http://schemas.openxmlformats.org/drawingml/2006/main">
            <a:off x="8128000" y="3556000"/>
            <a:ext cx="3454400" cy="2692400"/>
          </a:xfrm>
          <a:custGeom xmlns:a="http://schemas.openxmlformats.org/drawingml/2006/main">
            <a:pathLst>
              <a:path w="3454400" h="2692400">
                <a:moveTo>
                  <a:pt x="0" y="0"/>
                </a:moveTo>
                <a:lnTo>
                  <a:pt x="3454400" y="0"/>
                </a:lnTo>
                <a:lnTo>
                  <a:pt x="3454400" y="2489200"/>
                </a:lnTo>
                <a:cubicBezTo>
                  <a:pt x="3454400" y="2601424"/>
                  <a:pt x="3363424" y="2692400"/>
                  <a:pt x="32512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21" name="图片占位符 20">
            <a:extLst xmlns:a="http://schemas.openxmlformats.org/drawingml/2006/main">
              <a:ext uri="{FF2B5EF4-FFF2-40B4-BE49-F238E27FC236}">
                <a16:creationId xmlns:a16="http://schemas.microsoft.com/office/drawing/2014/main" id="{F29B8BCA-EE69-4443-A0FC-3EAA69572391}"/>
              </a:ext>
            </a:extLst>
          </p:cNvPr>
          <p:cNvSpPr/>
          <p:nvPr>
            <p:ph type="pic" idx="16397"/>
          </p:nvPr>
        </p:nvSpPr>
        <p:spPr>
          <a:xfrm xmlns:a="http://schemas.openxmlformats.org/drawingml/2006/main">
            <a:off x="8128000" y="1524000"/>
            <a:ext cx="3454400" cy="2032000"/>
          </a:xfrm>
          <a:custGeom xmlns:a="http://schemas.openxmlformats.org/drawingml/2006/main"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22" name="文本占位符 21">
            <a:extLst xmlns:a="http://schemas.openxmlformats.org/drawingml/2006/main">
              <a:ext uri="{FF2B5EF4-FFF2-40B4-BE49-F238E27FC236}">
                <a16:creationId xmlns:a16="http://schemas.microsoft.com/office/drawing/2014/main" id="{196B4ADB-D7B6-4C9D-824A-34153BAFB94B}"/>
              </a:ext>
            </a:extLst>
          </p:cNvPr>
          <p:cNvSpPr/>
          <p:nvPr>
            <p:ph type="body" idx="16390"/>
          </p:nvPr>
        </p:nvSpPr>
        <p:spPr>
          <a:xfrm xmlns:a="http://schemas.openxmlformats.org/drawingml/2006/main">
            <a:off x="8432800" y="3759200"/>
            <a:ext cx="2844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3" name="文本占位符 22">
            <a:extLst xmlns:a="http://schemas.openxmlformats.org/drawingml/2006/main">
              <a:ext uri="{FF2B5EF4-FFF2-40B4-BE49-F238E27FC236}">
                <a16:creationId xmlns:a16="http://schemas.microsoft.com/office/drawing/2014/main" id="{A85068ED-8955-4CD7-BCB6-B25C1B307092}"/>
              </a:ext>
            </a:extLst>
          </p:cNvPr>
          <p:cNvSpPr/>
          <p:nvPr>
            <p:ph type="body" idx="16391"/>
          </p:nvPr>
        </p:nvSpPr>
        <p:spPr>
          <a:xfrm xmlns:a="http://schemas.openxmlformats.org/drawingml/2006/main">
            <a:off x="8432800" y="4216400"/>
            <a:ext cx="284480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18.xml><?xml version="1.0" encoding="utf-8"?>
<p:sldLayout xmlns:p="http://schemas.openxmlformats.org/presentationml/2006/main">
  <p:cSld name="正文页-38_17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日期占位符 7">
            <a:extLst xmlns:a="http://schemas.openxmlformats.org/drawingml/2006/main">
              <a:ext uri="{FF2B5EF4-FFF2-40B4-BE49-F238E27FC236}">
                <a16:creationId xmlns:a16="http://schemas.microsoft.com/office/drawing/2014/main" id="{5B619324-D45C-42A6-9632-3477C6DA942F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页脚占位符 8">
            <a:extLst xmlns:a="http://schemas.openxmlformats.org/drawingml/2006/main">
              <a:ext uri="{FF2B5EF4-FFF2-40B4-BE49-F238E27FC236}">
                <a16:creationId xmlns:a16="http://schemas.microsoft.com/office/drawing/2014/main" id="{CCAD4368-B988-4E3A-8945-3F14B6647F09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灯片编号占位符 9">
            <a:extLst xmlns:a="http://schemas.openxmlformats.org/drawingml/2006/main">
              <a:ext uri="{FF2B5EF4-FFF2-40B4-BE49-F238E27FC236}">
                <a16:creationId xmlns:a16="http://schemas.microsoft.com/office/drawing/2014/main" id="{96EBDEF2-4C5E-4E6B-A14C-1062BA641845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标题 10">
            <a:extLst xmlns:a="http://schemas.openxmlformats.org/drawingml/2006/main">
              <a:ext uri="{FF2B5EF4-FFF2-40B4-BE49-F238E27FC236}">
                <a16:creationId xmlns:a16="http://schemas.microsoft.com/office/drawing/2014/main" id="{63E72B7B-522F-41AD-B177-B919528A7518}"/>
              </a:ext>
            </a:extLst>
          </p:cNvPr>
          <p:cNvSpPr/>
          <p:nvPr>
            <p:ph type="ctrTitle" idx="16385"/>
          </p:nvPr>
        </p:nvSpPr>
        <p:spPr>
          <a:xfrm xmlns:a="http://schemas.openxmlformats.org/drawingml/2006/main">
            <a:off x="609600" y="5334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2" name="装饰  1">
            <a:extLst xmlns:a="http://schemas.openxmlformats.org/drawingml/2006/main">
              <a:ext uri="{FF2B5EF4-FFF2-40B4-BE49-F238E27FC236}">
                <a16:creationId xmlns:a16="http://schemas.microsoft.com/office/drawing/2014/main" id="{AC536926-011E-44F3-8993-0AB625BA7C97}"/>
              </a:ext>
            </a:extLst>
          </p:cNvPr>
          <p:cNvSpPr/>
          <p:nvPr>
            <p:ph type="body" idx="16392"/>
          </p:nvPr>
        </p:nvSpPr>
        <p:spPr>
          <a:xfrm xmlns:a="http://schemas.openxmlformats.org/drawingml/2006/main">
            <a:off x="609600" y="4165600"/>
            <a:ext cx="3454400" cy="2082800"/>
          </a:xfrm>
          <a:custGeom xmlns:a="http://schemas.openxmlformats.org/drawingml/2006/main">
            <a:pathLst>
              <a:path w="3454400" h="2082800">
                <a:moveTo>
                  <a:pt x="0" y="0"/>
                </a:moveTo>
                <a:lnTo>
                  <a:pt x="3454400" y="0"/>
                </a:lnTo>
                <a:lnTo>
                  <a:pt x="3454400" y="1879600"/>
                </a:lnTo>
                <a:cubicBezTo>
                  <a:pt x="3454400" y="1991824"/>
                  <a:pt x="3363424" y="2082800"/>
                  <a:pt x="3251200" y="2082800"/>
                </a:cubicBezTo>
                <a:lnTo>
                  <a:pt x="203200" y="2082800"/>
                </a:lnTo>
                <a:cubicBezTo>
                  <a:pt x="90976" y="2082800"/>
                  <a:pt x="0" y="1991824"/>
                  <a:pt x="0" y="1879600"/>
                </a:cubicBezTo>
                <a:lnTo>
                  <a:pt x="0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3" name="图片占位符 12">
            <a:extLst xmlns:a="http://schemas.openxmlformats.org/drawingml/2006/main">
              <a:ext uri="{FF2B5EF4-FFF2-40B4-BE49-F238E27FC236}">
                <a16:creationId xmlns:a16="http://schemas.microsoft.com/office/drawing/2014/main" id="{CBDAA213-24B3-4089-8FB7-EF67E41BA321}"/>
              </a:ext>
            </a:extLst>
          </p:cNvPr>
          <p:cNvSpPr/>
          <p:nvPr>
            <p:ph type="pic" idx="16393"/>
          </p:nvPr>
        </p:nvSpPr>
        <p:spPr>
          <a:xfrm xmlns:a="http://schemas.openxmlformats.org/drawingml/2006/main">
            <a:off x="609600" y="1524000"/>
            <a:ext cx="3454400" cy="2641600"/>
          </a:xfrm>
          <a:custGeom xmlns:a="http://schemas.openxmlformats.org/drawingml/2006/main">
            <a:pathLst>
              <a:path w="3454400" h="2641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641600"/>
                </a:lnTo>
                <a:lnTo>
                  <a:pt x="0" y="2641600"/>
                </a:lnTo>
                <a:lnTo>
                  <a:pt x="0" y="20320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14" name="文本占位符 13">
            <a:extLst xmlns:a="http://schemas.openxmlformats.org/drawingml/2006/main">
              <a:ext uri="{FF2B5EF4-FFF2-40B4-BE49-F238E27FC236}">
                <a16:creationId xmlns:a16="http://schemas.microsoft.com/office/drawing/2014/main" id="{EC797486-BED0-42B2-B148-801C21B93F62}"/>
              </a:ext>
            </a:extLst>
          </p:cNvPr>
          <p:cNvSpPr/>
          <p:nvPr>
            <p:ph type="body" idx="16386"/>
          </p:nvPr>
        </p:nvSpPr>
        <p:spPr>
          <a:xfrm xmlns:a="http://schemas.openxmlformats.org/drawingml/2006/main">
            <a:off x="914400" y="4368800"/>
            <a:ext cx="2844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5" name="文本占位符 14">
            <a:extLst xmlns:a="http://schemas.openxmlformats.org/drawingml/2006/main">
              <a:ext uri="{FF2B5EF4-FFF2-40B4-BE49-F238E27FC236}">
                <a16:creationId xmlns:a16="http://schemas.microsoft.com/office/drawing/2014/main" id="{455FB4EE-7776-4C5D-A0BD-05AB5CC00729}"/>
              </a:ext>
            </a:extLst>
          </p:cNvPr>
          <p:cNvSpPr/>
          <p:nvPr>
            <p:ph type="body" idx="16387"/>
          </p:nvPr>
        </p:nvSpPr>
        <p:spPr>
          <a:xfrm xmlns:a="http://schemas.openxmlformats.org/drawingml/2006/main">
            <a:off x="914400" y="4826000"/>
            <a:ext cx="28448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6" name="装饰  5">
            <a:extLst xmlns:a="http://schemas.openxmlformats.org/drawingml/2006/main">
              <a:ext uri="{FF2B5EF4-FFF2-40B4-BE49-F238E27FC236}">
                <a16:creationId xmlns:a16="http://schemas.microsoft.com/office/drawing/2014/main" id="{C65ABD14-4076-4D7E-ABC6-DE110C1A190B}"/>
              </a:ext>
            </a:extLst>
          </p:cNvPr>
          <p:cNvSpPr/>
          <p:nvPr>
            <p:ph type="body" idx="16394"/>
          </p:nvPr>
        </p:nvSpPr>
        <p:spPr>
          <a:xfrm xmlns:a="http://schemas.openxmlformats.org/drawingml/2006/main">
            <a:off x="4368800" y="4165600"/>
            <a:ext cx="3454400" cy="2082800"/>
          </a:xfrm>
          <a:custGeom xmlns:a="http://schemas.openxmlformats.org/drawingml/2006/main">
            <a:pathLst>
              <a:path w="3454400" h="2082800">
                <a:moveTo>
                  <a:pt x="0" y="0"/>
                </a:moveTo>
                <a:lnTo>
                  <a:pt x="3454400" y="0"/>
                </a:lnTo>
                <a:lnTo>
                  <a:pt x="3454400" y="1879600"/>
                </a:lnTo>
                <a:cubicBezTo>
                  <a:pt x="3454400" y="1991824"/>
                  <a:pt x="3363424" y="2082800"/>
                  <a:pt x="3251200" y="2082800"/>
                </a:cubicBezTo>
                <a:lnTo>
                  <a:pt x="203200" y="2082800"/>
                </a:lnTo>
                <a:cubicBezTo>
                  <a:pt x="90976" y="2082800"/>
                  <a:pt x="0" y="1991824"/>
                  <a:pt x="0" y="1879600"/>
                </a:cubicBezTo>
                <a:lnTo>
                  <a:pt x="0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7" name="图片占位符 16">
            <a:extLst xmlns:a="http://schemas.openxmlformats.org/drawingml/2006/main">
              <a:ext uri="{FF2B5EF4-FFF2-40B4-BE49-F238E27FC236}">
                <a16:creationId xmlns:a16="http://schemas.microsoft.com/office/drawing/2014/main" id="{BF63A6A2-60A7-4871-97E4-BF1F417541F6}"/>
              </a:ext>
            </a:extLst>
          </p:cNvPr>
          <p:cNvSpPr/>
          <p:nvPr>
            <p:ph type="pic" idx="16395"/>
          </p:nvPr>
        </p:nvSpPr>
        <p:spPr>
          <a:xfrm xmlns:a="http://schemas.openxmlformats.org/drawingml/2006/main">
            <a:off x="4368800" y="1524000"/>
            <a:ext cx="3454400" cy="2641600"/>
          </a:xfrm>
          <a:custGeom xmlns:a="http://schemas.openxmlformats.org/drawingml/2006/main">
            <a:pathLst>
              <a:path w="3454400" h="2641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641600"/>
                </a:lnTo>
                <a:lnTo>
                  <a:pt x="0" y="2641600"/>
                </a:lnTo>
                <a:lnTo>
                  <a:pt x="0" y="20320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18" name="文本占位符 17">
            <a:extLst xmlns:a="http://schemas.openxmlformats.org/drawingml/2006/main">
              <a:ext uri="{FF2B5EF4-FFF2-40B4-BE49-F238E27FC236}">
                <a16:creationId xmlns:a16="http://schemas.microsoft.com/office/drawing/2014/main" id="{4F961E19-7F31-426E-819D-51E14DB5BC8D}"/>
              </a:ext>
            </a:extLst>
          </p:cNvPr>
          <p:cNvSpPr/>
          <p:nvPr>
            <p:ph type="body" idx="16388"/>
          </p:nvPr>
        </p:nvSpPr>
        <p:spPr>
          <a:xfrm xmlns:a="http://schemas.openxmlformats.org/drawingml/2006/main">
            <a:off x="4673600" y="4368800"/>
            <a:ext cx="2844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9" name="文本占位符 18">
            <a:extLst xmlns:a="http://schemas.openxmlformats.org/drawingml/2006/main">
              <a:ext uri="{FF2B5EF4-FFF2-40B4-BE49-F238E27FC236}">
                <a16:creationId xmlns:a16="http://schemas.microsoft.com/office/drawing/2014/main" id="{70987EE4-55A0-43E6-97DA-9DC882DED68F}"/>
              </a:ext>
            </a:extLst>
          </p:cNvPr>
          <p:cNvSpPr/>
          <p:nvPr>
            <p:ph type="body" idx="16389"/>
          </p:nvPr>
        </p:nvSpPr>
        <p:spPr>
          <a:xfrm xmlns:a="http://schemas.openxmlformats.org/drawingml/2006/main">
            <a:off x="4673600" y="4826000"/>
            <a:ext cx="28448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0" name="装饰  9">
            <a:extLst xmlns:a="http://schemas.openxmlformats.org/drawingml/2006/main">
              <a:ext uri="{FF2B5EF4-FFF2-40B4-BE49-F238E27FC236}">
                <a16:creationId xmlns:a16="http://schemas.microsoft.com/office/drawing/2014/main" id="{13848C19-421C-4F3C-AB2B-777B5643FFBF}"/>
              </a:ext>
            </a:extLst>
          </p:cNvPr>
          <p:cNvSpPr/>
          <p:nvPr>
            <p:ph type="body" idx="16396"/>
          </p:nvPr>
        </p:nvSpPr>
        <p:spPr>
          <a:xfrm xmlns:a="http://schemas.openxmlformats.org/drawingml/2006/main">
            <a:off x="8128000" y="4165600"/>
            <a:ext cx="3454400" cy="2082800"/>
          </a:xfrm>
          <a:custGeom xmlns:a="http://schemas.openxmlformats.org/drawingml/2006/main">
            <a:pathLst>
              <a:path w="3454400" h="2082800">
                <a:moveTo>
                  <a:pt x="0" y="0"/>
                </a:moveTo>
                <a:lnTo>
                  <a:pt x="3454400" y="0"/>
                </a:lnTo>
                <a:lnTo>
                  <a:pt x="3454400" y="1879600"/>
                </a:lnTo>
                <a:cubicBezTo>
                  <a:pt x="3454400" y="1991824"/>
                  <a:pt x="3363424" y="2082800"/>
                  <a:pt x="3251200" y="2082800"/>
                </a:cubicBezTo>
                <a:lnTo>
                  <a:pt x="203200" y="2082800"/>
                </a:lnTo>
                <a:cubicBezTo>
                  <a:pt x="90976" y="2082800"/>
                  <a:pt x="0" y="1991824"/>
                  <a:pt x="0" y="1879600"/>
                </a:cubicBezTo>
                <a:lnTo>
                  <a:pt x="0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21" name="图片占位符 20">
            <a:extLst xmlns:a="http://schemas.openxmlformats.org/drawingml/2006/main">
              <a:ext uri="{FF2B5EF4-FFF2-40B4-BE49-F238E27FC236}">
                <a16:creationId xmlns:a16="http://schemas.microsoft.com/office/drawing/2014/main" id="{42EB9814-9F30-4270-AAB4-188078A2E3F6}"/>
              </a:ext>
            </a:extLst>
          </p:cNvPr>
          <p:cNvSpPr/>
          <p:nvPr>
            <p:ph type="pic" idx="16397"/>
          </p:nvPr>
        </p:nvSpPr>
        <p:spPr>
          <a:xfrm xmlns:a="http://schemas.openxmlformats.org/drawingml/2006/main">
            <a:off x="8128000" y="1524000"/>
            <a:ext cx="3454400" cy="2641600"/>
          </a:xfrm>
          <a:custGeom xmlns:a="http://schemas.openxmlformats.org/drawingml/2006/main">
            <a:pathLst>
              <a:path w="3454400" h="2641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641600"/>
                </a:lnTo>
                <a:lnTo>
                  <a:pt x="0" y="2641600"/>
                </a:lnTo>
                <a:lnTo>
                  <a:pt x="0" y="20320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22" name="文本占位符 21">
            <a:extLst xmlns:a="http://schemas.openxmlformats.org/drawingml/2006/main">
              <a:ext uri="{FF2B5EF4-FFF2-40B4-BE49-F238E27FC236}">
                <a16:creationId xmlns:a16="http://schemas.microsoft.com/office/drawing/2014/main" id="{39BE3CF2-007B-4593-B1B5-EA531067B1DA}"/>
              </a:ext>
            </a:extLst>
          </p:cNvPr>
          <p:cNvSpPr/>
          <p:nvPr>
            <p:ph type="body" idx="16390"/>
          </p:nvPr>
        </p:nvSpPr>
        <p:spPr>
          <a:xfrm xmlns:a="http://schemas.openxmlformats.org/drawingml/2006/main">
            <a:off x="8432800" y="4368800"/>
            <a:ext cx="2844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3" name="文本占位符 22">
            <a:extLst xmlns:a="http://schemas.openxmlformats.org/drawingml/2006/main">
              <a:ext uri="{FF2B5EF4-FFF2-40B4-BE49-F238E27FC236}">
                <a16:creationId xmlns:a16="http://schemas.microsoft.com/office/drawing/2014/main" id="{5B26976C-47C1-4174-914A-F33D29175A03}"/>
              </a:ext>
            </a:extLst>
          </p:cNvPr>
          <p:cNvSpPr/>
          <p:nvPr>
            <p:ph type="body" idx="16391"/>
          </p:nvPr>
        </p:nvSpPr>
        <p:spPr>
          <a:xfrm xmlns:a="http://schemas.openxmlformats.org/drawingml/2006/main">
            <a:off x="8432800" y="4826000"/>
            <a:ext cx="28448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19.xml><?xml version="1.0" encoding="utf-8"?>
<p:sldLayout xmlns:p="http://schemas.openxmlformats.org/presentationml/2006/main">
  <p:cSld name="正文页-27_15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日期占位符 7">
            <a:extLst xmlns:a="http://schemas.openxmlformats.org/drawingml/2006/main">
              <a:ext uri="{FF2B5EF4-FFF2-40B4-BE49-F238E27FC236}">
                <a16:creationId xmlns:a16="http://schemas.microsoft.com/office/drawing/2014/main" id="{025319DC-0F10-4EDD-9381-13CC9571A934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页脚占位符 8">
            <a:extLst xmlns:a="http://schemas.openxmlformats.org/drawingml/2006/main">
              <a:ext uri="{FF2B5EF4-FFF2-40B4-BE49-F238E27FC236}">
                <a16:creationId xmlns:a16="http://schemas.microsoft.com/office/drawing/2014/main" id="{D07EE75C-52E5-4FA1-89C7-7C2F45FBED3B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灯片编号占位符 9">
            <a:extLst xmlns:a="http://schemas.openxmlformats.org/drawingml/2006/main">
              <a:ext uri="{FF2B5EF4-FFF2-40B4-BE49-F238E27FC236}">
                <a16:creationId xmlns:a16="http://schemas.microsoft.com/office/drawing/2014/main" id="{01C30EDD-7C92-4AFE-BCD9-EE609D78E847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标题 10">
            <a:extLst xmlns:a="http://schemas.openxmlformats.org/drawingml/2006/main">
              <a:ext uri="{FF2B5EF4-FFF2-40B4-BE49-F238E27FC236}">
                <a16:creationId xmlns:a16="http://schemas.microsoft.com/office/drawing/2014/main" id="{F892F814-2D9C-4B5E-A120-4F9B85AD7670}"/>
              </a:ext>
            </a:extLst>
          </p:cNvPr>
          <p:cNvSpPr/>
          <p:nvPr>
            <p:ph type="ctrTitle" idx="16385"/>
          </p:nvPr>
        </p:nvSpPr>
        <p:spPr>
          <a:xfrm xmlns:a="http://schemas.openxmlformats.org/drawingml/2006/main">
            <a:off x="609600" y="5334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2" name="装饰  1">
            <a:extLst xmlns:a="http://schemas.openxmlformats.org/drawingml/2006/main">
              <a:ext uri="{FF2B5EF4-FFF2-40B4-BE49-F238E27FC236}">
                <a16:creationId xmlns:a16="http://schemas.microsoft.com/office/drawing/2014/main" id="{184B0B5E-FF61-49D1-85CC-7BCE857395F9}"/>
              </a:ext>
            </a:extLst>
          </p:cNvPr>
          <p:cNvSpPr/>
          <p:nvPr>
            <p:ph type="body" idx="16395"/>
          </p:nvPr>
        </p:nvSpPr>
        <p:spPr>
          <a:xfrm xmlns:a="http://schemas.openxmlformats.org/drawingml/2006/main">
            <a:off x="609600" y="2413000"/>
            <a:ext cx="1219200" cy="1219200"/>
          </a:xfrm>
          <a:custGeom xmlns:a="http://schemas.openxmlformats.org/drawingml/2006/main">
            <a:pathLst>
              <a:path w="1219200" h="1219200">
                <a:moveTo>
                  <a:pt x="0" y="304800"/>
                </a:moveTo>
                <a:cubicBezTo>
                  <a:pt x="0" y="136464"/>
                  <a:pt x="136464" y="0"/>
                  <a:pt x="304800" y="0"/>
                </a:cubicBezTo>
                <a:lnTo>
                  <a:pt x="914400" y="0"/>
                </a:lnTo>
                <a:cubicBezTo>
                  <a:pt x="1082736" y="0"/>
                  <a:pt x="1219200" y="136464"/>
                  <a:pt x="1219200" y="304800"/>
                </a:cubicBezTo>
                <a:lnTo>
                  <a:pt x="1219200" y="914400"/>
                </a:lnTo>
                <a:cubicBezTo>
                  <a:pt x="1219200" y="1082736"/>
                  <a:pt x="1082736" y="1219200"/>
                  <a:pt x="914400" y="1219200"/>
                </a:cubicBezTo>
                <a:lnTo>
                  <a:pt x="304800" y="1219200"/>
                </a:lnTo>
                <a:cubicBezTo>
                  <a:pt x="136464" y="1219200"/>
                  <a:pt x="0" y="1082736"/>
                  <a:pt x="0" y="914400"/>
                </a:cubicBezTo>
                <a:lnTo>
                  <a:pt x="0" y="3048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3" name="文本占位符 12">
            <a:extLst xmlns:a="http://schemas.openxmlformats.org/drawingml/2006/main">
              <a:ext uri="{FF2B5EF4-FFF2-40B4-BE49-F238E27FC236}">
                <a16:creationId xmlns:a16="http://schemas.microsoft.com/office/drawing/2014/main" id="{95770EC4-5E48-4642-B9E2-83ECDC0ECA4A}"/>
              </a:ext>
            </a:extLst>
          </p:cNvPr>
          <p:cNvSpPr/>
          <p:nvPr>
            <p:ph type="body" idx="16388"/>
          </p:nvPr>
        </p:nvSpPr>
        <p:spPr>
          <a:xfrm xmlns:a="http://schemas.openxmlformats.org/drawingml/2006/main">
            <a:off x="857250" y="2717800"/>
            <a:ext cx="7239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800" b="0" spc="0">
                <a:solidFill>
                  <a:srgbClr val="FFFFFF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4" name="文本占位符 13">
            <a:extLst xmlns:a="http://schemas.openxmlformats.org/drawingml/2006/main">
              <a:ext uri="{FF2B5EF4-FFF2-40B4-BE49-F238E27FC236}">
                <a16:creationId xmlns:a16="http://schemas.microsoft.com/office/drawing/2014/main" id="{C0B47A4F-F9D6-41B7-AE45-86CC96204404}"/>
              </a:ext>
            </a:extLst>
          </p:cNvPr>
          <p:cNvSpPr/>
          <p:nvPr>
            <p:ph type="body" idx="16386"/>
          </p:nvPr>
        </p:nvSpPr>
        <p:spPr>
          <a:xfrm xmlns:a="http://schemas.openxmlformats.org/drawingml/2006/main">
            <a:off x="609600" y="3937000"/>
            <a:ext cx="32512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5" name="文本占位符 14">
            <a:extLst xmlns:a="http://schemas.openxmlformats.org/drawingml/2006/main">
              <a:ext uri="{FF2B5EF4-FFF2-40B4-BE49-F238E27FC236}">
                <a16:creationId xmlns:a16="http://schemas.microsoft.com/office/drawing/2014/main" id="{C6A03F9C-BAFB-4D34-8D0D-612CE3FCF1A5}"/>
              </a:ext>
            </a:extLst>
          </p:cNvPr>
          <p:cNvSpPr/>
          <p:nvPr>
            <p:ph type="body" idx="16387"/>
          </p:nvPr>
        </p:nvSpPr>
        <p:spPr>
          <a:xfrm xmlns:a="http://schemas.openxmlformats.org/drawingml/2006/main">
            <a:off x="609600" y="4445000"/>
            <a:ext cx="32512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6" name="装饰  5">
            <a:extLst xmlns:a="http://schemas.openxmlformats.org/drawingml/2006/main">
              <a:ext uri="{FF2B5EF4-FFF2-40B4-BE49-F238E27FC236}">
                <a16:creationId xmlns:a16="http://schemas.microsoft.com/office/drawing/2014/main" id="{B6B58712-D4BA-4CE5-999C-103A26FCB257}"/>
              </a:ext>
            </a:extLst>
          </p:cNvPr>
          <p:cNvSpPr/>
          <p:nvPr>
            <p:ph type="body" idx="16396"/>
          </p:nvPr>
        </p:nvSpPr>
        <p:spPr>
          <a:xfrm xmlns:a="http://schemas.openxmlformats.org/drawingml/2006/main">
            <a:off x="4470400" y="2413000"/>
            <a:ext cx="1219200" cy="1219200"/>
          </a:xfrm>
          <a:custGeom xmlns:a="http://schemas.openxmlformats.org/drawingml/2006/main">
            <a:pathLst>
              <a:path w="1219200" h="1219200">
                <a:moveTo>
                  <a:pt x="0" y="304800"/>
                </a:moveTo>
                <a:cubicBezTo>
                  <a:pt x="0" y="136464"/>
                  <a:pt x="136464" y="0"/>
                  <a:pt x="304800" y="0"/>
                </a:cubicBezTo>
                <a:lnTo>
                  <a:pt x="914400" y="0"/>
                </a:lnTo>
                <a:cubicBezTo>
                  <a:pt x="1082736" y="0"/>
                  <a:pt x="1219200" y="136464"/>
                  <a:pt x="1219200" y="304800"/>
                </a:cubicBezTo>
                <a:lnTo>
                  <a:pt x="1219200" y="914400"/>
                </a:lnTo>
                <a:cubicBezTo>
                  <a:pt x="1219200" y="1082736"/>
                  <a:pt x="1082736" y="1219200"/>
                  <a:pt x="914400" y="1219200"/>
                </a:cubicBezTo>
                <a:lnTo>
                  <a:pt x="304800" y="1219200"/>
                </a:lnTo>
                <a:cubicBezTo>
                  <a:pt x="136464" y="1219200"/>
                  <a:pt x="0" y="1082736"/>
                  <a:pt x="0" y="914400"/>
                </a:cubicBezTo>
                <a:lnTo>
                  <a:pt x="0" y="3048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7" name="文本占位符 16">
            <a:extLst xmlns:a="http://schemas.openxmlformats.org/drawingml/2006/main">
              <a:ext uri="{FF2B5EF4-FFF2-40B4-BE49-F238E27FC236}">
                <a16:creationId xmlns:a16="http://schemas.microsoft.com/office/drawing/2014/main" id="{C26EEF09-5657-463E-8D43-D239B0127232}"/>
              </a:ext>
            </a:extLst>
          </p:cNvPr>
          <p:cNvSpPr/>
          <p:nvPr>
            <p:ph type="body" idx="16391"/>
          </p:nvPr>
        </p:nvSpPr>
        <p:spPr>
          <a:xfrm xmlns:a="http://schemas.openxmlformats.org/drawingml/2006/main">
            <a:off x="4718050" y="2717800"/>
            <a:ext cx="7239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800" b="0" spc="0">
                <a:solidFill>
                  <a:srgbClr val="FFFFFF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8" name="文本占位符 17">
            <a:extLst xmlns:a="http://schemas.openxmlformats.org/drawingml/2006/main">
              <a:ext uri="{FF2B5EF4-FFF2-40B4-BE49-F238E27FC236}">
                <a16:creationId xmlns:a16="http://schemas.microsoft.com/office/drawing/2014/main" id="{3F955A05-E510-49EA-8598-C21187DF5577}"/>
              </a:ext>
            </a:extLst>
          </p:cNvPr>
          <p:cNvSpPr/>
          <p:nvPr>
            <p:ph type="body" idx="16389"/>
          </p:nvPr>
        </p:nvSpPr>
        <p:spPr>
          <a:xfrm xmlns:a="http://schemas.openxmlformats.org/drawingml/2006/main">
            <a:off x="4470400" y="3937000"/>
            <a:ext cx="32512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9" name="文本占位符 18">
            <a:extLst xmlns:a="http://schemas.openxmlformats.org/drawingml/2006/main">
              <a:ext uri="{FF2B5EF4-FFF2-40B4-BE49-F238E27FC236}">
                <a16:creationId xmlns:a16="http://schemas.microsoft.com/office/drawing/2014/main" id="{A517EF60-622E-4E91-9B6D-E3A4D2AA0A44}"/>
              </a:ext>
            </a:extLst>
          </p:cNvPr>
          <p:cNvSpPr/>
          <p:nvPr>
            <p:ph type="body" idx="16390"/>
          </p:nvPr>
        </p:nvSpPr>
        <p:spPr>
          <a:xfrm xmlns:a="http://schemas.openxmlformats.org/drawingml/2006/main">
            <a:off x="4470400" y="4445000"/>
            <a:ext cx="32512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0" name="装饰  9">
            <a:extLst xmlns:a="http://schemas.openxmlformats.org/drawingml/2006/main">
              <a:ext uri="{FF2B5EF4-FFF2-40B4-BE49-F238E27FC236}">
                <a16:creationId xmlns:a16="http://schemas.microsoft.com/office/drawing/2014/main" id="{D2F97C6B-3E4F-44F5-AAC5-F308E0D193BF}"/>
              </a:ext>
            </a:extLst>
          </p:cNvPr>
          <p:cNvSpPr/>
          <p:nvPr>
            <p:ph type="body" idx="16397"/>
          </p:nvPr>
        </p:nvSpPr>
        <p:spPr>
          <a:xfrm xmlns:a="http://schemas.openxmlformats.org/drawingml/2006/main">
            <a:off x="8331200" y="2413000"/>
            <a:ext cx="1219200" cy="1219200"/>
          </a:xfrm>
          <a:custGeom xmlns:a="http://schemas.openxmlformats.org/drawingml/2006/main">
            <a:pathLst>
              <a:path w="1219200" h="1219200">
                <a:moveTo>
                  <a:pt x="0" y="304800"/>
                </a:moveTo>
                <a:cubicBezTo>
                  <a:pt x="0" y="136464"/>
                  <a:pt x="136464" y="0"/>
                  <a:pt x="304800" y="0"/>
                </a:cubicBezTo>
                <a:lnTo>
                  <a:pt x="914400" y="0"/>
                </a:lnTo>
                <a:cubicBezTo>
                  <a:pt x="1082736" y="0"/>
                  <a:pt x="1219200" y="136464"/>
                  <a:pt x="1219200" y="304800"/>
                </a:cubicBezTo>
                <a:lnTo>
                  <a:pt x="1219200" y="914400"/>
                </a:lnTo>
                <a:cubicBezTo>
                  <a:pt x="1219200" y="1082736"/>
                  <a:pt x="1082736" y="1219200"/>
                  <a:pt x="914400" y="1219200"/>
                </a:cubicBezTo>
                <a:lnTo>
                  <a:pt x="304800" y="1219200"/>
                </a:lnTo>
                <a:cubicBezTo>
                  <a:pt x="136464" y="1219200"/>
                  <a:pt x="0" y="1082736"/>
                  <a:pt x="0" y="914400"/>
                </a:cubicBezTo>
                <a:lnTo>
                  <a:pt x="0" y="3048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21" name="文本占位符 20">
            <a:extLst xmlns:a="http://schemas.openxmlformats.org/drawingml/2006/main">
              <a:ext uri="{FF2B5EF4-FFF2-40B4-BE49-F238E27FC236}">
                <a16:creationId xmlns:a16="http://schemas.microsoft.com/office/drawing/2014/main" id="{1EE96326-8C04-4028-9615-799C9BC6CB6B}"/>
              </a:ext>
            </a:extLst>
          </p:cNvPr>
          <p:cNvSpPr/>
          <p:nvPr>
            <p:ph type="body" idx="16394"/>
          </p:nvPr>
        </p:nvSpPr>
        <p:spPr>
          <a:xfrm xmlns:a="http://schemas.openxmlformats.org/drawingml/2006/main">
            <a:off x="8578850" y="2717800"/>
            <a:ext cx="7239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800" b="0" spc="0">
                <a:solidFill>
                  <a:srgbClr val="FFFFFF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2" name="文本占位符 21">
            <a:extLst xmlns:a="http://schemas.openxmlformats.org/drawingml/2006/main">
              <a:ext uri="{FF2B5EF4-FFF2-40B4-BE49-F238E27FC236}">
                <a16:creationId xmlns:a16="http://schemas.microsoft.com/office/drawing/2014/main" id="{F471549E-4417-4F48-B78A-EE16519B720C}"/>
              </a:ext>
            </a:extLst>
          </p:cNvPr>
          <p:cNvSpPr/>
          <p:nvPr>
            <p:ph type="body" idx="16392"/>
          </p:nvPr>
        </p:nvSpPr>
        <p:spPr>
          <a:xfrm xmlns:a="http://schemas.openxmlformats.org/drawingml/2006/main">
            <a:off x="8331200" y="3937000"/>
            <a:ext cx="32512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3" name="文本占位符 22">
            <a:extLst xmlns:a="http://schemas.openxmlformats.org/drawingml/2006/main">
              <a:ext uri="{FF2B5EF4-FFF2-40B4-BE49-F238E27FC236}">
                <a16:creationId xmlns:a16="http://schemas.microsoft.com/office/drawing/2014/main" id="{EECF851C-EE3A-4027-A6D4-91C26165BFB5}"/>
              </a:ext>
            </a:extLst>
          </p:cNvPr>
          <p:cNvSpPr/>
          <p:nvPr>
            <p:ph type="body" idx="16393"/>
          </p:nvPr>
        </p:nvSpPr>
        <p:spPr>
          <a:xfrm xmlns:a="http://schemas.openxmlformats.org/drawingml/2006/main">
            <a:off x="8331200" y="4445000"/>
            <a:ext cx="32512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20.xml><?xml version="1.0" encoding="utf-8"?>
<p:sldLayout xmlns:p="http://schemas.openxmlformats.org/presentationml/2006/main">
  <p:cSld name="正文页-57_4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日期占位符 7">
            <a:extLst xmlns:a="http://schemas.openxmlformats.org/drawingml/2006/main">
              <a:ext uri="{FF2B5EF4-FFF2-40B4-BE49-F238E27FC236}">
                <a16:creationId xmlns:a16="http://schemas.microsoft.com/office/drawing/2014/main" id="{593CDD2F-FE9B-4DD7-A82C-F02CCA7A3E06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页脚占位符 8">
            <a:extLst xmlns:a="http://schemas.openxmlformats.org/drawingml/2006/main">
              <a:ext uri="{FF2B5EF4-FFF2-40B4-BE49-F238E27FC236}">
                <a16:creationId xmlns:a16="http://schemas.microsoft.com/office/drawing/2014/main" id="{7B7696D8-85B4-4FFE-A727-5FD00B19D463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灯片编号占位符 9">
            <a:extLst xmlns:a="http://schemas.openxmlformats.org/drawingml/2006/main">
              <a:ext uri="{FF2B5EF4-FFF2-40B4-BE49-F238E27FC236}">
                <a16:creationId xmlns:a16="http://schemas.microsoft.com/office/drawing/2014/main" id="{C54FD2F6-4F1F-487D-9185-236EA30490E9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标题 10">
            <a:extLst xmlns:a="http://schemas.openxmlformats.org/drawingml/2006/main">
              <a:ext uri="{FF2B5EF4-FFF2-40B4-BE49-F238E27FC236}">
                <a16:creationId xmlns:a16="http://schemas.microsoft.com/office/drawing/2014/main" id="{627B7E24-1195-4CAE-BDA3-30C598F726C2}"/>
              </a:ext>
            </a:extLst>
          </p:cNvPr>
          <p:cNvSpPr/>
          <p:nvPr>
            <p:ph type="ctrTitle" idx="16385"/>
          </p:nvPr>
        </p:nvSpPr>
        <p:spPr>
          <a:xfrm xmlns:a="http://schemas.openxmlformats.org/drawingml/2006/main">
            <a:off x="609600" y="5334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2" name="装饰  1">
            <a:extLst xmlns:a="http://schemas.openxmlformats.org/drawingml/2006/main">
              <a:ext uri="{FF2B5EF4-FFF2-40B4-BE49-F238E27FC236}">
                <a16:creationId xmlns:a16="http://schemas.microsoft.com/office/drawing/2014/main" id="{38FA466B-2FC1-435F-B3F1-35745191A5F5}"/>
              </a:ext>
            </a:extLst>
          </p:cNvPr>
          <p:cNvSpPr/>
          <p:nvPr>
            <p:ph type="body" idx="16390"/>
          </p:nvPr>
        </p:nvSpPr>
        <p:spPr>
          <a:xfrm xmlns:a="http://schemas.openxmlformats.org/drawingml/2006/main">
            <a:off x="609600" y="3860800"/>
            <a:ext cx="5334000" cy="2387600"/>
          </a:xfrm>
          <a:custGeom xmlns:a="http://schemas.openxmlformats.org/drawingml/2006/main">
            <a:pathLst>
              <a:path w="5334000" h="2387600">
                <a:moveTo>
                  <a:pt x="0" y="0"/>
                </a:moveTo>
                <a:lnTo>
                  <a:pt x="5334000" y="0"/>
                </a:lnTo>
                <a:lnTo>
                  <a:pt x="5334000" y="2184400"/>
                </a:lnTo>
                <a:cubicBezTo>
                  <a:pt x="5334000" y="2296624"/>
                  <a:pt x="5243024" y="2387600"/>
                  <a:pt x="5130800" y="2387600"/>
                </a:cubicBezTo>
                <a:lnTo>
                  <a:pt x="203200" y="2387600"/>
                </a:lnTo>
                <a:cubicBezTo>
                  <a:pt x="90976" y="2387600"/>
                  <a:pt x="0" y="2296624"/>
                  <a:pt x="0" y="2184400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3" name="图片占位符 12">
            <a:extLst xmlns:a="http://schemas.openxmlformats.org/drawingml/2006/main">
              <a:ext uri="{FF2B5EF4-FFF2-40B4-BE49-F238E27FC236}">
                <a16:creationId xmlns:a16="http://schemas.microsoft.com/office/drawing/2014/main" id="{2AA61469-0158-4801-96CD-4020FFB48B1A}"/>
              </a:ext>
            </a:extLst>
          </p:cNvPr>
          <p:cNvSpPr/>
          <p:nvPr>
            <p:ph type="pic" idx="16391"/>
          </p:nvPr>
        </p:nvSpPr>
        <p:spPr>
          <a:xfrm xmlns:a="http://schemas.openxmlformats.org/drawingml/2006/main">
            <a:off x="609600" y="1524000"/>
            <a:ext cx="5334000" cy="2336800"/>
          </a:xfrm>
          <a:custGeom xmlns:a="http://schemas.openxmlformats.org/drawingml/2006/main">
            <a:pathLst>
              <a:path w="5334000" h="2336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336800"/>
                </a:lnTo>
                <a:lnTo>
                  <a:pt x="0" y="2336800"/>
                </a:lnTo>
                <a:lnTo>
                  <a:pt x="0" y="20320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14" name="文本占位符 13">
            <a:extLst xmlns:a="http://schemas.openxmlformats.org/drawingml/2006/main">
              <a:ext uri="{FF2B5EF4-FFF2-40B4-BE49-F238E27FC236}">
                <a16:creationId xmlns:a16="http://schemas.microsoft.com/office/drawing/2014/main" id="{F2C01014-5C5D-4A54-9C6F-9B5328395B8F}"/>
              </a:ext>
            </a:extLst>
          </p:cNvPr>
          <p:cNvSpPr/>
          <p:nvPr>
            <p:ph type="body" idx="16386"/>
          </p:nvPr>
        </p:nvSpPr>
        <p:spPr>
          <a:xfrm xmlns:a="http://schemas.openxmlformats.org/drawingml/2006/main">
            <a:off x="914400" y="4165600"/>
            <a:ext cx="47244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5" name="文本占位符 14">
            <a:extLst xmlns:a="http://schemas.openxmlformats.org/drawingml/2006/main">
              <a:ext uri="{FF2B5EF4-FFF2-40B4-BE49-F238E27FC236}">
                <a16:creationId xmlns:a16="http://schemas.microsoft.com/office/drawing/2014/main" id="{4DFAF0E4-A78C-48F0-A65A-3C9EC6A90F68}"/>
              </a:ext>
            </a:extLst>
          </p:cNvPr>
          <p:cNvSpPr/>
          <p:nvPr>
            <p:ph type="body" idx="16387"/>
          </p:nvPr>
        </p:nvSpPr>
        <p:spPr>
          <a:xfrm xmlns:a="http://schemas.openxmlformats.org/drawingml/2006/main">
            <a:off x="914400" y="4724400"/>
            <a:ext cx="47244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6" name="装饰  5">
            <a:extLst xmlns:a="http://schemas.openxmlformats.org/drawingml/2006/main">
              <a:ext uri="{FF2B5EF4-FFF2-40B4-BE49-F238E27FC236}">
                <a16:creationId xmlns:a16="http://schemas.microsoft.com/office/drawing/2014/main" id="{96346999-910B-4D60-AF64-C5DEFEB0A870}"/>
              </a:ext>
            </a:extLst>
          </p:cNvPr>
          <p:cNvSpPr/>
          <p:nvPr>
            <p:ph type="body" idx="16392"/>
          </p:nvPr>
        </p:nvSpPr>
        <p:spPr>
          <a:xfrm xmlns:a="http://schemas.openxmlformats.org/drawingml/2006/main">
            <a:off x="6248400" y="3860800"/>
            <a:ext cx="5334000" cy="2387600"/>
          </a:xfrm>
          <a:custGeom xmlns:a="http://schemas.openxmlformats.org/drawingml/2006/main">
            <a:pathLst>
              <a:path w="5334000" h="2387600">
                <a:moveTo>
                  <a:pt x="0" y="0"/>
                </a:moveTo>
                <a:lnTo>
                  <a:pt x="5334000" y="0"/>
                </a:lnTo>
                <a:lnTo>
                  <a:pt x="5334000" y="2184400"/>
                </a:lnTo>
                <a:cubicBezTo>
                  <a:pt x="5334000" y="2296624"/>
                  <a:pt x="5243024" y="2387600"/>
                  <a:pt x="5130800" y="2387600"/>
                </a:cubicBezTo>
                <a:lnTo>
                  <a:pt x="203200" y="2387600"/>
                </a:lnTo>
                <a:cubicBezTo>
                  <a:pt x="90976" y="2387600"/>
                  <a:pt x="0" y="2296624"/>
                  <a:pt x="0" y="2184400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7" name="图片占位符 16">
            <a:extLst xmlns:a="http://schemas.openxmlformats.org/drawingml/2006/main">
              <a:ext uri="{FF2B5EF4-FFF2-40B4-BE49-F238E27FC236}">
                <a16:creationId xmlns:a16="http://schemas.microsoft.com/office/drawing/2014/main" id="{C1C2B363-34BC-4ADF-A930-2CEBD592ABCF}"/>
              </a:ext>
            </a:extLst>
          </p:cNvPr>
          <p:cNvSpPr/>
          <p:nvPr>
            <p:ph type="pic" idx="16393"/>
          </p:nvPr>
        </p:nvSpPr>
        <p:spPr>
          <a:xfrm xmlns:a="http://schemas.openxmlformats.org/drawingml/2006/main">
            <a:off x="6248400" y="1524000"/>
            <a:ext cx="5334000" cy="2336800"/>
          </a:xfrm>
          <a:custGeom xmlns:a="http://schemas.openxmlformats.org/drawingml/2006/main">
            <a:pathLst>
              <a:path w="5334000" h="2336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336800"/>
                </a:lnTo>
                <a:lnTo>
                  <a:pt x="0" y="2336800"/>
                </a:lnTo>
                <a:lnTo>
                  <a:pt x="0" y="20320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18" name="文本占位符 17">
            <a:extLst xmlns:a="http://schemas.openxmlformats.org/drawingml/2006/main">
              <a:ext uri="{FF2B5EF4-FFF2-40B4-BE49-F238E27FC236}">
                <a16:creationId xmlns:a16="http://schemas.microsoft.com/office/drawing/2014/main" id="{694D6C6D-8826-4001-925E-AFB484F23100}"/>
              </a:ext>
            </a:extLst>
          </p:cNvPr>
          <p:cNvSpPr/>
          <p:nvPr>
            <p:ph type="body" idx="16388"/>
          </p:nvPr>
        </p:nvSpPr>
        <p:spPr>
          <a:xfrm xmlns:a="http://schemas.openxmlformats.org/drawingml/2006/main">
            <a:off x="6553200" y="4165600"/>
            <a:ext cx="47244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9" name="文本占位符 18">
            <a:extLst xmlns:a="http://schemas.openxmlformats.org/drawingml/2006/main">
              <a:ext uri="{FF2B5EF4-FFF2-40B4-BE49-F238E27FC236}">
                <a16:creationId xmlns:a16="http://schemas.microsoft.com/office/drawing/2014/main" id="{BE064A6E-E122-46B3-8D13-AB546CDEF55B}"/>
              </a:ext>
            </a:extLst>
          </p:cNvPr>
          <p:cNvSpPr/>
          <p:nvPr>
            <p:ph type="body" idx="16389"/>
          </p:nvPr>
        </p:nvSpPr>
        <p:spPr>
          <a:xfrm xmlns:a="http://schemas.openxmlformats.org/drawingml/2006/main">
            <a:off x="6553200" y="4724400"/>
            <a:ext cx="47244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21.xml><?xml version="1.0" encoding="utf-8"?>
<p:sldLayout xmlns:p="http://schemas.openxmlformats.org/presentationml/2006/main">
  <p:cSld name="正文页-6_28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日期占位符 7">
            <a:extLst xmlns:a="http://schemas.openxmlformats.org/drawingml/2006/main">
              <a:ext uri="{FF2B5EF4-FFF2-40B4-BE49-F238E27FC236}">
                <a16:creationId xmlns:a16="http://schemas.microsoft.com/office/drawing/2014/main" id="{064B1638-C30C-4C7F-B0EA-42209C333AF9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页脚占位符 8">
            <a:extLst xmlns:a="http://schemas.openxmlformats.org/drawingml/2006/main">
              <a:ext uri="{FF2B5EF4-FFF2-40B4-BE49-F238E27FC236}">
                <a16:creationId xmlns:a16="http://schemas.microsoft.com/office/drawing/2014/main" id="{0C63D5D1-0B67-4B9E-8A7C-E10C9032E0A1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灯片编号占位符 9">
            <a:extLst xmlns:a="http://schemas.openxmlformats.org/drawingml/2006/main">
              <a:ext uri="{FF2B5EF4-FFF2-40B4-BE49-F238E27FC236}">
                <a16:creationId xmlns:a16="http://schemas.microsoft.com/office/drawing/2014/main" id="{69A37B17-C7C3-4E35-8664-00598FF0327B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标题 10">
            <a:extLst xmlns:a="http://schemas.openxmlformats.org/drawingml/2006/main">
              <a:ext uri="{FF2B5EF4-FFF2-40B4-BE49-F238E27FC236}">
                <a16:creationId xmlns:a16="http://schemas.microsoft.com/office/drawing/2014/main" id="{6CA73D85-7659-464B-8CD4-4D6E01A65953}"/>
              </a:ext>
            </a:extLst>
          </p:cNvPr>
          <p:cNvSpPr/>
          <p:nvPr>
            <p:ph type="ctrTitle" idx="16385"/>
          </p:nvPr>
        </p:nvSpPr>
        <p:spPr>
          <a:xfrm xmlns:a="http://schemas.openxmlformats.org/drawingml/2006/main">
            <a:off x="609600" y="533400"/>
            <a:ext cx="63246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2" name="内容占位符 11">
            <a:extLst xmlns:a="http://schemas.openxmlformats.org/drawingml/2006/main">
              <a:ext uri="{FF2B5EF4-FFF2-40B4-BE49-F238E27FC236}">
                <a16:creationId xmlns:a16="http://schemas.microsoft.com/office/drawing/2014/main" id="{AFAB1434-C880-4E1F-BFFC-835B9E8D7030}"/>
              </a:ext>
            </a:extLst>
          </p:cNvPr>
          <p:cNvSpPr/>
          <p:nvPr>
            <p:ph idx="16392"/>
          </p:nvPr>
        </p:nvSpPr>
        <p:spPr>
          <a:xfrm xmlns:a="http://schemas.openxmlformats.org/drawingml/2006/main">
            <a:off x="7543800" y="609600"/>
            <a:ext cx="4038600" cy="5638800"/>
          </a:xfrm>
          <a:custGeom xmlns:a="http://schemas.openxmlformats.org/drawingml/2006/main">
            <a:pathLst>
              <a:path w="4038600" h="563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835400" y="0"/>
                </a:lnTo>
                <a:cubicBezTo>
                  <a:pt x="3947624" y="0"/>
                  <a:pt x="4038600" y="90976"/>
                  <a:pt x="4038600" y="203200"/>
                </a:cubicBezTo>
                <a:lnTo>
                  <a:pt x="4038600" y="5435600"/>
                </a:lnTo>
                <a:cubicBezTo>
                  <a:pt x="4038600" y="5547824"/>
                  <a:pt x="3947624" y="5638800"/>
                  <a:pt x="3835400" y="5638800"/>
                </a:cubicBezTo>
                <a:lnTo>
                  <a:pt x="203200" y="5638800"/>
                </a:lnTo>
                <a:cubicBezTo>
                  <a:pt x="90976" y="5638800"/>
                  <a:pt x="0" y="5547824"/>
                  <a:pt x="0" y="5435600"/>
                </a:cubicBezTo>
                <a:lnTo>
                  <a:pt x="0" y="20320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3" name="装饰  2">
            <a:extLst xmlns:a="http://schemas.openxmlformats.org/drawingml/2006/main">
              <a:ext uri="{FF2B5EF4-FFF2-40B4-BE49-F238E27FC236}">
                <a16:creationId xmlns:a16="http://schemas.microsoft.com/office/drawing/2014/main" id="{774970EF-6CA8-4B90-868A-7AA4901349AC}"/>
              </a:ext>
            </a:extLst>
          </p:cNvPr>
          <p:cNvSpPr/>
          <p:nvPr>
            <p:ph type="body" idx="16393"/>
          </p:nvPr>
        </p:nvSpPr>
        <p:spPr>
          <a:xfrm xmlns:a="http://schemas.openxmlformats.org/drawingml/2006/main">
            <a:off x="609600" y="1676400"/>
            <a:ext cx="50800" cy="1117600"/>
          </a:xfrm>
          <a:custGeom xmlns:a="http://schemas.openxmlformats.org/drawingml/2006/main"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 xmlns:a="http://schemas.openxmlformats.org/drawingml/2006/main"/>
        </p:txBody>
      </p:sp>
      <p:sp>
        <p:nvSpPr>
          <p:cNvPr id="14" name="文本占位符 13">
            <a:extLst xmlns:a="http://schemas.openxmlformats.org/drawingml/2006/main">
              <a:ext uri="{FF2B5EF4-FFF2-40B4-BE49-F238E27FC236}">
                <a16:creationId xmlns:a16="http://schemas.microsoft.com/office/drawing/2014/main" id="{B041A498-1D65-4C39-96A6-B10B4ADA64CE}"/>
              </a:ext>
            </a:extLst>
          </p:cNvPr>
          <p:cNvSpPr/>
          <p:nvPr>
            <p:ph type="body" idx="16386"/>
          </p:nvPr>
        </p:nvSpPr>
        <p:spPr>
          <a:xfrm xmlns:a="http://schemas.openxmlformats.org/drawingml/2006/main">
            <a:off x="762000" y="1676400"/>
            <a:ext cx="61722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5" name="文本占位符 14">
            <a:extLst xmlns:a="http://schemas.openxmlformats.org/drawingml/2006/main">
              <a:ext uri="{FF2B5EF4-FFF2-40B4-BE49-F238E27FC236}">
                <a16:creationId xmlns:a16="http://schemas.microsoft.com/office/drawing/2014/main" id="{D79F18C5-67C5-4216-8C47-9DA05DE44797}"/>
              </a:ext>
            </a:extLst>
          </p:cNvPr>
          <p:cNvSpPr/>
          <p:nvPr>
            <p:ph type="body" idx="16387"/>
          </p:nvPr>
        </p:nvSpPr>
        <p:spPr>
          <a:xfrm xmlns:a="http://schemas.openxmlformats.org/drawingml/2006/main">
            <a:off x="762000" y="2184400"/>
            <a:ext cx="61722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6" name="装饰  5">
            <a:extLst xmlns:a="http://schemas.openxmlformats.org/drawingml/2006/main">
              <a:ext uri="{FF2B5EF4-FFF2-40B4-BE49-F238E27FC236}">
                <a16:creationId xmlns:a16="http://schemas.microsoft.com/office/drawing/2014/main" id="{C93DFAA0-D0D8-4511-B6B2-7107098B586A}"/>
              </a:ext>
            </a:extLst>
          </p:cNvPr>
          <p:cNvSpPr/>
          <p:nvPr>
            <p:ph type="body" idx="16394"/>
          </p:nvPr>
        </p:nvSpPr>
        <p:spPr>
          <a:xfrm xmlns:a="http://schemas.openxmlformats.org/drawingml/2006/main">
            <a:off x="609600" y="3403600"/>
            <a:ext cx="50800" cy="1117600"/>
          </a:xfrm>
          <a:custGeom xmlns:a="http://schemas.openxmlformats.org/drawingml/2006/main"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7" name="文本占位符 16">
            <a:extLst xmlns:a="http://schemas.openxmlformats.org/drawingml/2006/main">
              <a:ext uri="{FF2B5EF4-FFF2-40B4-BE49-F238E27FC236}">
                <a16:creationId xmlns:a16="http://schemas.microsoft.com/office/drawing/2014/main" id="{4DE4396C-E195-4A4A-AD01-16ACEA580C5F}"/>
              </a:ext>
            </a:extLst>
          </p:cNvPr>
          <p:cNvSpPr/>
          <p:nvPr>
            <p:ph type="body" idx="16388"/>
          </p:nvPr>
        </p:nvSpPr>
        <p:spPr>
          <a:xfrm xmlns:a="http://schemas.openxmlformats.org/drawingml/2006/main">
            <a:off x="762000" y="3403600"/>
            <a:ext cx="61722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8" name="文本占位符 17">
            <a:extLst xmlns:a="http://schemas.openxmlformats.org/drawingml/2006/main">
              <a:ext uri="{FF2B5EF4-FFF2-40B4-BE49-F238E27FC236}">
                <a16:creationId xmlns:a16="http://schemas.microsoft.com/office/drawing/2014/main" id="{C7E85F15-D2E1-456E-9F6F-C115AB904955}"/>
              </a:ext>
            </a:extLst>
          </p:cNvPr>
          <p:cNvSpPr/>
          <p:nvPr>
            <p:ph type="body" idx="16389"/>
          </p:nvPr>
        </p:nvSpPr>
        <p:spPr>
          <a:xfrm xmlns:a="http://schemas.openxmlformats.org/drawingml/2006/main">
            <a:off x="762000" y="3911600"/>
            <a:ext cx="61722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9" name="装饰  8">
            <a:extLst xmlns:a="http://schemas.openxmlformats.org/drawingml/2006/main">
              <a:ext uri="{FF2B5EF4-FFF2-40B4-BE49-F238E27FC236}">
                <a16:creationId xmlns:a16="http://schemas.microsoft.com/office/drawing/2014/main" id="{94768F12-179E-45FC-A783-0ED6E2C4E75A}"/>
              </a:ext>
            </a:extLst>
          </p:cNvPr>
          <p:cNvSpPr/>
          <p:nvPr>
            <p:ph type="body" idx="16395"/>
          </p:nvPr>
        </p:nvSpPr>
        <p:spPr>
          <a:xfrm xmlns:a="http://schemas.openxmlformats.org/drawingml/2006/main">
            <a:off x="609600" y="5130800"/>
            <a:ext cx="50800" cy="1117600"/>
          </a:xfrm>
          <a:custGeom xmlns:a="http://schemas.openxmlformats.org/drawingml/2006/main"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20" name="文本占位符 19">
            <a:extLst xmlns:a="http://schemas.openxmlformats.org/drawingml/2006/main">
              <a:ext uri="{FF2B5EF4-FFF2-40B4-BE49-F238E27FC236}">
                <a16:creationId xmlns:a16="http://schemas.microsoft.com/office/drawing/2014/main" id="{4EC7C3BA-97B7-46C3-B1DF-689E7C5DDA12}"/>
              </a:ext>
            </a:extLst>
          </p:cNvPr>
          <p:cNvSpPr/>
          <p:nvPr>
            <p:ph type="body" idx="16390"/>
          </p:nvPr>
        </p:nvSpPr>
        <p:spPr>
          <a:xfrm xmlns:a="http://schemas.openxmlformats.org/drawingml/2006/main">
            <a:off x="762000" y="5130800"/>
            <a:ext cx="61722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1" name="文本占位符 20">
            <a:extLst xmlns:a="http://schemas.openxmlformats.org/drawingml/2006/main">
              <a:ext uri="{FF2B5EF4-FFF2-40B4-BE49-F238E27FC236}">
                <a16:creationId xmlns:a16="http://schemas.microsoft.com/office/drawing/2014/main" id="{2CE8675C-3AE6-423A-A588-6D430B2DEEC6}"/>
              </a:ext>
            </a:extLst>
          </p:cNvPr>
          <p:cNvSpPr/>
          <p:nvPr>
            <p:ph type="body" idx="16391"/>
          </p:nvPr>
        </p:nvSpPr>
        <p:spPr>
          <a:xfrm xmlns:a="http://schemas.openxmlformats.org/drawingml/2006/main">
            <a:off x="762000" y="5638800"/>
            <a:ext cx="61722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22.xml><?xml version="1.0" encoding="utf-8"?>
<p:sldLayout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2F2C8E2-8CDB-4A1C-ACF2-4D9E112FAD0E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608400" y="608400"/>
            <a:ext cx="10969200" cy="705600"/>
          </a:xfrm>
        </p:spPr>
        <p:txBody>
          <a:bodyPr xmlns:a="http://schemas.openxmlformats.org/drawingml/2006/main" vert="horz" lIns="90000" tIns="46800" rIns="90000" bIns="46800" anchor="ctr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E7C2253B-46FD-446E-A4E7-9C11B8112819}"/>
              </a:ext>
            </a:extLst>
          </p:cNvPr>
          <p:cNvSpPr/>
          <p:nvPr>
            <p:ph idx="1"/>
          </p:nvPr>
        </p:nvSpPr>
        <p:spPr>
          <a:xfrm xmlns:a="http://schemas.openxmlformats.org/drawingml/2006/main">
            <a:off x="608400" y="1490400"/>
            <a:ext cx="10969200" cy="4759200"/>
          </a:xfr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DF4994F5-F376-4EF1-9D75-22B8C33F923B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DB9ABB4D-805B-4BE7-9A5F-B57C8B014508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F11AC898-7447-4E5F-94E4-4B9F77D1D35F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23.xml><?xml version="1.0" encoding="utf-8"?>
<p:sldLayout xmlns:p="http://schemas.openxmlformats.org/presentationml/2006/main">
  <p:cSld name="正文页-26_16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日期占位符 7">
            <a:extLst xmlns:a="http://schemas.openxmlformats.org/drawingml/2006/main">
              <a:ext uri="{FF2B5EF4-FFF2-40B4-BE49-F238E27FC236}">
                <a16:creationId xmlns:a16="http://schemas.microsoft.com/office/drawing/2014/main" id="{2768D60E-C85A-4561-9869-05BCDC6B8633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页脚占位符 8">
            <a:extLst xmlns:a="http://schemas.openxmlformats.org/drawingml/2006/main">
              <a:ext uri="{FF2B5EF4-FFF2-40B4-BE49-F238E27FC236}">
                <a16:creationId xmlns:a16="http://schemas.microsoft.com/office/drawing/2014/main" id="{9AE6697A-7C0F-469D-BF91-1BFFE69DCB43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灯片编号占位符 9">
            <a:extLst xmlns:a="http://schemas.openxmlformats.org/drawingml/2006/main">
              <a:ext uri="{FF2B5EF4-FFF2-40B4-BE49-F238E27FC236}">
                <a16:creationId xmlns:a16="http://schemas.microsoft.com/office/drawing/2014/main" id="{EA4311F9-5D0F-482D-AC49-DD4DAE63689D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标题 10">
            <a:extLst xmlns:a="http://schemas.openxmlformats.org/drawingml/2006/main">
              <a:ext uri="{FF2B5EF4-FFF2-40B4-BE49-F238E27FC236}">
                <a16:creationId xmlns:a16="http://schemas.microsoft.com/office/drawing/2014/main" id="{CF03AF5A-06B9-41A6-9955-FD99C2DDF0A8}"/>
              </a:ext>
            </a:extLst>
          </p:cNvPr>
          <p:cNvSpPr/>
          <p:nvPr>
            <p:ph type="ctrTitle" idx="16385"/>
          </p:nvPr>
        </p:nvSpPr>
        <p:spPr>
          <a:xfrm xmlns:a="http://schemas.openxmlformats.org/drawingml/2006/main">
            <a:off x="609600" y="5334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2" name="装饰  1">
            <a:extLst xmlns:a="http://schemas.openxmlformats.org/drawingml/2006/main">
              <a:ext uri="{FF2B5EF4-FFF2-40B4-BE49-F238E27FC236}">
                <a16:creationId xmlns:a16="http://schemas.microsoft.com/office/drawing/2014/main" id="{1A23D465-6EA9-4746-BE5D-AE41446FB365}"/>
              </a:ext>
            </a:extLst>
          </p:cNvPr>
          <p:cNvSpPr/>
          <p:nvPr>
            <p:ph type="body" idx="16392"/>
          </p:nvPr>
        </p:nvSpPr>
        <p:spPr>
          <a:xfrm xmlns:a="http://schemas.openxmlformats.org/drawingml/2006/main">
            <a:off x="609600" y="3911600"/>
            <a:ext cx="3454400" cy="2336800"/>
          </a:xfrm>
          <a:custGeom xmlns:a="http://schemas.openxmlformats.org/drawingml/2006/main">
            <a:pathLst>
              <a:path w="3454400" h="2336800">
                <a:moveTo>
                  <a:pt x="0" y="0"/>
                </a:moveTo>
                <a:lnTo>
                  <a:pt x="3454400" y="0"/>
                </a:lnTo>
                <a:lnTo>
                  <a:pt x="3454400" y="2133600"/>
                </a:lnTo>
                <a:cubicBezTo>
                  <a:pt x="3454400" y="2245824"/>
                  <a:pt x="3363424" y="2336800"/>
                  <a:pt x="3251200" y="2336800"/>
                </a:cubicBezTo>
                <a:lnTo>
                  <a:pt x="203200" y="2336800"/>
                </a:lnTo>
                <a:cubicBezTo>
                  <a:pt x="90976" y="2336800"/>
                  <a:pt x="0" y="2245824"/>
                  <a:pt x="0" y="2133600"/>
                </a:cubicBezTo>
                <a:lnTo>
                  <a:pt x="0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3" name="图片占位符 12">
            <a:extLst xmlns:a="http://schemas.openxmlformats.org/drawingml/2006/main">
              <a:ext uri="{FF2B5EF4-FFF2-40B4-BE49-F238E27FC236}">
                <a16:creationId xmlns:a16="http://schemas.microsoft.com/office/drawing/2014/main" id="{27128269-CF96-44C9-BF94-F5D1259B5804}"/>
              </a:ext>
            </a:extLst>
          </p:cNvPr>
          <p:cNvSpPr/>
          <p:nvPr>
            <p:ph type="pic" idx="16393"/>
          </p:nvPr>
        </p:nvSpPr>
        <p:spPr>
          <a:xfrm xmlns:a="http://schemas.openxmlformats.org/drawingml/2006/main">
            <a:off x="609600" y="1524000"/>
            <a:ext cx="3454400" cy="2387600"/>
          </a:xfrm>
          <a:custGeom xmlns:a="http://schemas.openxmlformats.org/drawingml/2006/main">
            <a:pathLst>
              <a:path w="3454400" h="2387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387600"/>
                </a:lnTo>
                <a:lnTo>
                  <a:pt x="0" y="2387600"/>
                </a:lnTo>
                <a:lnTo>
                  <a:pt x="0" y="20320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14" name="文本占位符 13">
            <a:extLst xmlns:a="http://schemas.openxmlformats.org/drawingml/2006/main">
              <a:ext uri="{FF2B5EF4-FFF2-40B4-BE49-F238E27FC236}">
                <a16:creationId xmlns:a16="http://schemas.microsoft.com/office/drawing/2014/main" id="{88496361-A2B3-43BC-A6FF-2B43C002AE99}"/>
              </a:ext>
            </a:extLst>
          </p:cNvPr>
          <p:cNvSpPr/>
          <p:nvPr>
            <p:ph type="body" idx="16386"/>
          </p:nvPr>
        </p:nvSpPr>
        <p:spPr>
          <a:xfrm xmlns:a="http://schemas.openxmlformats.org/drawingml/2006/main">
            <a:off x="914400" y="4216400"/>
            <a:ext cx="2844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5" name="文本占位符 14">
            <a:extLst xmlns:a="http://schemas.openxmlformats.org/drawingml/2006/main">
              <a:ext uri="{FF2B5EF4-FFF2-40B4-BE49-F238E27FC236}">
                <a16:creationId xmlns:a16="http://schemas.microsoft.com/office/drawing/2014/main" id="{C1BF309C-BD0E-4066-8C31-9AB669E76B72}"/>
              </a:ext>
            </a:extLst>
          </p:cNvPr>
          <p:cNvSpPr/>
          <p:nvPr>
            <p:ph type="body" idx="16387"/>
          </p:nvPr>
        </p:nvSpPr>
        <p:spPr>
          <a:xfrm xmlns:a="http://schemas.openxmlformats.org/drawingml/2006/main">
            <a:off x="914400" y="4724400"/>
            <a:ext cx="28448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6" name="装饰  5">
            <a:extLst xmlns:a="http://schemas.openxmlformats.org/drawingml/2006/main">
              <a:ext uri="{FF2B5EF4-FFF2-40B4-BE49-F238E27FC236}">
                <a16:creationId xmlns:a16="http://schemas.microsoft.com/office/drawing/2014/main" id="{B5BBE009-C00E-4B4A-9902-D4775A10FBD6}"/>
              </a:ext>
            </a:extLst>
          </p:cNvPr>
          <p:cNvSpPr/>
          <p:nvPr>
            <p:ph type="body" idx="16394"/>
          </p:nvPr>
        </p:nvSpPr>
        <p:spPr>
          <a:xfrm xmlns:a="http://schemas.openxmlformats.org/drawingml/2006/main">
            <a:off x="4368800" y="1524000"/>
            <a:ext cx="3454400" cy="2336800"/>
          </a:xfrm>
          <a:custGeom xmlns:a="http://schemas.openxmlformats.org/drawingml/2006/main">
            <a:pathLst>
              <a:path w="3454400" h="2336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336800"/>
                </a:lnTo>
                <a:lnTo>
                  <a:pt x="0" y="2336800"/>
                </a:lnTo>
                <a:lnTo>
                  <a:pt x="0" y="20320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7" name="图片占位符 16">
            <a:extLst xmlns:a="http://schemas.openxmlformats.org/drawingml/2006/main">
              <a:ext uri="{FF2B5EF4-FFF2-40B4-BE49-F238E27FC236}">
                <a16:creationId xmlns:a16="http://schemas.microsoft.com/office/drawing/2014/main" id="{E55F2987-4EFA-40AE-A0B0-37258CF31AD6}"/>
              </a:ext>
            </a:extLst>
          </p:cNvPr>
          <p:cNvSpPr/>
          <p:nvPr>
            <p:ph type="pic" idx="16395"/>
          </p:nvPr>
        </p:nvSpPr>
        <p:spPr>
          <a:xfrm xmlns:a="http://schemas.openxmlformats.org/drawingml/2006/main">
            <a:off x="4368800" y="3860800"/>
            <a:ext cx="3454400" cy="2387600"/>
          </a:xfrm>
          <a:custGeom xmlns:a="http://schemas.openxmlformats.org/drawingml/2006/main">
            <a:pathLst>
              <a:path w="3454400" h="2387600">
                <a:moveTo>
                  <a:pt x="0" y="0"/>
                </a:moveTo>
                <a:lnTo>
                  <a:pt x="3454400" y="0"/>
                </a:lnTo>
                <a:lnTo>
                  <a:pt x="3454400" y="2184400"/>
                </a:lnTo>
                <a:cubicBezTo>
                  <a:pt x="3454400" y="2296624"/>
                  <a:pt x="3363424" y="2387600"/>
                  <a:pt x="3251200" y="2387600"/>
                </a:cubicBezTo>
                <a:lnTo>
                  <a:pt x="203200" y="2387600"/>
                </a:lnTo>
                <a:cubicBezTo>
                  <a:pt x="90976" y="2387600"/>
                  <a:pt x="0" y="2296624"/>
                  <a:pt x="0" y="2184400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18" name="文本占位符 17">
            <a:extLst xmlns:a="http://schemas.openxmlformats.org/drawingml/2006/main">
              <a:ext uri="{FF2B5EF4-FFF2-40B4-BE49-F238E27FC236}">
                <a16:creationId xmlns:a16="http://schemas.microsoft.com/office/drawing/2014/main" id="{04AB14AC-9DE7-4EFF-9798-134B523A48C6}"/>
              </a:ext>
            </a:extLst>
          </p:cNvPr>
          <p:cNvSpPr/>
          <p:nvPr>
            <p:ph type="body" idx="16388"/>
          </p:nvPr>
        </p:nvSpPr>
        <p:spPr>
          <a:xfrm xmlns:a="http://schemas.openxmlformats.org/drawingml/2006/main">
            <a:off x="4673600" y="1828800"/>
            <a:ext cx="2844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9" name="文本占位符 18">
            <a:extLst xmlns:a="http://schemas.openxmlformats.org/drawingml/2006/main">
              <a:ext uri="{FF2B5EF4-FFF2-40B4-BE49-F238E27FC236}">
                <a16:creationId xmlns:a16="http://schemas.microsoft.com/office/drawing/2014/main" id="{D21C30B0-2F63-480E-9676-1B511BFCD767}"/>
              </a:ext>
            </a:extLst>
          </p:cNvPr>
          <p:cNvSpPr/>
          <p:nvPr>
            <p:ph type="body" idx="16389"/>
          </p:nvPr>
        </p:nvSpPr>
        <p:spPr>
          <a:xfrm xmlns:a="http://schemas.openxmlformats.org/drawingml/2006/main">
            <a:off x="4673600" y="2336800"/>
            <a:ext cx="28448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0" name="装饰  9">
            <a:extLst xmlns:a="http://schemas.openxmlformats.org/drawingml/2006/main">
              <a:ext uri="{FF2B5EF4-FFF2-40B4-BE49-F238E27FC236}">
                <a16:creationId xmlns:a16="http://schemas.microsoft.com/office/drawing/2014/main" id="{A0E8E095-15CD-469A-AFDA-344DBC2B2FE3}"/>
              </a:ext>
            </a:extLst>
          </p:cNvPr>
          <p:cNvSpPr/>
          <p:nvPr>
            <p:ph type="body" idx="16396"/>
          </p:nvPr>
        </p:nvSpPr>
        <p:spPr>
          <a:xfrm xmlns:a="http://schemas.openxmlformats.org/drawingml/2006/main">
            <a:off x="8128000" y="3911600"/>
            <a:ext cx="3454400" cy="2336800"/>
          </a:xfrm>
          <a:custGeom xmlns:a="http://schemas.openxmlformats.org/drawingml/2006/main">
            <a:pathLst>
              <a:path w="3454400" h="2336800">
                <a:moveTo>
                  <a:pt x="0" y="0"/>
                </a:moveTo>
                <a:lnTo>
                  <a:pt x="3454400" y="0"/>
                </a:lnTo>
                <a:lnTo>
                  <a:pt x="3454400" y="2133600"/>
                </a:lnTo>
                <a:cubicBezTo>
                  <a:pt x="3454400" y="2245824"/>
                  <a:pt x="3363424" y="2336800"/>
                  <a:pt x="3251200" y="2336800"/>
                </a:cubicBezTo>
                <a:lnTo>
                  <a:pt x="203200" y="2336800"/>
                </a:lnTo>
                <a:cubicBezTo>
                  <a:pt x="90976" y="2336800"/>
                  <a:pt x="0" y="2245824"/>
                  <a:pt x="0" y="2133600"/>
                </a:cubicBezTo>
                <a:lnTo>
                  <a:pt x="0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21" name="图片占位符 20">
            <a:extLst xmlns:a="http://schemas.openxmlformats.org/drawingml/2006/main">
              <a:ext uri="{FF2B5EF4-FFF2-40B4-BE49-F238E27FC236}">
                <a16:creationId xmlns:a16="http://schemas.microsoft.com/office/drawing/2014/main" id="{6A1D1B6C-30B0-4B99-AC26-5166F85AB542}"/>
              </a:ext>
            </a:extLst>
          </p:cNvPr>
          <p:cNvSpPr/>
          <p:nvPr>
            <p:ph type="pic" idx="16397"/>
          </p:nvPr>
        </p:nvSpPr>
        <p:spPr>
          <a:xfrm xmlns:a="http://schemas.openxmlformats.org/drawingml/2006/main">
            <a:off x="8128000" y="1524000"/>
            <a:ext cx="3454400" cy="2387600"/>
          </a:xfrm>
          <a:custGeom xmlns:a="http://schemas.openxmlformats.org/drawingml/2006/main">
            <a:pathLst>
              <a:path w="3454400" h="2387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387600"/>
                </a:lnTo>
                <a:lnTo>
                  <a:pt x="0" y="2387600"/>
                </a:lnTo>
                <a:lnTo>
                  <a:pt x="0" y="20320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22" name="文本占位符 21">
            <a:extLst xmlns:a="http://schemas.openxmlformats.org/drawingml/2006/main">
              <a:ext uri="{FF2B5EF4-FFF2-40B4-BE49-F238E27FC236}">
                <a16:creationId xmlns:a16="http://schemas.microsoft.com/office/drawing/2014/main" id="{E43507E2-FC83-4386-9E73-59142DD67E82}"/>
              </a:ext>
            </a:extLst>
          </p:cNvPr>
          <p:cNvSpPr/>
          <p:nvPr>
            <p:ph type="body" idx="16390"/>
          </p:nvPr>
        </p:nvSpPr>
        <p:spPr>
          <a:xfrm xmlns:a="http://schemas.openxmlformats.org/drawingml/2006/main">
            <a:off x="8432800" y="4216400"/>
            <a:ext cx="2844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3" name="文本占位符 22">
            <a:extLst xmlns:a="http://schemas.openxmlformats.org/drawingml/2006/main">
              <a:ext uri="{FF2B5EF4-FFF2-40B4-BE49-F238E27FC236}">
                <a16:creationId xmlns:a16="http://schemas.microsoft.com/office/drawing/2014/main" id="{1DBB36A7-5E72-47C7-8216-CD0CD512C3BE}"/>
              </a:ext>
            </a:extLst>
          </p:cNvPr>
          <p:cNvSpPr/>
          <p:nvPr>
            <p:ph type="body" idx="16391"/>
          </p:nvPr>
        </p:nvSpPr>
        <p:spPr>
          <a:xfrm xmlns:a="http://schemas.openxmlformats.org/drawingml/2006/main">
            <a:off x="8432800" y="4724400"/>
            <a:ext cx="28448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24.xml><?xml version="1.0" encoding="utf-8"?>
<p:sldLayout xmlns:p="http://schemas.openxmlformats.org/presentationml/2006/main">
  <p:cSld name="正文页-53_10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日期占位符 7">
            <a:extLst xmlns:a="http://schemas.openxmlformats.org/drawingml/2006/main">
              <a:ext uri="{FF2B5EF4-FFF2-40B4-BE49-F238E27FC236}">
                <a16:creationId xmlns:a16="http://schemas.microsoft.com/office/drawing/2014/main" id="{E29EAB94-0053-4784-B2F1-19881CB932EB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页脚占位符 8">
            <a:extLst xmlns:a="http://schemas.openxmlformats.org/drawingml/2006/main">
              <a:ext uri="{FF2B5EF4-FFF2-40B4-BE49-F238E27FC236}">
                <a16:creationId xmlns:a16="http://schemas.microsoft.com/office/drawing/2014/main" id="{7386ECE5-253C-4693-B1BB-5A8A64561DEF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灯片编号占位符 9">
            <a:extLst xmlns:a="http://schemas.openxmlformats.org/drawingml/2006/main">
              <a:ext uri="{FF2B5EF4-FFF2-40B4-BE49-F238E27FC236}">
                <a16:creationId xmlns:a16="http://schemas.microsoft.com/office/drawing/2014/main" id="{F26E8702-DA64-4386-9E8A-C2A7F0E94236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标题 10">
            <a:extLst xmlns:a="http://schemas.openxmlformats.org/drawingml/2006/main">
              <a:ext uri="{FF2B5EF4-FFF2-40B4-BE49-F238E27FC236}">
                <a16:creationId xmlns:a16="http://schemas.microsoft.com/office/drawing/2014/main" id="{E8865975-9E0D-4376-A403-0333B1AD4577}"/>
              </a:ext>
            </a:extLst>
          </p:cNvPr>
          <p:cNvSpPr/>
          <p:nvPr>
            <p:ph type="ctrTitle" idx="16385"/>
          </p:nvPr>
        </p:nvSpPr>
        <p:spPr>
          <a:xfrm xmlns:a="http://schemas.openxmlformats.org/drawingml/2006/main">
            <a:off x="609600" y="5334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2" name="装饰  1">
            <a:extLst xmlns:a="http://schemas.openxmlformats.org/drawingml/2006/main">
              <a:ext uri="{FF2B5EF4-FFF2-40B4-BE49-F238E27FC236}">
                <a16:creationId xmlns:a16="http://schemas.microsoft.com/office/drawing/2014/main" id="{696A94BD-D007-4E01-823F-FC179E9AC0A1}"/>
              </a:ext>
            </a:extLst>
          </p:cNvPr>
          <p:cNvSpPr/>
          <p:nvPr>
            <p:ph type="body" idx="16392"/>
          </p:nvPr>
        </p:nvSpPr>
        <p:spPr>
          <a:xfrm xmlns:a="http://schemas.openxmlformats.org/drawingml/2006/main">
            <a:off x="609600" y="3911600"/>
            <a:ext cx="3454400" cy="2336800"/>
          </a:xfrm>
          <a:custGeom xmlns:a="http://schemas.openxmlformats.org/drawingml/2006/main">
            <a:pathLst>
              <a:path w="3454400" h="2336800">
                <a:moveTo>
                  <a:pt x="0" y="0"/>
                </a:moveTo>
                <a:lnTo>
                  <a:pt x="3454400" y="0"/>
                </a:lnTo>
                <a:lnTo>
                  <a:pt x="3454400" y="2133600"/>
                </a:lnTo>
                <a:cubicBezTo>
                  <a:pt x="3454400" y="2245824"/>
                  <a:pt x="3363424" y="2336800"/>
                  <a:pt x="3251200" y="2336800"/>
                </a:cubicBezTo>
                <a:lnTo>
                  <a:pt x="203200" y="2336800"/>
                </a:lnTo>
                <a:cubicBezTo>
                  <a:pt x="90976" y="2336800"/>
                  <a:pt x="0" y="2245824"/>
                  <a:pt x="0" y="2133600"/>
                </a:cubicBezTo>
                <a:lnTo>
                  <a:pt x="0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 xmlns:a="http://schemas.openxmlformats.org/drawingml/2006/main"/>
        </p:txBody>
      </p:sp>
      <p:sp>
        <p:nvSpPr>
          <p:cNvPr id="13" name="图片占位符 12">
            <a:extLst xmlns:a="http://schemas.openxmlformats.org/drawingml/2006/main">
              <a:ext uri="{FF2B5EF4-FFF2-40B4-BE49-F238E27FC236}">
                <a16:creationId xmlns:a16="http://schemas.microsoft.com/office/drawing/2014/main" id="{3DD13BF4-B58F-4F4F-A6F3-A8BDDDC1069B}"/>
              </a:ext>
            </a:extLst>
          </p:cNvPr>
          <p:cNvSpPr/>
          <p:nvPr>
            <p:ph type="pic" idx="16393"/>
          </p:nvPr>
        </p:nvSpPr>
        <p:spPr>
          <a:xfrm xmlns:a="http://schemas.openxmlformats.org/drawingml/2006/main">
            <a:off x="609600" y="1524000"/>
            <a:ext cx="3454400" cy="2387600"/>
          </a:xfrm>
          <a:custGeom xmlns:a="http://schemas.openxmlformats.org/drawingml/2006/main">
            <a:pathLst>
              <a:path w="3454400" h="2387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387600"/>
                </a:lnTo>
                <a:lnTo>
                  <a:pt x="0" y="2387600"/>
                </a:lnTo>
                <a:lnTo>
                  <a:pt x="0" y="20320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14" name="文本占位符 13">
            <a:extLst xmlns:a="http://schemas.openxmlformats.org/drawingml/2006/main">
              <a:ext uri="{FF2B5EF4-FFF2-40B4-BE49-F238E27FC236}">
                <a16:creationId xmlns:a16="http://schemas.microsoft.com/office/drawing/2014/main" id="{E4AD9C17-717E-45FB-93C6-03F5A1DD7641}"/>
              </a:ext>
            </a:extLst>
          </p:cNvPr>
          <p:cNvSpPr/>
          <p:nvPr>
            <p:ph type="body" idx="16386"/>
          </p:nvPr>
        </p:nvSpPr>
        <p:spPr>
          <a:xfrm xmlns:a="http://schemas.openxmlformats.org/drawingml/2006/main">
            <a:off x="914400" y="4216400"/>
            <a:ext cx="2844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</a:lstStyle>
          <a:p xmlns:a="http://schemas.openxmlformats.org/drawingml/2006/main"/>
        </p:txBody>
      </p:sp>
      <p:sp>
        <p:nvSpPr>
          <p:cNvPr id="15" name="文本占位符 14">
            <a:extLst xmlns:a="http://schemas.openxmlformats.org/drawingml/2006/main">
              <a:ext uri="{FF2B5EF4-FFF2-40B4-BE49-F238E27FC236}">
                <a16:creationId xmlns:a16="http://schemas.microsoft.com/office/drawing/2014/main" id="{F7D5EF8C-96FD-4DF0-AEC7-99944C38F4E9}"/>
              </a:ext>
            </a:extLst>
          </p:cNvPr>
          <p:cNvSpPr/>
          <p:nvPr>
            <p:ph type="body" idx="16387"/>
          </p:nvPr>
        </p:nvSpPr>
        <p:spPr>
          <a:xfrm xmlns:a="http://schemas.openxmlformats.org/drawingml/2006/main">
            <a:off x="914400" y="4724400"/>
            <a:ext cx="28448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</a:lstStyle>
          <a:p xmlns:a="http://schemas.openxmlformats.org/drawingml/2006/main"/>
        </p:txBody>
      </p:sp>
      <p:sp>
        <p:nvSpPr>
          <p:cNvPr id="16" name="装饰  5">
            <a:extLst xmlns:a="http://schemas.openxmlformats.org/drawingml/2006/main">
              <a:ext uri="{FF2B5EF4-FFF2-40B4-BE49-F238E27FC236}">
                <a16:creationId xmlns:a16="http://schemas.microsoft.com/office/drawing/2014/main" id="{88CEBC24-354C-4D96-8682-19C28C9C0CD4}"/>
              </a:ext>
            </a:extLst>
          </p:cNvPr>
          <p:cNvSpPr/>
          <p:nvPr>
            <p:ph type="body" idx="16394"/>
          </p:nvPr>
        </p:nvSpPr>
        <p:spPr>
          <a:xfrm xmlns:a="http://schemas.openxmlformats.org/drawingml/2006/main">
            <a:off x="4368800" y="3911600"/>
            <a:ext cx="3454400" cy="2336800"/>
          </a:xfrm>
          <a:custGeom xmlns:a="http://schemas.openxmlformats.org/drawingml/2006/main">
            <a:pathLst>
              <a:path w="3454400" h="2336800">
                <a:moveTo>
                  <a:pt x="0" y="0"/>
                </a:moveTo>
                <a:lnTo>
                  <a:pt x="3454400" y="0"/>
                </a:lnTo>
                <a:lnTo>
                  <a:pt x="3454400" y="2133600"/>
                </a:lnTo>
                <a:cubicBezTo>
                  <a:pt x="3454400" y="2245824"/>
                  <a:pt x="3363424" y="2336800"/>
                  <a:pt x="3251200" y="2336800"/>
                </a:cubicBezTo>
                <a:lnTo>
                  <a:pt x="203200" y="2336800"/>
                </a:lnTo>
                <a:cubicBezTo>
                  <a:pt x="90976" y="2336800"/>
                  <a:pt x="0" y="2245824"/>
                  <a:pt x="0" y="2133600"/>
                </a:cubicBezTo>
                <a:lnTo>
                  <a:pt x="0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 xmlns:a="http://schemas.openxmlformats.org/drawingml/2006/main"/>
        </p:txBody>
      </p:sp>
      <p:sp>
        <p:nvSpPr>
          <p:cNvPr id="17" name="图片占位符 16">
            <a:extLst xmlns:a="http://schemas.openxmlformats.org/drawingml/2006/main">
              <a:ext uri="{FF2B5EF4-FFF2-40B4-BE49-F238E27FC236}">
                <a16:creationId xmlns:a16="http://schemas.microsoft.com/office/drawing/2014/main" id="{C193D52D-19A4-43A1-8852-C2915DC3A392}"/>
              </a:ext>
            </a:extLst>
          </p:cNvPr>
          <p:cNvSpPr/>
          <p:nvPr>
            <p:ph type="pic" idx="16395"/>
          </p:nvPr>
        </p:nvSpPr>
        <p:spPr>
          <a:xfrm xmlns:a="http://schemas.openxmlformats.org/drawingml/2006/main">
            <a:off x="4368800" y="1524000"/>
            <a:ext cx="3454400" cy="2387600"/>
          </a:xfrm>
          <a:custGeom xmlns:a="http://schemas.openxmlformats.org/drawingml/2006/main">
            <a:pathLst>
              <a:path w="3454400" h="2387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387600"/>
                </a:lnTo>
                <a:lnTo>
                  <a:pt x="0" y="2387600"/>
                </a:lnTo>
                <a:lnTo>
                  <a:pt x="0" y="20320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18" name="文本占位符 17">
            <a:extLst xmlns:a="http://schemas.openxmlformats.org/drawingml/2006/main">
              <a:ext uri="{FF2B5EF4-FFF2-40B4-BE49-F238E27FC236}">
                <a16:creationId xmlns:a16="http://schemas.microsoft.com/office/drawing/2014/main" id="{61339E54-1D36-4C26-ADD4-2367FC6E9C33}"/>
              </a:ext>
            </a:extLst>
          </p:cNvPr>
          <p:cNvSpPr/>
          <p:nvPr>
            <p:ph type="body" idx="16388"/>
          </p:nvPr>
        </p:nvSpPr>
        <p:spPr>
          <a:xfrm xmlns:a="http://schemas.openxmlformats.org/drawingml/2006/main">
            <a:off x="4673600" y="4216400"/>
            <a:ext cx="2844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</a:lstStyle>
          <a:p xmlns:a="http://schemas.openxmlformats.org/drawingml/2006/main"/>
        </p:txBody>
      </p:sp>
      <p:sp>
        <p:nvSpPr>
          <p:cNvPr id="19" name="文本占位符 18">
            <a:extLst xmlns:a="http://schemas.openxmlformats.org/drawingml/2006/main">
              <a:ext uri="{FF2B5EF4-FFF2-40B4-BE49-F238E27FC236}">
                <a16:creationId xmlns:a16="http://schemas.microsoft.com/office/drawing/2014/main" id="{E14A02E0-BC47-4C7E-9257-F44804CAE329}"/>
              </a:ext>
            </a:extLst>
          </p:cNvPr>
          <p:cNvSpPr/>
          <p:nvPr>
            <p:ph type="body" idx="16389"/>
          </p:nvPr>
        </p:nvSpPr>
        <p:spPr>
          <a:xfrm xmlns:a="http://schemas.openxmlformats.org/drawingml/2006/main">
            <a:off x="4673600" y="4724400"/>
            <a:ext cx="28448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</a:lstStyle>
          <a:p xmlns:a="http://schemas.openxmlformats.org/drawingml/2006/main"/>
        </p:txBody>
      </p:sp>
      <p:sp>
        <p:nvSpPr>
          <p:cNvPr id="20" name="装饰  9">
            <a:extLst xmlns:a="http://schemas.openxmlformats.org/drawingml/2006/main">
              <a:ext uri="{FF2B5EF4-FFF2-40B4-BE49-F238E27FC236}">
                <a16:creationId xmlns:a16="http://schemas.microsoft.com/office/drawing/2014/main" id="{7B18F552-3754-4395-A6D2-417E5E05962E}"/>
              </a:ext>
            </a:extLst>
          </p:cNvPr>
          <p:cNvSpPr/>
          <p:nvPr>
            <p:ph type="body" idx="16396"/>
          </p:nvPr>
        </p:nvSpPr>
        <p:spPr>
          <a:xfrm xmlns:a="http://schemas.openxmlformats.org/drawingml/2006/main">
            <a:off x="8128000" y="3911600"/>
            <a:ext cx="3454400" cy="2336800"/>
          </a:xfrm>
          <a:custGeom xmlns:a="http://schemas.openxmlformats.org/drawingml/2006/main">
            <a:pathLst>
              <a:path w="3454400" h="2336800">
                <a:moveTo>
                  <a:pt x="0" y="0"/>
                </a:moveTo>
                <a:lnTo>
                  <a:pt x="3454400" y="0"/>
                </a:lnTo>
                <a:lnTo>
                  <a:pt x="3454400" y="2133600"/>
                </a:lnTo>
                <a:cubicBezTo>
                  <a:pt x="3454400" y="2245824"/>
                  <a:pt x="3363424" y="2336800"/>
                  <a:pt x="3251200" y="2336800"/>
                </a:cubicBezTo>
                <a:lnTo>
                  <a:pt x="203200" y="2336800"/>
                </a:lnTo>
                <a:cubicBezTo>
                  <a:pt x="90976" y="2336800"/>
                  <a:pt x="0" y="2245824"/>
                  <a:pt x="0" y="2133600"/>
                </a:cubicBezTo>
                <a:lnTo>
                  <a:pt x="0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 xmlns:a="http://schemas.openxmlformats.org/drawingml/2006/main"/>
        </p:txBody>
      </p:sp>
      <p:sp>
        <p:nvSpPr>
          <p:cNvPr id="21" name="图片占位符 20">
            <a:extLst xmlns:a="http://schemas.openxmlformats.org/drawingml/2006/main">
              <a:ext uri="{FF2B5EF4-FFF2-40B4-BE49-F238E27FC236}">
                <a16:creationId xmlns:a16="http://schemas.microsoft.com/office/drawing/2014/main" id="{F6F9EEE0-B1AD-454B-8837-E8B555579128}"/>
              </a:ext>
            </a:extLst>
          </p:cNvPr>
          <p:cNvSpPr/>
          <p:nvPr>
            <p:ph type="pic" idx="16397"/>
          </p:nvPr>
        </p:nvSpPr>
        <p:spPr>
          <a:xfrm xmlns:a="http://schemas.openxmlformats.org/drawingml/2006/main">
            <a:off x="8128000" y="1524000"/>
            <a:ext cx="3454400" cy="2387600"/>
          </a:xfrm>
          <a:custGeom xmlns:a="http://schemas.openxmlformats.org/drawingml/2006/main">
            <a:pathLst>
              <a:path w="3454400" h="2387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387600"/>
                </a:lnTo>
                <a:lnTo>
                  <a:pt x="0" y="2387600"/>
                </a:lnTo>
                <a:lnTo>
                  <a:pt x="0" y="20320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22" name="文本占位符 21">
            <a:extLst xmlns:a="http://schemas.openxmlformats.org/drawingml/2006/main">
              <a:ext uri="{FF2B5EF4-FFF2-40B4-BE49-F238E27FC236}">
                <a16:creationId xmlns:a16="http://schemas.microsoft.com/office/drawing/2014/main" id="{7B195685-6093-4A28-BDD3-DA8550977258}"/>
              </a:ext>
            </a:extLst>
          </p:cNvPr>
          <p:cNvSpPr/>
          <p:nvPr>
            <p:ph type="body" idx="16390"/>
          </p:nvPr>
        </p:nvSpPr>
        <p:spPr>
          <a:xfrm xmlns:a="http://schemas.openxmlformats.org/drawingml/2006/main">
            <a:off x="8432800" y="4216400"/>
            <a:ext cx="2844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</a:lstStyle>
          <a:p xmlns:a="http://schemas.openxmlformats.org/drawingml/2006/main"/>
        </p:txBody>
      </p:sp>
      <p:sp>
        <p:nvSpPr>
          <p:cNvPr id="23" name="文本占位符 22">
            <a:extLst xmlns:a="http://schemas.openxmlformats.org/drawingml/2006/main">
              <a:ext uri="{FF2B5EF4-FFF2-40B4-BE49-F238E27FC236}">
                <a16:creationId xmlns:a16="http://schemas.microsoft.com/office/drawing/2014/main" id="{E96C8D6A-2880-4D9B-9124-3740662B4307}"/>
              </a:ext>
            </a:extLst>
          </p:cNvPr>
          <p:cNvSpPr/>
          <p:nvPr>
            <p:ph type="body" idx="16391"/>
          </p:nvPr>
        </p:nvSpPr>
        <p:spPr>
          <a:xfrm xmlns:a="http://schemas.openxmlformats.org/drawingml/2006/main">
            <a:off x="8432800" y="4724400"/>
            <a:ext cx="28448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</a:lstStyle>
          <a:p xmlns:a="http://schemas.openxmlformats.org/drawingml/2006/main"/>
        </p:txBody>
      </p:sp>
    </p:spTree>
  </p:cSld>
</p:sldLayout>
</file>

<file path=ppt/slideLayouts/slideLayout25.xml><?xml version="1.0" encoding="utf-8"?>
<p:sldLayout xmlns:p="http://schemas.openxmlformats.org/presentationml/2006/main">
  <p:cSld name="正文页-30_18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日期占位符 7">
            <a:extLst xmlns:a="http://schemas.openxmlformats.org/drawingml/2006/main">
              <a:ext uri="{FF2B5EF4-FFF2-40B4-BE49-F238E27FC236}">
                <a16:creationId xmlns:a16="http://schemas.microsoft.com/office/drawing/2014/main" id="{330758AB-0B84-4769-A439-5C87BED3B4FF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页脚占位符 8">
            <a:extLst xmlns:a="http://schemas.openxmlformats.org/drawingml/2006/main">
              <a:ext uri="{FF2B5EF4-FFF2-40B4-BE49-F238E27FC236}">
                <a16:creationId xmlns:a16="http://schemas.microsoft.com/office/drawing/2014/main" id="{81FBA1B9-80A7-47FF-8BA8-AEF634B2DFAE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灯片编号占位符 9">
            <a:extLst xmlns:a="http://schemas.openxmlformats.org/drawingml/2006/main">
              <a:ext uri="{FF2B5EF4-FFF2-40B4-BE49-F238E27FC236}">
                <a16:creationId xmlns:a16="http://schemas.microsoft.com/office/drawing/2014/main" id="{27661C9F-2A61-4972-B84D-0CD3D2F7F41F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标题 10">
            <a:extLst xmlns:a="http://schemas.openxmlformats.org/drawingml/2006/main">
              <a:ext uri="{FF2B5EF4-FFF2-40B4-BE49-F238E27FC236}">
                <a16:creationId xmlns:a16="http://schemas.microsoft.com/office/drawing/2014/main" id="{52AB4D56-785B-411A-9EE0-3232E207D96B}"/>
              </a:ext>
            </a:extLst>
          </p:cNvPr>
          <p:cNvSpPr/>
          <p:nvPr>
            <p:ph type="ctrTitle" idx="16385"/>
          </p:nvPr>
        </p:nvSpPr>
        <p:spPr>
          <a:xfrm xmlns:a="http://schemas.openxmlformats.org/drawingml/2006/main">
            <a:off x="5257800" y="533400"/>
            <a:ext cx="63246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2" name="内容占位符 11">
            <a:extLst xmlns:a="http://schemas.openxmlformats.org/drawingml/2006/main">
              <a:ext uri="{FF2B5EF4-FFF2-40B4-BE49-F238E27FC236}">
                <a16:creationId xmlns:a16="http://schemas.microsoft.com/office/drawing/2014/main" id="{108111B9-CBB2-4372-BA54-525139D9F449}"/>
              </a:ext>
            </a:extLst>
          </p:cNvPr>
          <p:cNvSpPr/>
          <p:nvPr>
            <p:ph idx="16390"/>
          </p:nvPr>
        </p:nvSpPr>
        <p:spPr>
          <a:xfrm xmlns:a="http://schemas.openxmlformats.org/drawingml/2006/main">
            <a:off x="609600" y="609600"/>
            <a:ext cx="4038600" cy="5638800"/>
          </a:xfrm>
          <a:custGeom xmlns:a="http://schemas.openxmlformats.org/drawingml/2006/main">
            <a:pathLst>
              <a:path w="4038600" h="563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835400" y="0"/>
                </a:lnTo>
                <a:cubicBezTo>
                  <a:pt x="3947624" y="0"/>
                  <a:pt x="4038600" y="90976"/>
                  <a:pt x="4038600" y="203200"/>
                </a:cubicBezTo>
                <a:lnTo>
                  <a:pt x="4038600" y="5435600"/>
                </a:lnTo>
                <a:cubicBezTo>
                  <a:pt x="4038600" y="5547824"/>
                  <a:pt x="3947624" y="5638800"/>
                  <a:pt x="3835400" y="5638800"/>
                </a:cubicBezTo>
                <a:lnTo>
                  <a:pt x="203200" y="5638800"/>
                </a:lnTo>
                <a:cubicBezTo>
                  <a:pt x="90976" y="5638800"/>
                  <a:pt x="0" y="5547824"/>
                  <a:pt x="0" y="5435600"/>
                </a:cubicBezTo>
                <a:lnTo>
                  <a:pt x="0" y="20320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3" name="装饰  2">
            <a:extLst xmlns:a="http://schemas.openxmlformats.org/drawingml/2006/main">
              <a:ext uri="{FF2B5EF4-FFF2-40B4-BE49-F238E27FC236}">
                <a16:creationId xmlns:a16="http://schemas.microsoft.com/office/drawing/2014/main" id="{EEB79C3F-9F15-4C50-BFE1-EFB1DEBB8B00}"/>
              </a:ext>
            </a:extLst>
          </p:cNvPr>
          <p:cNvSpPr/>
          <p:nvPr>
            <p:ph type="body" idx="16391"/>
          </p:nvPr>
        </p:nvSpPr>
        <p:spPr>
          <a:xfrm xmlns:a="http://schemas.openxmlformats.org/drawingml/2006/main">
            <a:off x="5257800" y="2184400"/>
            <a:ext cx="50800" cy="1727200"/>
          </a:xfrm>
          <a:custGeom xmlns:a="http://schemas.openxmlformats.org/drawingml/2006/main"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4" name="文本占位符 13">
            <a:extLst xmlns:a="http://schemas.openxmlformats.org/drawingml/2006/main">
              <a:ext uri="{FF2B5EF4-FFF2-40B4-BE49-F238E27FC236}">
                <a16:creationId xmlns:a16="http://schemas.microsoft.com/office/drawing/2014/main" id="{2B282001-5F2F-43AE-9517-DF4E11B0AAD2}"/>
              </a:ext>
            </a:extLst>
          </p:cNvPr>
          <p:cNvSpPr/>
          <p:nvPr>
            <p:ph type="body" idx="16386"/>
          </p:nvPr>
        </p:nvSpPr>
        <p:spPr>
          <a:xfrm xmlns:a="http://schemas.openxmlformats.org/drawingml/2006/main">
            <a:off x="5410200" y="2184400"/>
            <a:ext cx="61722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5" name="文本占位符 14">
            <a:extLst xmlns:a="http://schemas.openxmlformats.org/drawingml/2006/main">
              <a:ext uri="{FF2B5EF4-FFF2-40B4-BE49-F238E27FC236}">
                <a16:creationId xmlns:a16="http://schemas.microsoft.com/office/drawing/2014/main" id="{78C5EF86-E3A9-4EC9-9B64-5743D4393BC1}"/>
              </a:ext>
            </a:extLst>
          </p:cNvPr>
          <p:cNvSpPr/>
          <p:nvPr>
            <p:ph type="body" idx="16387"/>
          </p:nvPr>
        </p:nvSpPr>
        <p:spPr>
          <a:xfrm xmlns:a="http://schemas.openxmlformats.org/drawingml/2006/main">
            <a:off x="5410200" y="2692400"/>
            <a:ext cx="61722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6" name="装饰  5">
            <a:extLst xmlns:a="http://schemas.openxmlformats.org/drawingml/2006/main">
              <a:ext uri="{FF2B5EF4-FFF2-40B4-BE49-F238E27FC236}">
                <a16:creationId xmlns:a16="http://schemas.microsoft.com/office/drawing/2014/main" id="{0BD3C176-8C45-4BC0-8C0C-2B5672F852FB}"/>
              </a:ext>
            </a:extLst>
          </p:cNvPr>
          <p:cNvSpPr/>
          <p:nvPr>
            <p:ph type="body" idx="16392"/>
          </p:nvPr>
        </p:nvSpPr>
        <p:spPr>
          <a:xfrm xmlns:a="http://schemas.openxmlformats.org/drawingml/2006/main">
            <a:off x="5257800" y="4521200"/>
            <a:ext cx="50800" cy="1727200"/>
          </a:xfrm>
          <a:custGeom xmlns:a="http://schemas.openxmlformats.org/drawingml/2006/main"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7" name="文本占位符 16">
            <a:extLst xmlns:a="http://schemas.openxmlformats.org/drawingml/2006/main">
              <a:ext uri="{FF2B5EF4-FFF2-40B4-BE49-F238E27FC236}">
                <a16:creationId xmlns:a16="http://schemas.microsoft.com/office/drawing/2014/main" id="{04BC2F06-57B8-43B7-8D62-FEE861703558}"/>
              </a:ext>
            </a:extLst>
          </p:cNvPr>
          <p:cNvSpPr/>
          <p:nvPr>
            <p:ph type="body" idx="16388"/>
          </p:nvPr>
        </p:nvSpPr>
        <p:spPr>
          <a:xfrm xmlns:a="http://schemas.openxmlformats.org/drawingml/2006/main">
            <a:off x="5410200" y="4521200"/>
            <a:ext cx="61722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8" name="文本占位符 17">
            <a:extLst xmlns:a="http://schemas.openxmlformats.org/drawingml/2006/main">
              <a:ext uri="{FF2B5EF4-FFF2-40B4-BE49-F238E27FC236}">
                <a16:creationId xmlns:a16="http://schemas.microsoft.com/office/drawing/2014/main" id="{12DF733F-CF74-4F08-8B73-6ABA282876A4}"/>
              </a:ext>
            </a:extLst>
          </p:cNvPr>
          <p:cNvSpPr/>
          <p:nvPr>
            <p:ph type="body" idx="16389"/>
          </p:nvPr>
        </p:nvSpPr>
        <p:spPr>
          <a:xfrm xmlns:a="http://schemas.openxmlformats.org/drawingml/2006/main">
            <a:off x="5410200" y="5029200"/>
            <a:ext cx="61722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26.xml><?xml version="1.0" encoding="utf-8"?>
<p:sldLayout xmlns:p="http://schemas.openxmlformats.org/presentationml/2006/main" type="secHead">
  <p:cSld name="章节页-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7F5F723-7342-488F-9E8D-433A97905FF5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85350A33-B9A4-446D-93B8-39C39748E292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530BADAF-D278-4347-BB00-1626FBC567D4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标题 7">
            <a:extLst xmlns:a="http://schemas.openxmlformats.org/drawingml/2006/main">
              <a:ext uri="{FF2B5EF4-FFF2-40B4-BE49-F238E27FC236}">
                <a16:creationId xmlns:a16="http://schemas.microsoft.com/office/drawing/2014/main" id="{60BC0001-E73E-4585-8D8F-0730BF962342}"/>
              </a:ext>
            </a:extLst>
          </p:cNvPr>
          <p:cNvSpPr/>
          <p:nvPr>
            <p:ph type="ctrTitle" idx="13"/>
          </p:nvPr>
        </p:nvSpPr>
        <p:spPr>
          <a:xfrm xmlns:a="http://schemas.openxmlformats.org/drawingml/2006/main">
            <a:off x="3312795" y="3429635"/>
            <a:ext cx="7520305" cy="18408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algn="r">
              <a:lnSpc>
                <a:spcPct val="104000"/>
              </a:lnSpc>
              <a:buNone/>
              <a:defRPr sz="4800" b="0">
                <a:solidFill>
                  <a:schemeClr val="tx1"/>
                </a:solidFill>
                <a:latin typeface="+mn-ea"/>
                <a:ea typeface="+mn-ea"/>
                <a:cs typeface="+mn-ea"/>
              </a:defRPr>
            </a:lvl1pPr>
          </a:lstStyle>
          <a:p xmlns:a="http://schemas.openxmlformats.org/drawingml/2006/main"/>
        </p:txBody>
      </p:sp>
      <p:sp>
        <p:nvSpPr>
          <p:cNvPr id="9" name="文本占位符 8">
            <a:extLst xmlns:a="http://schemas.openxmlformats.org/drawingml/2006/main">
              <a:ext uri="{FF2B5EF4-FFF2-40B4-BE49-F238E27FC236}">
                <a16:creationId xmlns:a16="http://schemas.microsoft.com/office/drawing/2014/main" id="{4A008F08-2EEF-4B6F-B85B-187AC70F15FB}"/>
              </a:ext>
            </a:extLst>
          </p:cNvPr>
          <p:cNvSpPr/>
          <p:nvPr>
            <p:ph type="body" idx="14"/>
          </p:nvPr>
        </p:nvSpPr>
        <p:spPr>
          <a:xfrm xmlns:a="http://schemas.openxmlformats.org/drawingml/2006/main">
            <a:off x="8568055" y="1193165"/>
            <a:ext cx="2239645" cy="22364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 algn="r">
              <a:lnSpc>
                <a:spcPct val="109000"/>
              </a:lnSpc>
              <a:buNone/>
              <a:defRPr sz="10800" b="0">
                <a:solidFill>
                  <a:schemeClr val="accent1"/>
                </a:solidFill>
                <a:latin typeface="+mj-ea"/>
                <a:ea typeface="+mj-ea"/>
                <a:cs typeface="+mj-ea"/>
              </a:defRPr>
            </a:lvl1pPr>
            <a:lvl2pPr>
              <a:buNone/>
              <a:defRPr>
                <a:solidFill>
                  <a:schemeClr val="accent4"/>
                </a:solidFill>
              </a:defRPr>
            </a:lvl2pPr>
            <a:lvl3pPr>
              <a:buNone/>
              <a:defRPr>
                <a:solidFill>
                  <a:schemeClr val="accent4"/>
                </a:solidFill>
              </a:defRPr>
            </a:lvl3pPr>
            <a:lvl4pPr>
              <a:buNone/>
              <a:defRPr>
                <a:solidFill>
                  <a:schemeClr val="accent4"/>
                </a:solidFill>
              </a:defRPr>
            </a:lvl4pPr>
            <a:lvl5pPr>
              <a:buNone/>
              <a:defRPr>
                <a:solidFill>
                  <a:schemeClr val="accent4"/>
                </a:solidFill>
              </a:defRPr>
            </a:lvl5pPr>
          </a:lstStyle>
          <a:p xmlns:a="http://schemas.openxmlformats.org/drawingml/2006/main"/>
        </p:txBody>
      </p:sp>
    </p:spTree>
  </p:cSld>
</p:sldLayout>
</file>

<file path=ppt/slideLayouts/slideLayout27.xml><?xml version="1.0" encoding="utf-8"?>
<p:sldLayout xmlns:p="http://schemas.openxmlformats.org/presentationml/2006/main">
  <p:cSld name="目录页-1-5_4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日期占位符 7">
            <a:extLst xmlns:a="http://schemas.openxmlformats.org/drawingml/2006/main">
              <a:ext uri="{FF2B5EF4-FFF2-40B4-BE49-F238E27FC236}">
                <a16:creationId xmlns:a16="http://schemas.microsoft.com/office/drawing/2014/main" id="{301F008A-1052-4889-A6B5-0A2BF78E0248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页脚占位符 8">
            <a:extLst xmlns:a="http://schemas.openxmlformats.org/drawingml/2006/main">
              <a:ext uri="{FF2B5EF4-FFF2-40B4-BE49-F238E27FC236}">
                <a16:creationId xmlns:a16="http://schemas.microsoft.com/office/drawing/2014/main" id="{78D1EB0D-7014-4173-8678-100A53E7FB7C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灯片编号占位符 9">
            <a:extLst xmlns:a="http://schemas.openxmlformats.org/drawingml/2006/main">
              <a:ext uri="{FF2B5EF4-FFF2-40B4-BE49-F238E27FC236}">
                <a16:creationId xmlns:a16="http://schemas.microsoft.com/office/drawing/2014/main" id="{459BD908-9348-4233-B6F0-05F1CFE640D8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副标题 10">
            <a:extLst xmlns:a="http://schemas.openxmlformats.org/drawingml/2006/main">
              <a:ext uri="{FF2B5EF4-FFF2-40B4-BE49-F238E27FC236}">
                <a16:creationId xmlns:a16="http://schemas.microsoft.com/office/drawing/2014/main" id="{25A5C871-8659-4B12-8BA0-0B0DEF96D96C}"/>
              </a:ext>
            </a:extLst>
          </p:cNvPr>
          <p:cNvSpPr/>
          <p:nvPr>
            <p:ph type="subTitle" idx="16386"/>
          </p:nvPr>
        </p:nvSpPr>
        <p:spPr>
          <a:xfrm xmlns:a="http://schemas.openxmlformats.org/drawingml/2006/main">
            <a:off x="761471" y="2667000"/>
            <a:ext cx="236325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12" name="标题 11">
            <a:extLst xmlns:a="http://schemas.openxmlformats.org/drawingml/2006/main">
              <a:ext uri="{FF2B5EF4-FFF2-40B4-BE49-F238E27FC236}">
                <a16:creationId xmlns:a16="http://schemas.microsoft.com/office/drawing/2014/main" id="{DF8D02BB-E50A-4917-BE7F-286B5CC8BA20}"/>
              </a:ext>
            </a:extLst>
          </p:cNvPr>
          <p:cNvSpPr/>
          <p:nvPr>
            <p:ph type="ctrTitle" idx="16385"/>
          </p:nvPr>
        </p:nvSpPr>
        <p:spPr>
          <a:xfrm xmlns:a="http://schemas.openxmlformats.org/drawingml/2006/main">
            <a:off x="760942" y="3175000"/>
            <a:ext cx="2364317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3" name="文本占位符 12">
            <a:extLst xmlns:a="http://schemas.openxmlformats.org/drawingml/2006/main">
              <a:ext uri="{FF2B5EF4-FFF2-40B4-BE49-F238E27FC236}">
                <a16:creationId xmlns:a16="http://schemas.microsoft.com/office/drawing/2014/main" id="{FE3BE866-623B-498B-9BEE-7346C44310F8}"/>
              </a:ext>
            </a:extLst>
          </p:cNvPr>
          <p:cNvSpPr/>
          <p:nvPr>
            <p:ph type="body" idx="16388"/>
          </p:nvPr>
        </p:nvSpPr>
        <p:spPr>
          <a:xfrm xmlns:a="http://schemas.openxmlformats.org/drawingml/2006/main">
            <a:off x="4070350" y="22860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4" name="装饰  3">
            <a:extLst xmlns:a="http://schemas.openxmlformats.org/drawingml/2006/main">
              <a:ext uri="{FF2B5EF4-FFF2-40B4-BE49-F238E27FC236}">
                <a16:creationId xmlns:a16="http://schemas.microsoft.com/office/drawing/2014/main" id="{A8DBEF02-4407-44B1-BD3F-02687774B801}"/>
              </a:ext>
            </a:extLst>
          </p:cNvPr>
          <p:cNvSpPr/>
          <p:nvPr>
            <p:ph type="body" idx="16395"/>
          </p:nvPr>
        </p:nvSpPr>
        <p:spPr>
          <a:xfrm xmlns:a="http://schemas.openxmlformats.org/drawingml/2006/main">
            <a:off x="4851400" y="22098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5" name="文本占位符 14">
            <a:extLst xmlns:a="http://schemas.openxmlformats.org/drawingml/2006/main">
              <a:ext uri="{FF2B5EF4-FFF2-40B4-BE49-F238E27FC236}">
                <a16:creationId xmlns:a16="http://schemas.microsoft.com/office/drawing/2014/main" id="{0CB50E49-C09B-471B-8AEE-C741FB2DAE48}"/>
              </a:ext>
            </a:extLst>
          </p:cNvPr>
          <p:cNvSpPr/>
          <p:nvPr>
            <p:ph type="body" idx="16387"/>
          </p:nvPr>
        </p:nvSpPr>
        <p:spPr>
          <a:xfrm xmlns:a="http://schemas.openxmlformats.org/drawingml/2006/main">
            <a:off x="5080000" y="21336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6" name="文本占位符 15">
            <a:extLst xmlns:a="http://schemas.openxmlformats.org/drawingml/2006/main">
              <a:ext uri="{FF2B5EF4-FFF2-40B4-BE49-F238E27FC236}">
                <a16:creationId xmlns:a16="http://schemas.microsoft.com/office/drawing/2014/main" id="{F373FB8A-D913-4140-B6A6-B6A749397235}"/>
              </a:ext>
            </a:extLst>
          </p:cNvPr>
          <p:cNvSpPr/>
          <p:nvPr>
            <p:ph type="body" idx="16390"/>
          </p:nvPr>
        </p:nvSpPr>
        <p:spPr>
          <a:xfrm xmlns:a="http://schemas.openxmlformats.org/drawingml/2006/main">
            <a:off x="7994650" y="22860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7" name="装饰  6">
            <a:extLst xmlns:a="http://schemas.openxmlformats.org/drawingml/2006/main">
              <a:ext uri="{FF2B5EF4-FFF2-40B4-BE49-F238E27FC236}">
                <a16:creationId xmlns:a16="http://schemas.microsoft.com/office/drawing/2014/main" id="{E6EDD54A-1477-4485-B4F0-355FC54AA548}"/>
              </a:ext>
            </a:extLst>
          </p:cNvPr>
          <p:cNvSpPr/>
          <p:nvPr>
            <p:ph type="body" idx="16396"/>
          </p:nvPr>
        </p:nvSpPr>
        <p:spPr>
          <a:xfrm xmlns:a="http://schemas.openxmlformats.org/drawingml/2006/main">
            <a:off x="8775700" y="22098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8" name="文本占位符 17">
            <a:extLst xmlns:a="http://schemas.openxmlformats.org/drawingml/2006/main">
              <a:ext uri="{FF2B5EF4-FFF2-40B4-BE49-F238E27FC236}">
                <a16:creationId xmlns:a16="http://schemas.microsoft.com/office/drawing/2014/main" id="{6E249EA6-BBEE-4439-A7D7-7674551C3A6C}"/>
              </a:ext>
            </a:extLst>
          </p:cNvPr>
          <p:cNvSpPr/>
          <p:nvPr>
            <p:ph type="body" idx="16389"/>
          </p:nvPr>
        </p:nvSpPr>
        <p:spPr>
          <a:xfrm xmlns:a="http://schemas.openxmlformats.org/drawingml/2006/main">
            <a:off x="9004300" y="21336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9" name="文本占位符 18">
            <a:extLst xmlns:a="http://schemas.openxmlformats.org/drawingml/2006/main">
              <a:ext uri="{FF2B5EF4-FFF2-40B4-BE49-F238E27FC236}">
                <a16:creationId xmlns:a16="http://schemas.microsoft.com/office/drawing/2014/main" id="{A3814E81-5FE2-4C04-8DEC-B365163C49D8}"/>
              </a:ext>
            </a:extLst>
          </p:cNvPr>
          <p:cNvSpPr/>
          <p:nvPr>
            <p:ph type="body" idx="16392"/>
          </p:nvPr>
        </p:nvSpPr>
        <p:spPr>
          <a:xfrm xmlns:a="http://schemas.openxmlformats.org/drawingml/2006/main">
            <a:off x="4070350" y="39624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0" name="装饰  9">
            <a:extLst xmlns:a="http://schemas.openxmlformats.org/drawingml/2006/main">
              <a:ext uri="{FF2B5EF4-FFF2-40B4-BE49-F238E27FC236}">
                <a16:creationId xmlns:a16="http://schemas.microsoft.com/office/drawing/2014/main" id="{EFC4491D-A5C7-455E-B2BD-11BFA00A8441}"/>
              </a:ext>
            </a:extLst>
          </p:cNvPr>
          <p:cNvSpPr/>
          <p:nvPr>
            <p:ph type="body" idx="16397"/>
          </p:nvPr>
        </p:nvSpPr>
        <p:spPr>
          <a:xfrm xmlns:a="http://schemas.openxmlformats.org/drawingml/2006/main">
            <a:off x="4851400" y="38862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21" name="文本占位符 20">
            <a:extLst xmlns:a="http://schemas.openxmlformats.org/drawingml/2006/main">
              <a:ext uri="{FF2B5EF4-FFF2-40B4-BE49-F238E27FC236}">
                <a16:creationId xmlns:a16="http://schemas.microsoft.com/office/drawing/2014/main" id="{ED7D6D04-5FE3-4E9A-897B-B5F9D1F93085}"/>
              </a:ext>
            </a:extLst>
          </p:cNvPr>
          <p:cNvSpPr/>
          <p:nvPr>
            <p:ph type="body" idx="16391"/>
          </p:nvPr>
        </p:nvSpPr>
        <p:spPr>
          <a:xfrm xmlns:a="http://schemas.openxmlformats.org/drawingml/2006/main">
            <a:off x="5080000" y="38100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2" name="文本占位符 21">
            <a:extLst xmlns:a="http://schemas.openxmlformats.org/drawingml/2006/main">
              <a:ext uri="{FF2B5EF4-FFF2-40B4-BE49-F238E27FC236}">
                <a16:creationId xmlns:a16="http://schemas.microsoft.com/office/drawing/2014/main" id="{2B05996B-E7C5-42EB-86A1-1FDB2CF63B1C}"/>
              </a:ext>
            </a:extLst>
          </p:cNvPr>
          <p:cNvSpPr/>
          <p:nvPr>
            <p:ph type="body" idx="16394"/>
          </p:nvPr>
        </p:nvSpPr>
        <p:spPr>
          <a:xfrm xmlns:a="http://schemas.openxmlformats.org/drawingml/2006/main">
            <a:off x="7994650" y="39624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3" name="装饰  2">
            <a:extLst xmlns:a="http://schemas.openxmlformats.org/drawingml/2006/main">
              <a:ext uri="{FF2B5EF4-FFF2-40B4-BE49-F238E27FC236}">
                <a16:creationId xmlns:a16="http://schemas.microsoft.com/office/drawing/2014/main" id="{504ABE11-A984-4E4C-BBC9-2EE7F50451CD}"/>
              </a:ext>
            </a:extLst>
          </p:cNvPr>
          <p:cNvSpPr/>
          <p:nvPr>
            <p:ph type="body" idx="16398"/>
          </p:nvPr>
        </p:nvSpPr>
        <p:spPr>
          <a:xfrm xmlns:a="http://schemas.openxmlformats.org/drawingml/2006/main">
            <a:off x="8775700" y="38862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24" name="文本占位符 23">
            <a:extLst xmlns:a="http://schemas.openxmlformats.org/drawingml/2006/main">
              <a:ext uri="{FF2B5EF4-FFF2-40B4-BE49-F238E27FC236}">
                <a16:creationId xmlns:a16="http://schemas.microsoft.com/office/drawing/2014/main" id="{34760778-C0C2-498A-ADCB-4137FD6C519E}"/>
              </a:ext>
            </a:extLst>
          </p:cNvPr>
          <p:cNvSpPr/>
          <p:nvPr>
            <p:ph type="body" idx="16393"/>
          </p:nvPr>
        </p:nvSpPr>
        <p:spPr>
          <a:xfrm xmlns:a="http://schemas.openxmlformats.org/drawingml/2006/main">
            <a:off x="9004300" y="38100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28.xml><?xml version="1.0" encoding="utf-8"?>
<p:sldLayout xmlns:p="http://schemas.openxmlformats.org/presentationml/2006/main">
  <p:cSld name="目录页-1-5_4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日期占位符 7">
            <a:extLst xmlns:a="http://schemas.openxmlformats.org/drawingml/2006/main">
              <a:ext uri="{FF2B5EF4-FFF2-40B4-BE49-F238E27FC236}">
                <a16:creationId xmlns:a16="http://schemas.microsoft.com/office/drawing/2014/main" id="{F793A227-6081-4A5B-8EE0-7BC4C032BA69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页脚占位符 8">
            <a:extLst xmlns:a="http://schemas.openxmlformats.org/drawingml/2006/main">
              <a:ext uri="{FF2B5EF4-FFF2-40B4-BE49-F238E27FC236}">
                <a16:creationId xmlns:a16="http://schemas.microsoft.com/office/drawing/2014/main" id="{30062B33-A40E-436E-8A35-2B4CFD455C48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灯片编号占位符 9">
            <a:extLst xmlns:a="http://schemas.openxmlformats.org/drawingml/2006/main">
              <a:ext uri="{FF2B5EF4-FFF2-40B4-BE49-F238E27FC236}">
                <a16:creationId xmlns:a16="http://schemas.microsoft.com/office/drawing/2014/main" id="{09D31192-4C20-4F9C-B38C-B08701F05B51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副标题 10">
            <a:extLst xmlns:a="http://schemas.openxmlformats.org/drawingml/2006/main">
              <a:ext uri="{FF2B5EF4-FFF2-40B4-BE49-F238E27FC236}">
                <a16:creationId xmlns:a16="http://schemas.microsoft.com/office/drawing/2014/main" id="{C64C6F0C-C92D-46FF-AC14-AC8F8A99261A}"/>
              </a:ext>
            </a:extLst>
          </p:cNvPr>
          <p:cNvSpPr/>
          <p:nvPr>
            <p:ph type="subTitle" idx="16386"/>
          </p:nvPr>
        </p:nvSpPr>
        <p:spPr>
          <a:xfrm xmlns:a="http://schemas.openxmlformats.org/drawingml/2006/main">
            <a:off x="761471" y="2667000"/>
            <a:ext cx="236325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12" name="标题 11">
            <a:extLst xmlns:a="http://schemas.openxmlformats.org/drawingml/2006/main">
              <a:ext uri="{FF2B5EF4-FFF2-40B4-BE49-F238E27FC236}">
                <a16:creationId xmlns:a16="http://schemas.microsoft.com/office/drawing/2014/main" id="{7DEE26AC-6A0C-4EDC-94DB-473E19337B5B}"/>
              </a:ext>
            </a:extLst>
          </p:cNvPr>
          <p:cNvSpPr/>
          <p:nvPr>
            <p:ph type="ctrTitle" idx="16385"/>
          </p:nvPr>
        </p:nvSpPr>
        <p:spPr>
          <a:xfrm xmlns:a="http://schemas.openxmlformats.org/drawingml/2006/main">
            <a:off x="760942" y="3175000"/>
            <a:ext cx="2364317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3" name="文本占位符 12">
            <a:extLst xmlns:a="http://schemas.openxmlformats.org/drawingml/2006/main">
              <a:ext uri="{FF2B5EF4-FFF2-40B4-BE49-F238E27FC236}">
                <a16:creationId xmlns:a16="http://schemas.microsoft.com/office/drawing/2014/main" id="{8AEE398E-C23A-4692-BA7E-5FDDE0D165E4}"/>
              </a:ext>
            </a:extLst>
          </p:cNvPr>
          <p:cNvSpPr/>
          <p:nvPr>
            <p:ph type="body" idx="16388"/>
          </p:nvPr>
        </p:nvSpPr>
        <p:spPr>
          <a:xfrm xmlns:a="http://schemas.openxmlformats.org/drawingml/2006/main">
            <a:off x="4070350" y="22860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4" name="装饰  3">
            <a:extLst xmlns:a="http://schemas.openxmlformats.org/drawingml/2006/main">
              <a:ext uri="{FF2B5EF4-FFF2-40B4-BE49-F238E27FC236}">
                <a16:creationId xmlns:a16="http://schemas.microsoft.com/office/drawing/2014/main" id="{4C4523DA-C7E7-473D-B184-89F5B2C9B4E9}"/>
              </a:ext>
            </a:extLst>
          </p:cNvPr>
          <p:cNvSpPr/>
          <p:nvPr>
            <p:ph type="body" idx="16395"/>
          </p:nvPr>
        </p:nvSpPr>
        <p:spPr>
          <a:xfrm xmlns:a="http://schemas.openxmlformats.org/drawingml/2006/main">
            <a:off x="4851400" y="22098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5" name="文本占位符 14">
            <a:extLst xmlns:a="http://schemas.openxmlformats.org/drawingml/2006/main">
              <a:ext uri="{FF2B5EF4-FFF2-40B4-BE49-F238E27FC236}">
                <a16:creationId xmlns:a16="http://schemas.microsoft.com/office/drawing/2014/main" id="{7E213704-7FFF-48D7-B93F-FE02A9FCFB9C}"/>
              </a:ext>
            </a:extLst>
          </p:cNvPr>
          <p:cNvSpPr/>
          <p:nvPr>
            <p:ph type="body" idx="16387"/>
          </p:nvPr>
        </p:nvSpPr>
        <p:spPr>
          <a:xfrm xmlns:a="http://schemas.openxmlformats.org/drawingml/2006/main">
            <a:off x="5080000" y="21336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6" name="文本占位符 15">
            <a:extLst xmlns:a="http://schemas.openxmlformats.org/drawingml/2006/main">
              <a:ext uri="{FF2B5EF4-FFF2-40B4-BE49-F238E27FC236}">
                <a16:creationId xmlns:a16="http://schemas.microsoft.com/office/drawing/2014/main" id="{5B27033C-6511-4BAA-825C-531A2CC85CF9}"/>
              </a:ext>
            </a:extLst>
          </p:cNvPr>
          <p:cNvSpPr/>
          <p:nvPr>
            <p:ph type="body" idx="16390"/>
          </p:nvPr>
        </p:nvSpPr>
        <p:spPr>
          <a:xfrm xmlns:a="http://schemas.openxmlformats.org/drawingml/2006/main">
            <a:off x="7994650" y="22860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7" name="装饰  6">
            <a:extLst xmlns:a="http://schemas.openxmlformats.org/drawingml/2006/main">
              <a:ext uri="{FF2B5EF4-FFF2-40B4-BE49-F238E27FC236}">
                <a16:creationId xmlns:a16="http://schemas.microsoft.com/office/drawing/2014/main" id="{D89EC0EF-D241-4DD3-AE2D-7FA8A904BBC9}"/>
              </a:ext>
            </a:extLst>
          </p:cNvPr>
          <p:cNvSpPr/>
          <p:nvPr>
            <p:ph type="body" idx="16396"/>
          </p:nvPr>
        </p:nvSpPr>
        <p:spPr>
          <a:xfrm xmlns:a="http://schemas.openxmlformats.org/drawingml/2006/main">
            <a:off x="8775700" y="22098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8" name="文本占位符 17">
            <a:extLst xmlns:a="http://schemas.openxmlformats.org/drawingml/2006/main">
              <a:ext uri="{FF2B5EF4-FFF2-40B4-BE49-F238E27FC236}">
                <a16:creationId xmlns:a16="http://schemas.microsoft.com/office/drawing/2014/main" id="{3B445FDE-87CE-4743-902B-EE18165C47C6}"/>
              </a:ext>
            </a:extLst>
          </p:cNvPr>
          <p:cNvSpPr/>
          <p:nvPr>
            <p:ph type="body" idx="16389"/>
          </p:nvPr>
        </p:nvSpPr>
        <p:spPr>
          <a:xfrm xmlns:a="http://schemas.openxmlformats.org/drawingml/2006/main">
            <a:off x="9004300" y="21336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9" name="文本占位符 18">
            <a:extLst xmlns:a="http://schemas.openxmlformats.org/drawingml/2006/main">
              <a:ext uri="{FF2B5EF4-FFF2-40B4-BE49-F238E27FC236}">
                <a16:creationId xmlns:a16="http://schemas.microsoft.com/office/drawing/2014/main" id="{967F3C44-6ADE-4E42-B6AE-81518B726D06}"/>
              </a:ext>
            </a:extLst>
          </p:cNvPr>
          <p:cNvSpPr/>
          <p:nvPr>
            <p:ph type="body" idx="16392"/>
          </p:nvPr>
        </p:nvSpPr>
        <p:spPr>
          <a:xfrm xmlns:a="http://schemas.openxmlformats.org/drawingml/2006/main">
            <a:off x="4070350" y="39624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0" name="装饰  9">
            <a:extLst xmlns:a="http://schemas.openxmlformats.org/drawingml/2006/main">
              <a:ext uri="{FF2B5EF4-FFF2-40B4-BE49-F238E27FC236}">
                <a16:creationId xmlns:a16="http://schemas.microsoft.com/office/drawing/2014/main" id="{EAFF4674-9B86-40D7-A195-E4C3BD18F07D}"/>
              </a:ext>
            </a:extLst>
          </p:cNvPr>
          <p:cNvSpPr/>
          <p:nvPr>
            <p:ph type="body" idx="16397"/>
          </p:nvPr>
        </p:nvSpPr>
        <p:spPr>
          <a:xfrm xmlns:a="http://schemas.openxmlformats.org/drawingml/2006/main">
            <a:off x="4851400" y="38862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21" name="文本占位符 20">
            <a:extLst xmlns:a="http://schemas.openxmlformats.org/drawingml/2006/main">
              <a:ext uri="{FF2B5EF4-FFF2-40B4-BE49-F238E27FC236}">
                <a16:creationId xmlns:a16="http://schemas.microsoft.com/office/drawing/2014/main" id="{F15205D1-C998-418F-A20B-55B507673CD1}"/>
              </a:ext>
            </a:extLst>
          </p:cNvPr>
          <p:cNvSpPr/>
          <p:nvPr>
            <p:ph type="body" idx="16391"/>
          </p:nvPr>
        </p:nvSpPr>
        <p:spPr>
          <a:xfrm xmlns:a="http://schemas.openxmlformats.org/drawingml/2006/main">
            <a:off x="5080000" y="38100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2" name="文本占位符 21">
            <a:extLst xmlns:a="http://schemas.openxmlformats.org/drawingml/2006/main">
              <a:ext uri="{FF2B5EF4-FFF2-40B4-BE49-F238E27FC236}">
                <a16:creationId xmlns:a16="http://schemas.microsoft.com/office/drawing/2014/main" id="{FF6585AF-0042-4574-B638-9C8402BBF00F}"/>
              </a:ext>
            </a:extLst>
          </p:cNvPr>
          <p:cNvSpPr/>
          <p:nvPr>
            <p:ph type="body" idx="16394"/>
          </p:nvPr>
        </p:nvSpPr>
        <p:spPr>
          <a:xfrm xmlns:a="http://schemas.openxmlformats.org/drawingml/2006/main">
            <a:off x="7994650" y="39624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3" name="装饰  2">
            <a:extLst xmlns:a="http://schemas.openxmlformats.org/drawingml/2006/main">
              <a:ext uri="{FF2B5EF4-FFF2-40B4-BE49-F238E27FC236}">
                <a16:creationId xmlns:a16="http://schemas.microsoft.com/office/drawing/2014/main" id="{1122A38B-D83F-4056-84DA-89F5AA54717F}"/>
              </a:ext>
            </a:extLst>
          </p:cNvPr>
          <p:cNvSpPr/>
          <p:nvPr>
            <p:ph type="body" idx="16398"/>
          </p:nvPr>
        </p:nvSpPr>
        <p:spPr>
          <a:xfrm xmlns:a="http://schemas.openxmlformats.org/drawingml/2006/main">
            <a:off x="8775700" y="38862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24" name="文本占位符 23">
            <a:extLst xmlns:a="http://schemas.openxmlformats.org/drawingml/2006/main">
              <a:ext uri="{FF2B5EF4-FFF2-40B4-BE49-F238E27FC236}">
                <a16:creationId xmlns:a16="http://schemas.microsoft.com/office/drawing/2014/main" id="{FB510322-AD28-48E1-B21A-A7FB15624050}"/>
              </a:ext>
            </a:extLst>
          </p:cNvPr>
          <p:cNvSpPr/>
          <p:nvPr>
            <p:ph type="body" idx="16393"/>
          </p:nvPr>
        </p:nvSpPr>
        <p:spPr>
          <a:xfrm xmlns:a="http://schemas.openxmlformats.org/drawingml/2006/main">
            <a:off x="9004300" y="38100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29.xml><?xml version="1.0" encoding="utf-8"?>
<p:sldLayout xmlns:p="http://schemas.openxmlformats.org/presentationml/2006/main">
  <p:cSld name="目录页-1-5-4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37E4667-DF5C-458C-9211-164D64CBCAE2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5D8BDD3-FD8B-4162-8E0C-08C9A19D015D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17F433F9-C777-4759-BAA4-C747CF24516C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ubtitle 10">
            <a:extLst xmlns:a="http://schemas.openxmlformats.org/drawingml/2006/main">
              <a:ext uri="{FF2B5EF4-FFF2-40B4-BE49-F238E27FC236}">
                <a16:creationId xmlns:a16="http://schemas.microsoft.com/office/drawing/2014/main" id="{73C1653B-5739-4742-9E88-0CD87E223DAB}"/>
              </a:ext>
            </a:extLst>
          </p:cNvPr>
          <p:cNvSpPr/>
          <p:nvPr>
            <p:ph type="subTitle" idx="17826305"/>
          </p:nvPr>
        </p:nvSpPr>
        <p:spPr>
          <a:xfrm xmlns:a="http://schemas.openxmlformats.org/drawingml/2006/main">
            <a:off x="761471" y="2667000"/>
            <a:ext cx="236325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12" name="Title 11">
            <a:extLst xmlns:a="http://schemas.openxmlformats.org/drawingml/2006/main">
              <a:ext uri="{FF2B5EF4-FFF2-40B4-BE49-F238E27FC236}">
                <a16:creationId xmlns:a16="http://schemas.microsoft.com/office/drawing/2014/main" id="{18C31B4A-B7C7-4A1D-AC1F-FF6D9C0387F7}"/>
              </a:ext>
            </a:extLst>
          </p:cNvPr>
          <p:cNvSpPr/>
          <p:nvPr>
            <p:ph type="ctrTitle" idx="17826049"/>
          </p:nvPr>
        </p:nvSpPr>
        <p:spPr>
          <a:xfrm xmlns:a="http://schemas.openxmlformats.org/drawingml/2006/main">
            <a:off x="760942" y="3175000"/>
            <a:ext cx="2364317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3" name="Text Placeholder 12">
            <a:extLst xmlns:a="http://schemas.openxmlformats.org/drawingml/2006/main">
              <a:ext uri="{FF2B5EF4-FFF2-40B4-BE49-F238E27FC236}">
                <a16:creationId xmlns:a16="http://schemas.microsoft.com/office/drawing/2014/main" id="{C16FA889-50F8-447E-AB9B-343C4878A414}"/>
              </a:ext>
            </a:extLst>
          </p:cNvPr>
          <p:cNvSpPr/>
          <p:nvPr>
            <p:ph type="body" idx="319883777"/>
          </p:nvPr>
        </p:nvSpPr>
        <p:spPr>
          <a:xfrm xmlns:a="http://schemas.openxmlformats.org/drawingml/2006/main">
            <a:off x="4070350" y="22860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4" name="装饰  3">
            <a:extLst xmlns:a="http://schemas.openxmlformats.org/drawingml/2006/main">
              <a:ext uri="{FF2B5EF4-FFF2-40B4-BE49-F238E27FC236}">
                <a16:creationId xmlns:a16="http://schemas.microsoft.com/office/drawing/2014/main" id="{C68C8F8A-CF5B-4FD5-B817-DC834AD122DA}"/>
              </a:ext>
            </a:extLst>
          </p:cNvPr>
          <p:cNvSpPr/>
          <p:nvPr>
            <p:ph type="body" idx="319883522"/>
          </p:nvPr>
        </p:nvSpPr>
        <p:spPr>
          <a:xfrm xmlns:a="http://schemas.openxmlformats.org/drawingml/2006/main">
            <a:off x="4851400" y="22098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5" name="Text Placeholder 14">
            <a:extLst xmlns:a="http://schemas.openxmlformats.org/drawingml/2006/main">
              <a:ext uri="{FF2B5EF4-FFF2-40B4-BE49-F238E27FC236}">
                <a16:creationId xmlns:a16="http://schemas.microsoft.com/office/drawing/2014/main" id="{2F22973E-F4D7-47AB-B7A4-2F46BB87B424}"/>
              </a:ext>
            </a:extLst>
          </p:cNvPr>
          <p:cNvSpPr/>
          <p:nvPr>
            <p:ph type="body" idx="51446017"/>
          </p:nvPr>
        </p:nvSpPr>
        <p:spPr>
          <a:xfrm xmlns:a="http://schemas.openxmlformats.org/drawingml/2006/main">
            <a:off x="5080000" y="21336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6" name="Text Placeholder 15">
            <a:extLst xmlns:a="http://schemas.openxmlformats.org/drawingml/2006/main">
              <a:ext uri="{FF2B5EF4-FFF2-40B4-BE49-F238E27FC236}">
                <a16:creationId xmlns:a16="http://schemas.microsoft.com/office/drawing/2014/main" id="{C510779F-5664-4A5A-ACF3-863E1E588EF3}"/>
              </a:ext>
            </a:extLst>
          </p:cNvPr>
          <p:cNvSpPr/>
          <p:nvPr>
            <p:ph type="body" idx="319949313"/>
          </p:nvPr>
        </p:nvSpPr>
        <p:spPr>
          <a:xfrm xmlns:a="http://schemas.openxmlformats.org/drawingml/2006/main">
            <a:off x="7994650" y="22860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7" name="装饰  6">
            <a:extLst xmlns:a="http://schemas.openxmlformats.org/drawingml/2006/main">
              <a:ext uri="{FF2B5EF4-FFF2-40B4-BE49-F238E27FC236}">
                <a16:creationId xmlns:a16="http://schemas.microsoft.com/office/drawing/2014/main" id="{5ADC1482-BBD0-411D-94A9-3023D6721513}"/>
              </a:ext>
            </a:extLst>
          </p:cNvPr>
          <p:cNvSpPr/>
          <p:nvPr>
            <p:ph type="body" idx="319949058"/>
          </p:nvPr>
        </p:nvSpPr>
        <p:spPr>
          <a:xfrm xmlns:a="http://schemas.openxmlformats.org/drawingml/2006/main">
            <a:off x="8775700" y="22098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8" name="Text Placeholder 17">
            <a:extLst xmlns:a="http://schemas.openxmlformats.org/drawingml/2006/main">
              <a:ext uri="{FF2B5EF4-FFF2-40B4-BE49-F238E27FC236}">
                <a16:creationId xmlns:a16="http://schemas.microsoft.com/office/drawing/2014/main" id="{CFE2CC3B-4A79-46FC-A405-F2311BE71F13}"/>
              </a:ext>
            </a:extLst>
          </p:cNvPr>
          <p:cNvSpPr/>
          <p:nvPr>
            <p:ph type="body" idx="51511553"/>
          </p:nvPr>
        </p:nvSpPr>
        <p:spPr>
          <a:xfrm xmlns:a="http://schemas.openxmlformats.org/drawingml/2006/main">
            <a:off x="9004300" y="21336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9" name="Text Placeholder 18">
            <a:extLst xmlns:a="http://schemas.openxmlformats.org/drawingml/2006/main">
              <a:ext uri="{FF2B5EF4-FFF2-40B4-BE49-F238E27FC236}">
                <a16:creationId xmlns:a16="http://schemas.microsoft.com/office/drawing/2014/main" id="{7D8D4AE1-85C5-453A-A0C6-E28DE4311E73}"/>
              </a:ext>
            </a:extLst>
          </p:cNvPr>
          <p:cNvSpPr/>
          <p:nvPr>
            <p:ph type="body" idx="320014849"/>
          </p:nvPr>
        </p:nvSpPr>
        <p:spPr>
          <a:xfrm xmlns:a="http://schemas.openxmlformats.org/drawingml/2006/main">
            <a:off x="4070350" y="39624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0" name="装饰  9">
            <a:extLst xmlns:a="http://schemas.openxmlformats.org/drawingml/2006/main">
              <a:ext uri="{FF2B5EF4-FFF2-40B4-BE49-F238E27FC236}">
                <a16:creationId xmlns:a16="http://schemas.microsoft.com/office/drawing/2014/main" id="{D71EF16C-BEF9-4F02-931E-28534A4BF63A}"/>
              </a:ext>
            </a:extLst>
          </p:cNvPr>
          <p:cNvSpPr/>
          <p:nvPr>
            <p:ph type="body" idx="320014594"/>
          </p:nvPr>
        </p:nvSpPr>
        <p:spPr>
          <a:xfrm xmlns:a="http://schemas.openxmlformats.org/drawingml/2006/main">
            <a:off x="4851400" y="38862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21" name="Text Placeholder 20">
            <a:extLst xmlns:a="http://schemas.openxmlformats.org/drawingml/2006/main">
              <a:ext uri="{FF2B5EF4-FFF2-40B4-BE49-F238E27FC236}">
                <a16:creationId xmlns:a16="http://schemas.microsoft.com/office/drawing/2014/main" id="{3F6EC108-0B7F-4AE2-B467-809F83E03113}"/>
              </a:ext>
            </a:extLst>
          </p:cNvPr>
          <p:cNvSpPr/>
          <p:nvPr>
            <p:ph type="body" idx="51577089"/>
          </p:nvPr>
        </p:nvSpPr>
        <p:spPr>
          <a:xfrm xmlns:a="http://schemas.openxmlformats.org/drawingml/2006/main">
            <a:off x="5080000" y="38100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2" name="Text Placeholder 21">
            <a:extLst xmlns:a="http://schemas.openxmlformats.org/drawingml/2006/main">
              <a:ext uri="{FF2B5EF4-FFF2-40B4-BE49-F238E27FC236}">
                <a16:creationId xmlns:a16="http://schemas.microsoft.com/office/drawing/2014/main" id="{380F78F3-D540-4DFC-B06D-1A03CE7D0536}"/>
              </a:ext>
            </a:extLst>
          </p:cNvPr>
          <p:cNvSpPr/>
          <p:nvPr>
            <p:ph type="body" idx="320080385"/>
          </p:nvPr>
        </p:nvSpPr>
        <p:spPr>
          <a:xfrm xmlns:a="http://schemas.openxmlformats.org/drawingml/2006/main">
            <a:off x="7994650" y="39624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3" name="装饰  2">
            <a:extLst xmlns:a="http://schemas.openxmlformats.org/drawingml/2006/main">
              <a:ext uri="{FF2B5EF4-FFF2-40B4-BE49-F238E27FC236}">
                <a16:creationId xmlns:a16="http://schemas.microsoft.com/office/drawing/2014/main" id="{DF09C639-047F-4825-9492-5AF1B10F2B7E}"/>
              </a:ext>
            </a:extLst>
          </p:cNvPr>
          <p:cNvSpPr/>
          <p:nvPr>
            <p:ph type="body" idx="320080130"/>
          </p:nvPr>
        </p:nvSpPr>
        <p:spPr>
          <a:xfrm xmlns:a="http://schemas.openxmlformats.org/drawingml/2006/main">
            <a:off x="8775700" y="38862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24" name="Text Placeholder 23">
            <a:extLst xmlns:a="http://schemas.openxmlformats.org/drawingml/2006/main">
              <a:ext uri="{FF2B5EF4-FFF2-40B4-BE49-F238E27FC236}">
                <a16:creationId xmlns:a16="http://schemas.microsoft.com/office/drawing/2014/main" id="{1E5EF5CE-FB9C-4EEF-96AD-C3811372B23E}"/>
              </a:ext>
            </a:extLst>
          </p:cNvPr>
          <p:cNvSpPr/>
          <p:nvPr>
            <p:ph type="body" idx="51642625"/>
          </p:nvPr>
        </p:nvSpPr>
        <p:spPr>
          <a:xfrm xmlns:a="http://schemas.openxmlformats.org/drawingml/2006/main">
            <a:off x="9004300" y="38100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30.xml><?xml version="1.0" encoding="utf-8"?>
<p:sldLayout xmlns:p="http://schemas.openxmlformats.org/presentationml/2006/main" type="blank">
  <p:cSld name="目录页-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AED91FED-E136-4114-B275-50B1B907FABD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B2987FB-17E0-4C0D-B148-115BC4009A35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7B38503F-6B41-48F3-90E7-4D738D5E9693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标题 7">
            <a:extLst xmlns:a="http://schemas.openxmlformats.org/drawingml/2006/main">
              <a:ext uri="{FF2B5EF4-FFF2-40B4-BE49-F238E27FC236}">
                <a16:creationId xmlns:a16="http://schemas.microsoft.com/office/drawing/2014/main" id="{76A978C9-CC27-4D0E-9B41-6B0616D1C050}"/>
              </a:ext>
            </a:extLst>
          </p:cNvPr>
          <p:cNvSpPr/>
          <p:nvPr>
            <p:ph type="ctrTitle" idx="13"/>
          </p:nvPr>
        </p:nvSpPr>
        <p:spPr>
          <a:xfrm xmlns:a="http://schemas.openxmlformats.org/drawingml/2006/main">
            <a:off x="1022354" y="3517898"/>
            <a:ext cx="825502" cy="152400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algn="ctr">
              <a:lnSpc>
                <a:spcPct val="83000"/>
              </a:lnSpc>
              <a:buNone/>
              <a:defRPr sz="6000" b="0">
                <a:solidFill>
                  <a:schemeClr val="tx1"/>
                </a:solidFill>
                <a:latin typeface="Microsoft YaHei UI"/>
                <a:ea typeface="Microsoft YaHei UI"/>
                <a:cs typeface="Microsoft YaHei UI"/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31.xml><?xml version="1.0" encoding="utf-8"?>
<p:sldLayout xmlns:p="http://schemas.openxmlformats.org/presentationml/2006/main">
  <p:cSld name="结束页-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BF05F9BE-D559-441E-A681-F7B47EEC2C5E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372AAD82-2AE6-48D1-98D2-89B4F6C06579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18D5C76E-A142-40DA-AF7D-66CABCD941E0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副标题 7">
            <a:extLst xmlns:a="http://schemas.openxmlformats.org/drawingml/2006/main">
              <a:ext uri="{FF2B5EF4-FFF2-40B4-BE49-F238E27FC236}">
                <a16:creationId xmlns:a16="http://schemas.microsoft.com/office/drawing/2014/main" id="{ED42A860-8F6D-4611-9118-9FC413924F54}"/>
              </a:ext>
            </a:extLst>
          </p:cNvPr>
          <p:cNvSpPr/>
          <p:nvPr>
            <p:ph type="subTitle" idx="13"/>
          </p:nvPr>
        </p:nvSpPr>
        <p:spPr>
          <a:xfrm xmlns:a="http://schemas.openxmlformats.org/drawingml/2006/main">
            <a:off x="1689098" y="2158999"/>
            <a:ext cx="5524503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marL="0" indent="0" algn="ctr">
              <a:lnSpc>
                <a:spcPct val="125000"/>
              </a:lnSpc>
              <a:buNone/>
              <a:defRPr sz="2400" b="0">
                <a:solidFill>
                  <a:schemeClr val="accent1"/>
                </a:solidFill>
                <a:latin typeface="+mn-ea"/>
                <a:ea typeface="+mn-ea"/>
                <a:cs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796CB586-5BB1-44E9-B297-415550E333EF}"/>
              </a:ext>
            </a:extLst>
          </p:cNvPr>
          <p:cNvSpPr/>
          <p:nvPr>
            <p:ph type="ctrTitle" idx="14"/>
          </p:nvPr>
        </p:nvSpPr>
        <p:spPr>
          <a:xfrm xmlns:a="http://schemas.openxmlformats.org/drawingml/2006/main">
            <a:off x="1631948" y="2682874"/>
            <a:ext cx="5638803" cy="1015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 algn="ctr">
              <a:lnSpc>
                <a:spcPct val="111000"/>
              </a:lnSpc>
              <a:buNone/>
              <a:defRPr sz="6000" b="0">
                <a:solidFill>
                  <a:schemeClr val="tx1"/>
                </a:solidFill>
                <a:latin typeface="+mj-ea"/>
                <a:ea typeface="+mj-ea"/>
                <a:cs typeface="+mj-ea"/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32.xml><?xml version="1.0" encoding="utf-8"?>
<p:sldLayout xmlns:p="http://schemas.openxmlformats.org/presentationml/2006/main">
  <p:cSld name="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F94900DD-CFFB-431C-BF2F-880FF4C56F3C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B8B8B02C-08F6-4B39-BFA8-9EDBC7A10550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3B26F09B-01F5-403D-8F69-837794E9DDF9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内容占位符 6">
            <a:extLst xmlns:a="http://schemas.openxmlformats.org/drawingml/2006/main">
              <a:ext uri="{FF2B5EF4-FFF2-40B4-BE49-F238E27FC236}">
                <a16:creationId xmlns:a16="http://schemas.microsoft.com/office/drawing/2014/main" id="{88D4347F-5CEE-4BA9-9C07-81D5F56C2EE4}"/>
              </a:ext>
            </a:extLst>
          </p:cNvPr>
          <p:cNvSpPr/>
          <p:nvPr>
            <p:ph idx="13"/>
          </p:nvPr>
        </p:nvSpPr>
        <p:spPr>
          <a:xfrm xmlns:a="http://schemas.openxmlformats.org/drawingml/2006/main">
            <a:off x="608400" y="774000"/>
            <a:ext cx="10972800" cy="5482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33.xml><?xml version="1.0" encoding="utf-8"?>
<p:sldLayout xmlns:p="http://schemas.openxmlformats.org/presentationml/2006/main" type="title">
  <p:cSld name="封面页-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日期占位符 15">
            <a:extLst xmlns:a="http://schemas.openxmlformats.org/drawingml/2006/main">
              <a:ext uri="{FF2B5EF4-FFF2-40B4-BE49-F238E27FC236}">
                <a16:creationId xmlns:a16="http://schemas.microsoft.com/office/drawing/2014/main" id="{B92E4D5A-C60F-48AE-95C8-A7D764FA8D7E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页脚占位符 16">
            <a:extLst xmlns:a="http://schemas.openxmlformats.org/drawingml/2006/main">
              <a:ext uri="{FF2B5EF4-FFF2-40B4-BE49-F238E27FC236}">
                <a16:creationId xmlns:a16="http://schemas.microsoft.com/office/drawing/2014/main" id="{4B9DB920-B5AD-44C9-86AF-47962D07E0DA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灯片编号占位符 17">
            <a:extLst xmlns:a="http://schemas.openxmlformats.org/drawingml/2006/main">
              <a:ext uri="{FF2B5EF4-FFF2-40B4-BE49-F238E27FC236}">
                <a16:creationId xmlns:a16="http://schemas.microsoft.com/office/drawing/2014/main" id="{E056712F-431C-466F-BCE0-9D64E1C5368A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标题 4">
            <a:extLst xmlns:a="http://schemas.openxmlformats.org/drawingml/2006/main">
              <a:ext uri="{FF2B5EF4-FFF2-40B4-BE49-F238E27FC236}">
                <a16:creationId xmlns:a16="http://schemas.microsoft.com/office/drawing/2014/main" id="{A2EF8BC6-8705-4F50-AA09-30235B5EF4F6}"/>
              </a:ext>
            </a:extLst>
          </p:cNvPr>
          <p:cNvSpPr/>
          <p:nvPr>
            <p:ph type="ctrTitle" idx="13"/>
          </p:nvPr>
        </p:nvSpPr>
        <p:spPr>
          <a:xfrm xmlns:a="http://schemas.openxmlformats.org/drawingml/2006/main">
            <a:off x="1016000" y="2294890"/>
            <a:ext cx="6667500" cy="2695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05000"/>
              </a:lnSpc>
              <a:buNone/>
              <a:defRPr sz="6000" b="0" u="none" cap="none" spc="0">
                <a:solidFill>
                  <a:schemeClr val="tx1"/>
                </a:solidFill>
                <a:latin typeface="汉仪中宋简"/>
                <a:ea typeface="汉仪中宋简"/>
                <a:cs typeface="汉仪中宋简"/>
              </a:defRPr>
            </a:lvl1pPr>
          </a:lstStyle>
          <a:p xmlns:a="http://schemas.openxmlformats.org/drawingml/2006/main"/>
        </p:txBody>
      </p:sp>
      <p:sp>
        <p:nvSpPr>
          <p:cNvPr id="7" name="文本占位符 6">
            <a:extLst xmlns:a="http://schemas.openxmlformats.org/drawingml/2006/main">
              <a:ext uri="{FF2B5EF4-FFF2-40B4-BE49-F238E27FC236}">
                <a16:creationId xmlns:a16="http://schemas.microsoft.com/office/drawing/2014/main" id="{1F8F354E-C3D5-4649-9DD3-9721B525370C}"/>
              </a:ext>
            </a:extLst>
          </p:cNvPr>
          <p:cNvSpPr/>
          <p:nvPr>
            <p:ph type="body" idx="14"/>
          </p:nvPr>
        </p:nvSpPr>
        <p:spPr>
          <a:xfrm xmlns:a="http://schemas.openxmlformats.org/drawingml/2006/main">
            <a:off x="1016000" y="532130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algn="l">
              <a:lnSpc>
                <a:spcPct val="125000"/>
              </a:lnSpc>
              <a:buNone/>
              <a:defRPr sz="2400" b="0">
                <a:solidFill>
                  <a:schemeClr val="tx1"/>
                </a:solidFill>
                <a:latin typeface="+mn-ea"/>
                <a:ea typeface="+mn-ea"/>
                <a:cs typeface="+mn-ea"/>
              </a:defRPr>
            </a:lvl1pPr>
            <a:lvl2pPr>
              <a:buNone/>
              <a:defRPr>
                <a:solidFill>
                  <a:schemeClr val="tx1"/>
                </a:solidFill>
              </a:defRPr>
            </a:lvl2pPr>
            <a:lvl3pPr>
              <a:buNone/>
              <a:defRPr>
                <a:solidFill>
                  <a:schemeClr val="tx1"/>
                </a:solidFill>
              </a:defRPr>
            </a:lvl3pPr>
            <a:lvl4pPr>
              <a:buNone/>
              <a:defRPr>
                <a:solidFill>
                  <a:schemeClr val="tx1"/>
                </a:solidFill>
              </a:defRPr>
            </a:lvl4pPr>
            <a:lvl5pPr>
              <a:buNone/>
              <a:defRPr>
                <a:solidFill>
                  <a:schemeClr val="tx1"/>
                </a:solidFill>
              </a:defRPr>
            </a:lvl5pPr>
          </a:lstStyle>
          <a:p xmlns:a="http://schemas.openxmlformats.org/drawingml/2006/main"/>
        </p:txBody>
      </p:sp>
      <p:sp>
        <p:nvSpPr>
          <p:cNvPr id="8" name="文本占位符 7">
            <a:extLst xmlns:a="http://schemas.openxmlformats.org/drawingml/2006/main">
              <a:ext uri="{FF2B5EF4-FFF2-40B4-BE49-F238E27FC236}">
                <a16:creationId xmlns:a16="http://schemas.microsoft.com/office/drawing/2014/main" id="{DE6A0B44-2192-490C-AEAF-905A7727F2B9}"/>
              </a:ext>
            </a:extLst>
          </p:cNvPr>
          <p:cNvSpPr/>
          <p:nvPr>
            <p:ph type="body" idx="15"/>
          </p:nvPr>
        </p:nvSpPr>
        <p:spPr>
          <a:xfrm xmlns:a="http://schemas.openxmlformats.org/drawingml/2006/main">
            <a:off x="1016000" y="178689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algn="l">
              <a:lnSpc>
                <a:spcPct val="125000"/>
              </a:lnSpc>
              <a:buNone/>
              <a:defRPr sz="2400" b="0">
                <a:solidFill>
                  <a:schemeClr val="accent1"/>
                </a:solidFill>
                <a:latin typeface="+mn-ea"/>
                <a:ea typeface="+mn-ea"/>
                <a:cs typeface="+mn-ea"/>
              </a:defRPr>
            </a:lvl1pPr>
            <a:lvl2pPr>
              <a:buNone/>
              <a:defRPr>
                <a:solidFill>
                  <a:schemeClr val="accent4"/>
                </a:solidFill>
              </a:defRPr>
            </a:lvl2pPr>
            <a:lvl3pPr>
              <a:buNone/>
              <a:defRPr>
                <a:solidFill>
                  <a:schemeClr val="accent4"/>
                </a:solidFill>
              </a:defRPr>
            </a:lvl3pPr>
            <a:lvl4pPr>
              <a:buNone/>
              <a:defRPr>
                <a:solidFill>
                  <a:schemeClr val="accent4"/>
                </a:solidFill>
              </a:defRPr>
            </a:lvl4pPr>
            <a:lvl5pPr>
              <a:buNone/>
              <a:defRPr>
                <a:solidFill>
                  <a:schemeClr val="accent4"/>
                </a:solidFill>
              </a:defRPr>
            </a:lvl5pPr>
          </a:lstStyle>
          <a:p xmlns:a="http://schemas.openxmlformats.org/drawingml/2006/main"/>
        </p:txBody>
      </p:sp>
    </p:spTree>
  </p:cSld>
</p:sldLayout>
</file>

<file path=ppt/slideLayouts/slideLayout34.xml><?xml version="1.0" encoding="utf-8"?>
<p:sldLayout xmlns:p="http://schemas.openxmlformats.org/presentationml/2006/main" type="vertTitleAndTx">
  <p:cSld name="竖版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CA19D237-54DC-4041-B8D0-A52EADE99922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9547860" y="609600"/>
            <a:ext cx="2032016" cy="563884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A2CD7656-CADC-40C0-B953-26646949661B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609600" y="609600"/>
            <a:ext cx="8636069" cy="5638800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E307B797-1A3D-4F68-9C40-996FF5510342}"/>
              </a:ext>
            </a:extLst>
          </p:cNvPr>
          <p:cNvSpPr/>
          <p:nvPr>
            <p:ph type="dt" idx="2"/>
          </p:nvPr>
        </p:nvSpPr>
        <p:spPr>
          <a:xfrm xmlns:a="http://schemas.openxmlformats.org/drawingml/2006/main">
            <a:off x="605155" y="6314440"/>
            <a:ext cx="2707005" cy="3168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11" name="页脚占位符 10">
            <a:extLst xmlns:a="http://schemas.openxmlformats.org/drawingml/2006/main">
              <a:ext uri="{FF2B5EF4-FFF2-40B4-BE49-F238E27FC236}">
                <a16:creationId xmlns:a16="http://schemas.microsoft.com/office/drawing/2014/main" id="{D6882006-775B-4D5A-917D-3A61B30E41EF}"/>
              </a:ext>
            </a:extLst>
          </p:cNvPr>
          <p:cNvSpPr/>
          <p:nvPr>
            <p:ph type="ftr" idx="3"/>
          </p:nvPr>
        </p:nvSpPr>
        <p:spPr>
          <a:xfrm xmlns:a="http://schemas.openxmlformats.org/drawingml/2006/main">
            <a:off x="4116000" y="6314400"/>
            <a:ext cx="396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12" name="灯片编号占位符 11">
            <a:extLst xmlns:a="http://schemas.openxmlformats.org/drawingml/2006/main">
              <a:ext uri="{FF2B5EF4-FFF2-40B4-BE49-F238E27FC236}">
                <a16:creationId xmlns:a16="http://schemas.microsoft.com/office/drawing/2014/main" id="{482C7C4B-6F5E-4BB8-BF8C-534121A6FAE0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877300" y="6314440"/>
            <a:ext cx="2711450" cy="3168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35.xml><?xml version="1.0" encoding="utf-8"?>
<p:sldLayout xmlns:p="http://schemas.openxmlformats.org/presentationml/2006/main" type="picTx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49DC662-C977-4F75-A829-9EBCA0DA4F65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609584" y="609457"/>
            <a:ext cx="3556028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/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49A8018F-0401-470D-82EC-C7AF52B261F8}"/>
              </a:ext>
            </a:extLst>
          </p:cNvPr>
          <p:cNvSpPr/>
          <p:nvPr>
            <p:ph type="pic" idx="1"/>
          </p:nvPr>
        </p:nvSpPr>
        <p:spPr>
          <a:xfrm xmlns:a="http://schemas.openxmlformats.org/drawingml/2006/main">
            <a:off x="4772660" y="609600"/>
            <a:ext cx="6807254" cy="5638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63AB44A2-0651-48C2-B714-607CB94F3564}"/>
              </a:ext>
            </a:extLst>
          </p:cNvPr>
          <p:cNvSpPr/>
          <p:nvPr>
            <p:ph type="body" idx="2"/>
          </p:nvPr>
        </p:nvSpPr>
        <p:spPr>
          <a:xfrm xmlns:a="http://schemas.openxmlformats.org/drawingml/2006/main">
            <a:off x="609600" y="2311400"/>
            <a:ext cx="3556000" cy="3937031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 xmlns:a="http://schemas.openxmlformats.org/drawingml/2006/main"/>
        </p:txBody>
      </p:sp>
      <p:sp>
        <p:nvSpPr>
          <p:cNvPr id="30" name="页脚占位符 29">
            <a:extLst xmlns:a="http://schemas.openxmlformats.org/drawingml/2006/main">
              <a:ext uri="{FF2B5EF4-FFF2-40B4-BE49-F238E27FC236}">
                <a16:creationId xmlns:a16="http://schemas.microsoft.com/office/drawing/2014/main" id="{BF278307-A6AA-40AD-8250-1AA9F9831EE8}"/>
              </a:ext>
            </a:extLst>
          </p:cNvPr>
          <p:cNvSpPr/>
          <p:nvPr>
            <p:ph type="ftr" idx="3"/>
          </p:nvPr>
        </p:nvSpPr>
        <p:spPr>
          <a:xfrm xmlns:a="http://schemas.openxmlformats.org/drawingml/2006/main">
            <a:off x="4116000" y="6314400"/>
            <a:ext cx="396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31" name="灯片编号占位符 30">
            <a:extLst xmlns:a="http://schemas.openxmlformats.org/drawingml/2006/main">
              <a:ext uri="{FF2B5EF4-FFF2-40B4-BE49-F238E27FC236}">
                <a16:creationId xmlns:a16="http://schemas.microsoft.com/office/drawing/2014/main" id="{83F30D86-A8BF-4EF1-A24D-435BFAA7AB9D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877300" y="6314440"/>
            <a:ext cx="2711450" cy="3168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32" name="日期占位符 31">
            <a:extLst xmlns:a="http://schemas.openxmlformats.org/drawingml/2006/main">
              <a:ext uri="{FF2B5EF4-FFF2-40B4-BE49-F238E27FC236}">
                <a16:creationId xmlns:a16="http://schemas.microsoft.com/office/drawing/2014/main" id="{1E19A8B3-700F-47E4-B8F2-5AD9E7B38D09}"/>
              </a:ext>
            </a:extLst>
          </p:cNvPr>
          <p:cNvSpPr/>
          <p:nvPr>
            <p:ph type="dt" idx="10"/>
          </p:nvPr>
        </p:nvSpPr>
        <p:spPr>
          <a:xfrm xmlns:a="http://schemas.openxmlformats.org/drawingml/2006/main">
            <a:off x="603250" y="6314440"/>
            <a:ext cx="2708910" cy="31686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36.xml><?xml version="1.0" encoding="utf-8"?>
<p:sldLayout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62F461F2-4AC6-4963-8C92-C72E2EE93BF3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609556" y="482473"/>
            <a:ext cx="10972888" cy="71120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FE0B1533-C8C3-4FF8-BE14-31B674C4FA3B}"/>
              </a:ext>
            </a:extLst>
          </p:cNvPr>
          <p:cNvSpPr/>
          <p:nvPr>
            <p:ph type="dt" idx="2"/>
          </p:nvPr>
        </p:nvSpPr>
        <p:spPr>
          <a:xfrm xmlns:a="http://schemas.openxmlformats.org/drawingml/2006/main">
            <a:off x="605155" y="6314440"/>
            <a:ext cx="2707005" cy="3168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7" name="页脚占位符 6">
            <a:extLst xmlns:a="http://schemas.openxmlformats.org/drawingml/2006/main">
              <a:ext uri="{FF2B5EF4-FFF2-40B4-BE49-F238E27FC236}">
                <a16:creationId xmlns:a16="http://schemas.microsoft.com/office/drawing/2014/main" id="{3924FE87-F1FC-4105-84FC-BFC422226A34}"/>
              </a:ext>
            </a:extLst>
          </p:cNvPr>
          <p:cNvSpPr/>
          <p:nvPr>
            <p:ph type="ftr" idx="3"/>
          </p:nvPr>
        </p:nvSpPr>
        <p:spPr>
          <a:xfrm xmlns:a="http://schemas.openxmlformats.org/drawingml/2006/main">
            <a:off x="4116000" y="6314400"/>
            <a:ext cx="396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11" name="灯片编号占位符 10">
            <a:extLst xmlns:a="http://schemas.openxmlformats.org/drawingml/2006/main">
              <a:ext uri="{FF2B5EF4-FFF2-40B4-BE49-F238E27FC236}">
                <a16:creationId xmlns:a16="http://schemas.microsoft.com/office/drawing/2014/main" id="{63896A0F-5F15-4378-BAFB-D793CA16EEA7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877300" y="6314440"/>
            <a:ext cx="2711450" cy="3168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37.xml><?xml version="1.0" encoding="utf-8"?>
<p:sldLayout xmlns:p="http://schemas.openxmlformats.org/presentationml/2006/main" type="twoTxTwoObj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15E7213-2E18-401E-90C6-C20C009A8228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609556" y="482601"/>
            <a:ext cx="10972888" cy="71120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0CC45CB4-E405-4B61-9D7F-2C12DFA7C535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607060" y="1524000"/>
            <a:ext cx="5257842" cy="914407"/>
          </a:xfrm>
        </p:spPr>
        <p:txBody>
          <a:bodyPr xmlns:a="http://schemas.openxmlformats.org/drawingml/2006/main" anchor="ctr"/>
          <a:lstStyle xmlns:a="http://schemas.openxmlformats.org/drawingml/2006/main"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 xmlns:a="http://schemas.openxmlformats.org/drawingml/2006/main"/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58200752-286D-4E84-8E0E-B31341C6CF0D}"/>
              </a:ext>
            </a:extLst>
          </p:cNvPr>
          <p:cNvSpPr/>
          <p:nvPr>
            <p:ph idx="2"/>
          </p:nvPr>
        </p:nvSpPr>
        <p:spPr>
          <a:xfrm xmlns:a="http://schemas.openxmlformats.org/drawingml/2006/main">
            <a:off x="609600" y="2540000"/>
            <a:ext cx="5257800" cy="370843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3CC3F70C-E678-4E65-A09F-3ABBEB770382}"/>
              </a:ext>
            </a:extLst>
          </p:cNvPr>
          <p:cNvSpPr/>
          <p:nvPr>
            <p:ph type="body" idx="3"/>
          </p:nvPr>
        </p:nvSpPr>
        <p:spPr>
          <a:xfrm xmlns:a="http://schemas.openxmlformats.org/drawingml/2006/main">
            <a:off x="6324411" y="1523712"/>
            <a:ext cx="5257842" cy="914407"/>
          </a:xfrm>
        </p:spPr>
        <p:txBody>
          <a:bodyPr xmlns:a="http://schemas.openxmlformats.org/drawingml/2006/main" anchor="ctr"/>
          <a:lstStyle xmlns:a="http://schemas.openxmlformats.org/drawingml/2006/main"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 xmlns:a="http://schemas.openxmlformats.org/drawingml/2006/main"/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9C67F6AB-D744-455B-A2A8-EF1197D311FF}"/>
              </a:ext>
            </a:extLst>
          </p:cNvPr>
          <p:cNvSpPr/>
          <p:nvPr>
            <p:ph idx="4"/>
          </p:nvPr>
        </p:nvSpPr>
        <p:spPr>
          <a:xfrm xmlns:a="http://schemas.openxmlformats.org/drawingml/2006/main">
            <a:off x="6324600" y="2540000"/>
            <a:ext cx="5257800" cy="370843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日期占位符 18">
            <a:extLst xmlns:a="http://schemas.openxmlformats.org/drawingml/2006/main">
              <a:ext uri="{FF2B5EF4-FFF2-40B4-BE49-F238E27FC236}">
                <a16:creationId xmlns:a16="http://schemas.microsoft.com/office/drawing/2014/main" id="{3B2F7DFE-FC6C-4F23-9566-F37770BF7B74}"/>
              </a:ext>
            </a:extLst>
          </p:cNvPr>
          <p:cNvSpPr/>
          <p:nvPr>
            <p:ph type="dt" idx="10"/>
          </p:nvPr>
        </p:nvSpPr>
        <p:spPr>
          <a:xfrm xmlns:a="http://schemas.openxmlformats.org/drawingml/2006/main">
            <a:off x="603250" y="6314440"/>
            <a:ext cx="2708910" cy="31686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页脚占位符 19">
            <a:extLst xmlns:a="http://schemas.openxmlformats.org/drawingml/2006/main">
              <a:ext uri="{FF2B5EF4-FFF2-40B4-BE49-F238E27FC236}">
                <a16:creationId xmlns:a16="http://schemas.microsoft.com/office/drawing/2014/main" id="{3C1EF7D3-8A35-4A4F-812E-FFB7365725E6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灯片编号占位符 20">
            <a:extLst xmlns:a="http://schemas.openxmlformats.org/drawingml/2006/main">
              <a:ext uri="{FF2B5EF4-FFF2-40B4-BE49-F238E27FC236}">
                <a16:creationId xmlns:a16="http://schemas.microsoft.com/office/drawing/2014/main" id="{47E3B10E-1264-47CC-B441-EA8C29C85899}"/>
              </a:ext>
            </a:extLst>
          </p:cNvPr>
          <p:cNvSpPr/>
          <p:nvPr>
            <p:ph type="sldNum" idx="12"/>
          </p:nvPr>
        </p:nvSpPr>
        <p:spPr>
          <a:xfrm xmlns:a="http://schemas.openxmlformats.org/drawingml/2006/main">
            <a:off x="8877300" y="6314440"/>
            <a:ext cx="2709545" cy="31686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38.xml><?xml version="1.0" encoding="utf-8"?>
<p:sldLayout xmlns:p="http://schemas.openxmlformats.org/presentationml/2006/main" type="twoObj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42A35B1-F0BB-4E1C-B660-FFE7E9871603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609556" y="482457"/>
            <a:ext cx="10972888" cy="71120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6BD2B77E-9DB5-4DF9-B0DE-985CEA2C81C9}"/>
              </a:ext>
            </a:extLst>
          </p:cNvPr>
          <p:cNvSpPr/>
          <p:nvPr>
            <p:ph idx="1"/>
          </p:nvPr>
        </p:nvSpPr>
        <p:spPr>
          <a:xfrm xmlns:a="http://schemas.openxmlformats.org/drawingml/2006/main">
            <a:off x="609584" y="1523857"/>
            <a:ext cx="5257842" cy="47244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65AC0CA6-83A0-4775-8197-E862A6641D87}"/>
              </a:ext>
            </a:extLst>
          </p:cNvPr>
          <p:cNvSpPr/>
          <p:nvPr>
            <p:ph idx="2"/>
          </p:nvPr>
        </p:nvSpPr>
        <p:spPr>
          <a:xfrm xmlns:a="http://schemas.openxmlformats.org/drawingml/2006/main">
            <a:off x="6322060" y="1524000"/>
            <a:ext cx="5266690" cy="47244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页脚占位符 11">
            <a:extLst xmlns:a="http://schemas.openxmlformats.org/drawingml/2006/main">
              <a:ext uri="{FF2B5EF4-FFF2-40B4-BE49-F238E27FC236}">
                <a16:creationId xmlns:a16="http://schemas.microsoft.com/office/drawing/2014/main" id="{E16B951D-FD36-46B4-8F51-C40D3D87753F}"/>
              </a:ext>
            </a:extLst>
          </p:cNvPr>
          <p:cNvSpPr/>
          <p:nvPr>
            <p:ph type="ftr" idx="3"/>
          </p:nvPr>
        </p:nvSpPr>
        <p:spPr>
          <a:xfrm xmlns:a="http://schemas.openxmlformats.org/drawingml/2006/main">
            <a:off x="4116000" y="6314400"/>
            <a:ext cx="396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14" name="日期占位符 13">
            <a:extLst xmlns:a="http://schemas.openxmlformats.org/drawingml/2006/main">
              <a:ext uri="{FF2B5EF4-FFF2-40B4-BE49-F238E27FC236}">
                <a16:creationId xmlns:a16="http://schemas.microsoft.com/office/drawing/2014/main" id="{454DB1C3-9F8F-4B80-8AC2-8495576F3DA7}"/>
              </a:ext>
            </a:extLst>
          </p:cNvPr>
          <p:cNvSpPr/>
          <p:nvPr>
            <p:ph type="dt" idx="10"/>
          </p:nvPr>
        </p:nvSpPr>
        <p:spPr>
          <a:xfrm xmlns:a="http://schemas.openxmlformats.org/drawingml/2006/main">
            <a:off x="603250" y="6314440"/>
            <a:ext cx="2708910" cy="31686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灯片编号占位符 14">
            <a:extLst xmlns:a="http://schemas.openxmlformats.org/drawingml/2006/main">
              <a:ext uri="{FF2B5EF4-FFF2-40B4-BE49-F238E27FC236}">
                <a16:creationId xmlns:a16="http://schemas.microsoft.com/office/drawing/2014/main" id="{0A5654F5-2D19-49A5-B8EB-D59E18D0781D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877300" y="6314440"/>
            <a:ext cx="2711450" cy="3168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39.xml><?xml version="1.0" encoding="utf-8"?>
<p:sldLayout xmlns:p="http://schemas.openxmlformats.org/presentationml/2006/main" type="secHead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CEE9C04-7DC9-4245-8DE1-51E11A4EE491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DC57481B-14E4-4BFB-B108-1EACA5B74B45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/>
        </p:txBody>
      </p:sp>
      <p:sp>
        <p:nvSpPr>
          <p:cNvPr id="10" name="日期占位符 9">
            <a:extLst xmlns:a="http://schemas.openxmlformats.org/drawingml/2006/main">
              <a:ext uri="{FF2B5EF4-FFF2-40B4-BE49-F238E27FC236}">
                <a16:creationId xmlns:a16="http://schemas.microsoft.com/office/drawing/2014/main" id="{8B96E9C1-FE0F-47A6-8293-67F9884FA19A}"/>
              </a:ext>
            </a:extLst>
          </p:cNvPr>
          <p:cNvSpPr/>
          <p:nvPr>
            <p:ph type="dt" idx="2"/>
          </p:nvPr>
        </p:nvSpPr>
        <p:spPr>
          <a:xfrm xmlns:a="http://schemas.openxmlformats.org/drawingml/2006/main">
            <a:off x="605155" y="6314440"/>
            <a:ext cx="2707005" cy="3168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11" name="页脚占位符 10">
            <a:extLst xmlns:a="http://schemas.openxmlformats.org/drawingml/2006/main">
              <a:ext uri="{FF2B5EF4-FFF2-40B4-BE49-F238E27FC236}">
                <a16:creationId xmlns:a16="http://schemas.microsoft.com/office/drawing/2014/main" id="{D1D20223-7846-4701-9F63-31792DE5B539}"/>
              </a:ext>
            </a:extLst>
          </p:cNvPr>
          <p:cNvSpPr/>
          <p:nvPr>
            <p:ph type="ftr" idx="3"/>
          </p:nvPr>
        </p:nvSpPr>
        <p:spPr>
          <a:xfrm xmlns:a="http://schemas.openxmlformats.org/drawingml/2006/main">
            <a:off x="4116000" y="6314400"/>
            <a:ext cx="396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12" name="灯片编号占位符 11">
            <a:extLst xmlns:a="http://schemas.openxmlformats.org/drawingml/2006/main">
              <a:ext uri="{FF2B5EF4-FFF2-40B4-BE49-F238E27FC236}">
                <a16:creationId xmlns:a16="http://schemas.microsoft.com/office/drawing/2014/main" id="{DA46979F-2D10-49B0-8ACC-555EE3D595F5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877300" y="6314440"/>
            <a:ext cx="2711450" cy="3168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40.xml><?xml version="1.0" encoding="utf-8"?>
<p:sldLayout xmlns:p="http://schemas.openxmlformats.org/presentationml/2006/main" type="blank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日期占位符 7">
            <a:extLst xmlns:a="http://schemas.openxmlformats.org/drawingml/2006/main">
              <a:ext uri="{FF2B5EF4-FFF2-40B4-BE49-F238E27FC236}">
                <a16:creationId xmlns:a16="http://schemas.microsoft.com/office/drawing/2014/main" id="{739AF104-3EF0-4D75-BC3A-ECCAEF36E338}"/>
              </a:ext>
            </a:extLst>
          </p:cNvPr>
          <p:cNvSpPr/>
          <p:nvPr>
            <p:ph type="dt" idx="2"/>
          </p:nvPr>
        </p:nvSpPr>
        <p:spPr>
          <a:xfrm xmlns:a="http://schemas.openxmlformats.org/drawingml/2006/main">
            <a:off x="605155" y="6314440"/>
            <a:ext cx="2707005" cy="3168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9" name="页脚占位符 8">
            <a:extLst xmlns:a="http://schemas.openxmlformats.org/drawingml/2006/main">
              <a:ext uri="{FF2B5EF4-FFF2-40B4-BE49-F238E27FC236}">
                <a16:creationId xmlns:a16="http://schemas.microsoft.com/office/drawing/2014/main" id="{571AF057-C1FF-4974-8C61-B08FC05D5CE9}"/>
              </a:ext>
            </a:extLst>
          </p:cNvPr>
          <p:cNvSpPr/>
          <p:nvPr>
            <p:ph type="ftr" idx="3"/>
          </p:nvPr>
        </p:nvSpPr>
        <p:spPr>
          <a:xfrm xmlns:a="http://schemas.openxmlformats.org/drawingml/2006/main">
            <a:off x="4116000" y="6314400"/>
            <a:ext cx="396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10" name="灯片编号占位符 9">
            <a:extLst xmlns:a="http://schemas.openxmlformats.org/drawingml/2006/main">
              <a:ext uri="{FF2B5EF4-FFF2-40B4-BE49-F238E27FC236}">
                <a16:creationId xmlns:a16="http://schemas.microsoft.com/office/drawing/2014/main" id="{C3B2C113-5201-4C12-B621-D70FACA4970D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877300" y="6314440"/>
            <a:ext cx="2711450" cy="3168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41.xml><?xml version="1.0" encoding="utf-8"?>
<p:sldLayout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6561163-C115-4487-9D3E-B00BE7FAACC9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609584" y="482457"/>
            <a:ext cx="10972888" cy="71120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12D0992A-212D-4B01-BBBD-1B244E35D304}"/>
              </a:ext>
            </a:extLst>
          </p:cNvPr>
          <p:cNvSpPr/>
          <p:nvPr>
            <p:ph idx="1"/>
          </p:nvPr>
        </p:nvSpPr>
        <p:spPr>
          <a:xfrm xmlns:a="http://schemas.openxmlformats.org/drawingml/2006/main">
            <a:off x="609556" y="1524000"/>
            <a:ext cx="10972888" cy="47244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日期占位符 9">
            <a:extLst xmlns:a="http://schemas.openxmlformats.org/drawingml/2006/main">
              <a:ext uri="{FF2B5EF4-FFF2-40B4-BE49-F238E27FC236}">
                <a16:creationId xmlns:a16="http://schemas.microsoft.com/office/drawing/2014/main" id="{B1194E60-F45E-4182-9D16-991ED4CFD9C3}"/>
              </a:ext>
            </a:extLst>
          </p:cNvPr>
          <p:cNvSpPr/>
          <p:nvPr>
            <p:ph type="dt" idx="2"/>
          </p:nvPr>
        </p:nvSpPr>
        <p:spPr>
          <a:xfrm xmlns:a="http://schemas.openxmlformats.org/drawingml/2006/main">
            <a:off x="605155" y="6314440"/>
            <a:ext cx="2707005" cy="3168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11" name="页脚占位符 10">
            <a:extLst xmlns:a="http://schemas.openxmlformats.org/drawingml/2006/main">
              <a:ext uri="{FF2B5EF4-FFF2-40B4-BE49-F238E27FC236}">
                <a16:creationId xmlns:a16="http://schemas.microsoft.com/office/drawing/2014/main" id="{47606FA7-8492-41DE-9EF7-03BCB37751A3}"/>
              </a:ext>
            </a:extLst>
          </p:cNvPr>
          <p:cNvSpPr/>
          <p:nvPr>
            <p:ph type="ftr" idx="3"/>
          </p:nvPr>
        </p:nvSpPr>
        <p:spPr>
          <a:xfrm xmlns:a="http://schemas.openxmlformats.org/drawingml/2006/main">
            <a:off x="4116000" y="6314400"/>
            <a:ext cx="396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12" name="灯片编号占位符 11">
            <a:extLst xmlns:a="http://schemas.openxmlformats.org/drawingml/2006/main">
              <a:ext uri="{FF2B5EF4-FFF2-40B4-BE49-F238E27FC236}">
                <a16:creationId xmlns:a16="http://schemas.microsoft.com/office/drawing/2014/main" id="{A0EC3A95-CCA3-4F2A-B2D3-1B490942B9B8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877300" y="6314440"/>
            <a:ext cx="2711450" cy="3168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42.xml><?xml version="1.0" encoding="utf-8"?>
<p:sldLayout xmlns:p="http://schemas.openxmlformats.org/presentationml/2006/main">
  <p:cSld name="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内容占位符 1">
            <a:extLst xmlns:a="http://schemas.openxmlformats.org/drawingml/2006/main">
              <a:ext uri="{FF2B5EF4-FFF2-40B4-BE49-F238E27FC236}">
                <a16:creationId xmlns:a16="http://schemas.microsoft.com/office/drawing/2014/main" id="{A2CD4C7E-DBA1-4132-8B4D-2DC3DA1B1BE8}"/>
              </a:ext>
            </a:extLst>
          </p:cNvPr>
          <p:cNvSpPr/>
          <p:nvPr>
            <p:ph idx="0"/>
          </p:nvPr>
        </p:nvSpPr>
        <p:spPr>
          <a:xfrm xmlns:a="http://schemas.openxmlformats.org/drawingml/2006/main">
            <a:off x="609600" y="609600"/>
            <a:ext cx="10973435" cy="5638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日期占位符 11">
            <a:extLst xmlns:a="http://schemas.openxmlformats.org/drawingml/2006/main">
              <a:ext uri="{FF2B5EF4-FFF2-40B4-BE49-F238E27FC236}">
                <a16:creationId xmlns:a16="http://schemas.microsoft.com/office/drawing/2014/main" id="{7C6C6D37-8C5F-46C0-8BC0-0F558B924BCF}"/>
              </a:ext>
            </a:extLst>
          </p:cNvPr>
          <p:cNvSpPr/>
          <p:nvPr>
            <p:ph type="dt" idx="2"/>
          </p:nvPr>
        </p:nvSpPr>
        <p:spPr>
          <a:xfrm xmlns:a="http://schemas.openxmlformats.org/drawingml/2006/main">
            <a:off x="605155" y="6314440"/>
            <a:ext cx="2707005" cy="3168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13" name="页脚占位符 12">
            <a:extLst xmlns:a="http://schemas.openxmlformats.org/drawingml/2006/main">
              <a:ext uri="{FF2B5EF4-FFF2-40B4-BE49-F238E27FC236}">
                <a16:creationId xmlns:a16="http://schemas.microsoft.com/office/drawing/2014/main" id="{AD0EDA27-00D5-4CDD-8D5D-1778CD7AC1FC}"/>
              </a:ext>
            </a:extLst>
          </p:cNvPr>
          <p:cNvSpPr/>
          <p:nvPr>
            <p:ph type="ftr" idx="3"/>
          </p:nvPr>
        </p:nvSpPr>
        <p:spPr>
          <a:xfrm xmlns:a="http://schemas.openxmlformats.org/drawingml/2006/main">
            <a:off x="4116000" y="6314400"/>
            <a:ext cx="396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14" name="灯片编号占位符 13">
            <a:extLst xmlns:a="http://schemas.openxmlformats.org/drawingml/2006/main">
              <a:ext uri="{FF2B5EF4-FFF2-40B4-BE49-F238E27FC236}">
                <a16:creationId xmlns:a16="http://schemas.microsoft.com/office/drawing/2014/main" id="{3BD79330-0C5C-4E3A-8C79-CFF4592E3CF9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877300" y="6314440"/>
            <a:ext cx="2711450" cy="3168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43.xml><?xml version="1.0" encoding="utf-8"?>
<p:sldLayout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F5418EB-51F8-4C47-82E6-C5583A2B8706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3968" y="136131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054BD3EE-250C-49F5-9418-2AD3CF6D7E6A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3968" y="384098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10" name="日期占位符 9">
            <a:extLst xmlns:a="http://schemas.openxmlformats.org/drawingml/2006/main">
              <a:ext uri="{FF2B5EF4-FFF2-40B4-BE49-F238E27FC236}">
                <a16:creationId xmlns:a16="http://schemas.microsoft.com/office/drawing/2014/main" id="{0DBC37C0-F26B-4816-A8AF-C4056769CF92}"/>
              </a:ext>
            </a:extLst>
          </p:cNvPr>
          <p:cNvSpPr/>
          <p:nvPr>
            <p:ph type="dt" idx="2"/>
          </p:nvPr>
        </p:nvSpPr>
        <p:spPr>
          <a:xfrm xmlns:a="http://schemas.openxmlformats.org/drawingml/2006/main">
            <a:off x="605155" y="6314440"/>
            <a:ext cx="2707005" cy="3168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11" name="页脚占位符 10">
            <a:extLst xmlns:a="http://schemas.openxmlformats.org/drawingml/2006/main">
              <a:ext uri="{FF2B5EF4-FFF2-40B4-BE49-F238E27FC236}">
                <a16:creationId xmlns:a16="http://schemas.microsoft.com/office/drawing/2014/main" id="{FECDD211-4934-4C97-96D8-846EE8E8DF83}"/>
              </a:ext>
            </a:extLst>
          </p:cNvPr>
          <p:cNvSpPr/>
          <p:nvPr>
            <p:ph type="ftr" idx="3"/>
          </p:nvPr>
        </p:nvSpPr>
        <p:spPr>
          <a:xfrm xmlns:a="http://schemas.openxmlformats.org/drawingml/2006/main">
            <a:off x="4116000" y="6314400"/>
            <a:ext cx="396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12" name="灯片编号占位符 11">
            <a:extLst xmlns:a="http://schemas.openxmlformats.org/drawingml/2006/main">
              <a:ext uri="{FF2B5EF4-FFF2-40B4-BE49-F238E27FC236}">
                <a16:creationId xmlns:a16="http://schemas.microsoft.com/office/drawing/2014/main" id="{2D040865-D7C4-4F49-B543-9B7680025E3E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877300" y="6314440"/>
            <a:ext cx="2711450" cy="3168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781e6597f80548aa" /><Relationship Type="http://schemas.openxmlformats.org/officeDocument/2006/relationships/slideLayout" Target="/ppt/slideLayouts/slideLayout2.xml" Id="R4a3df976e5fc41ba" /><Relationship Type="http://schemas.openxmlformats.org/officeDocument/2006/relationships/slideLayout" Target="/ppt/slideLayouts/slideLayout3.xml" Id="R5f18278e6dd347e6" /><Relationship Type="http://schemas.openxmlformats.org/officeDocument/2006/relationships/slideLayout" Target="/ppt/slideLayouts/slideLayout4.xml" Id="R9b27aa694a7345cb" /><Relationship Type="http://schemas.openxmlformats.org/officeDocument/2006/relationships/slideLayout" Target="/ppt/slideLayouts/slideLayout5.xml" Id="Rdb42e10bd24348ab" /><Relationship Type="http://schemas.openxmlformats.org/officeDocument/2006/relationships/slideLayout" Target="/ppt/slideLayouts/slideLayout6.xml" Id="R27435602faf74a1e" /><Relationship Type="http://schemas.openxmlformats.org/officeDocument/2006/relationships/slideLayout" Target="/ppt/slideLayouts/slideLayout7.xml" Id="Rf065988b87764bb3" /><Relationship Type="http://schemas.openxmlformats.org/officeDocument/2006/relationships/slideLayout" Target="/ppt/slideLayouts/slideLayout8.xml" Id="Rd0cde39135db414d" /><Relationship Type="http://schemas.openxmlformats.org/officeDocument/2006/relationships/slideLayout" Target="/ppt/slideLayouts/slideLayout9.xml" Id="Rcc71d0954d4046a6" /><Relationship Type="http://schemas.openxmlformats.org/officeDocument/2006/relationships/slideLayout" Target="/ppt/slideLayouts/slideLayout10.xml" Id="R076ff5140522496e" /><Relationship Type="http://schemas.openxmlformats.org/officeDocument/2006/relationships/slideLayout" Target="/ppt/slideLayouts/slideLayout11.xml" Id="Red4cdc2726a04e32" /><Relationship Type="http://schemas.openxmlformats.org/officeDocument/2006/relationships/slideLayout" Target="/ppt/slideLayouts/slideLayout12.xml" Id="R68ed83898c0d4675" /><Relationship Type="http://schemas.openxmlformats.org/officeDocument/2006/relationships/slideLayout" Target="/ppt/slideLayouts/slideLayout13.xml" Id="Rf6eaf7208c4843f2" /><Relationship Type="http://schemas.openxmlformats.org/officeDocument/2006/relationships/slideLayout" Target="/ppt/slideLayouts/slideLayout14.xml" Id="R1054598c3f94477c" /><Relationship Type="http://schemas.openxmlformats.org/officeDocument/2006/relationships/slideLayout" Target="/ppt/slideLayouts/slideLayout15.xml" Id="Rb7a545acce1440c3" /><Relationship Type="http://schemas.openxmlformats.org/officeDocument/2006/relationships/slideLayout" Target="/ppt/slideLayouts/slideLayout16.xml" Id="Ra943fc3ec02248aa" /><Relationship Type="http://schemas.openxmlformats.org/officeDocument/2006/relationships/slideLayout" Target="/ppt/slideLayouts/slideLayout17.xml" Id="Re129673798e3487c" /><Relationship Type="http://schemas.openxmlformats.org/officeDocument/2006/relationships/slideLayout" Target="/ppt/slideLayouts/slideLayout18.xml" Id="Rb2a5b0dbfeed4018" /><Relationship Type="http://schemas.openxmlformats.org/officeDocument/2006/relationships/slideLayout" Target="/ppt/slideLayouts/slideLayout19.xml" Id="R11a1fe5e28504566" /><Relationship Type="http://schemas.openxmlformats.org/officeDocument/2006/relationships/slideLayout" Target="/ppt/slideLayouts/slideLayout20.xml" Id="R8f59059a8cbd41e5" /><Relationship Type="http://schemas.openxmlformats.org/officeDocument/2006/relationships/slideLayout" Target="/ppt/slideLayouts/slideLayout21.xml" Id="Rec259104f5d84740" /><Relationship Type="http://schemas.openxmlformats.org/officeDocument/2006/relationships/slideLayout" Target="/ppt/slideLayouts/slideLayout22.xml" Id="R95386f8a3fff465d" /><Relationship Type="http://schemas.openxmlformats.org/officeDocument/2006/relationships/slideLayout" Target="/ppt/slideLayouts/slideLayout23.xml" Id="Rbf4ef02896cb4fad" /><Relationship Type="http://schemas.openxmlformats.org/officeDocument/2006/relationships/slideLayout" Target="/ppt/slideLayouts/slideLayout24.xml" Id="R39fbbc57013a4b76" /><Relationship Type="http://schemas.openxmlformats.org/officeDocument/2006/relationships/slideLayout" Target="/ppt/slideLayouts/slideLayout25.xml" Id="R02a5020b599f498b" /><Relationship Type="http://schemas.openxmlformats.org/officeDocument/2006/relationships/slideLayout" Target="/ppt/slideLayouts/slideLayout26.xml" Id="R5f8d7f8b36f04122" /><Relationship Type="http://schemas.openxmlformats.org/officeDocument/2006/relationships/slideLayout" Target="/ppt/slideLayouts/slideLayout27.xml" Id="R0e660561f77941ce" /><Relationship Type="http://schemas.openxmlformats.org/officeDocument/2006/relationships/slideLayout" Target="/ppt/slideLayouts/slideLayout28.xml" Id="Rcd1d4b553dcb4174" /><Relationship Type="http://schemas.openxmlformats.org/officeDocument/2006/relationships/slideLayout" Target="/ppt/slideLayouts/slideLayout29.xml" Id="R00a68fcaded54d46" /><Relationship Type="http://schemas.openxmlformats.org/officeDocument/2006/relationships/slideLayout" Target="/ppt/slideLayouts/slideLayout30.xml" Id="R9641d450a600422e" /><Relationship Type="http://schemas.openxmlformats.org/officeDocument/2006/relationships/slideLayout" Target="/ppt/slideLayouts/slideLayout31.xml" Id="R6cf60c7fbbcf4bba" /><Relationship Type="http://schemas.openxmlformats.org/officeDocument/2006/relationships/slideLayout" Target="/ppt/slideLayouts/slideLayout32.xml" Id="R3b6403a6c73b4995" /><Relationship Type="http://schemas.openxmlformats.org/officeDocument/2006/relationships/slideLayout" Target="/ppt/slideLayouts/slideLayout33.xml" Id="R6e96d423058a4d1c" /><Relationship Type="http://schemas.openxmlformats.org/officeDocument/2006/relationships/slideLayout" Target="/ppt/slideLayouts/slideLayout34.xml" Id="R256231b815d24b16" /><Relationship Type="http://schemas.openxmlformats.org/officeDocument/2006/relationships/slideLayout" Target="/ppt/slideLayouts/slideLayout35.xml" Id="R470d8e9fd43c49db" /><Relationship Type="http://schemas.openxmlformats.org/officeDocument/2006/relationships/slideLayout" Target="/ppt/slideLayouts/slideLayout36.xml" Id="R24388b93bd074ea1" /><Relationship Type="http://schemas.openxmlformats.org/officeDocument/2006/relationships/slideLayout" Target="/ppt/slideLayouts/slideLayout37.xml" Id="R3eaa9b1c6e55470e" /><Relationship Type="http://schemas.openxmlformats.org/officeDocument/2006/relationships/slideLayout" Target="/ppt/slideLayouts/slideLayout38.xml" Id="Raf57c800ec13404f" /><Relationship Type="http://schemas.openxmlformats.org/officeDocument/2006/relationships/slideLayout" Target="/ppt/slideLayouts/slideLayout39.xml" Id="Rdc487b83437b46eb" /><Relationship Type="http://schemas.openxmlformats.org/officeDocument/2006/relationships/slideLayout" Target="/ppt/slideLayouts/slideLayout40.xml" Id="Rda19a7e1a13a4ad3" /><Relationship Type="http://schemas.openxmlformats.org/officeDocument/2006/relationships/slideLayout" Target="/ppt/slideLayouts/slideLayout41.xml" Id="Rf626764bb04e4797" /><Relationship Type="http://schemas.openxmlformats.org/officeDocument/2006/relationships/slideLayout" Target="/ppt/slideLayouts/slideLayout42.xml" Id="R1a2c7f2846da475b" /><Relationship Type="http://schemas.openxmlformats.org/officeDocument/2006/relationships/slideLayout" Target="/ppt/slideLayouts/slideLayout43.xml" Id="Rdff55c1447d44fe9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A5A547C4-0635-428A-96F8-3791E65E2931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608400" y="608400"/>
            <a:ext cx="10969200" cy="705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0170" tIns="46990" rIns="90170" bIns="46990" anchor="ctr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6B4E0E5F-764C-4912-A3DC-75FD2CFBBF7F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608400" y="1490400"/>
            <a:ext cx="10969200" cy="475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94287A19-3E56-4CF4-AFF4-B3763EEE190C}"/>
              </a:ext>
            </a:extLst>
          </p:cNvPr>
          <p:cNvSpPr/>
          <p:nvPr>
            <p:ph type="dt" idx="2"/>
          </p:nvPr>
        </p:nvSpPr>
        <p:spPr>
          <a:xfrm xmlns:a="http://schemas.openxmlformats.org/drawingml/2006/main">
            <a:off x="612000" y="6314400"/>
            <a:ext cx="270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7E4E550E-E443-498F-AAFF-DC0C5653D930}"/>
              </a:ext>
            </a:extLst>
          </p:cNvPr>
          <p:cNvSpPr/>
          <p:nvPr>
            <p:ph type="ftr" idx="3"/>
          </p:nvPr>
        </p:nvSpPr>
        <p:spPr>
          <a:xfrm xmlns:a="http://schemas.openxmlformats.org/drawingml/2006/main">
            <a:off x="4116000" y="6314400"/>
            <a:ext cx="396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DCF89BF-7477-489B-AA10-B6D926DFB846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877600" y="6314400"/>
            <a:ext cx="270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7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D79D8470-FAC0-41A8-B3B7-2450D979FD9A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608400" y="608400"/>
            <a:ext cx="10969200" cy="705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0170" tIns="46990" rIns="90170" bIns="46990" anchor="ctr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7E6CD408-7E8E-47DD-87F7-578976FDD09A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608400" y="1490400"/>
            <a:ext cx="10969200" cy="475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9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77907016-C754-4891-8FF8-9879FC0610A2}"/>
              </a:ext>
            </a:extLst>
          </p:cNvPr>
          <p:cNvSpPr/>
          <p:nvPr>
            <p:ph type="dt" idx="2"/>
          </p:nvPr>
        </p:nvSpPr>
        <p:spPr>
          <a:xfrm xmlns:a="http://schemas.openxmlformats.org/drawingml/2006/main">
            <a:off x="612000" y="6314400"/>
            <a:ext cx="270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10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A1B1D146-1450-4597-A6BE-7ABE56B73174}"/>
              </a:ext>
            </a:extLst>
          </p:cNvPr>
          <p:cNvSpPr/>
          <p:nvPr>
            <p:ph type="ftr" idx="3"/>
          </p:nvPr>
        </p:nvSpPr>
        <p:spPr>
          <a:xfrm xmlns:a="http://schemas.openxmlformats.org/drawingml/2006/main">
            <a:off x="4116000" y="6314400"/>
            <a:ext cx="396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11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7E72424E-98EF-41DE-AA9C-C5E3BC6B6930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877600" y="6314400"/>
            <a:ext cx="270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12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A112E3C-D9C1-48F9-B04C-06BDF1C4CB4B}"/>
              </a:ext>
            </a:extLst>
          </p:cNvPr>
          <p:cNvSpPr/>
          <p:nvPr>
            <p:ph type="dt" idx="2"/>
          </p:nvPr>
        </p:nvSpPr>
        <p:spPr>
          <a:xfrm xmlns:a="http://schemas.openxmlformats.org/drawingml/2006/main">
            <a:off x="605155" y="6314440"/>
            <a:ext cx="2707005" cy="3168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13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94AC6D7B-292F-4C14-B8B1-EEDB36EC17A3}"/>
              </a:ext>
            </a:extLst>
          </p:cNvPr>
          <p:cNvSpPr/>
          <p:nvPr>
            <p:ph type="ftr" idx="3"/>
          </p:nvPr>
        </p:nvSpPr>
        <p:spPr>
          <a:xfrm xmlns:a="http://schemas.openxmlformats.org/drawingml/2006/main">
            <a:off x="4116000" y="6314400"/>
            <a:ext cx="396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14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04C36795-C8BA-493A-B808-825014C32C79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877300" y="6314440"/>
            <a:ext cx="2711450" cy="3168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15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295705D-FEC6-41BB-9653-3280F5AD1A27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609556" y="482473"/>
            <a:ext cx="10972888" cy="7112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6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A5AC0D2B-22B2-4129-84BA-9C9478C92D2D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609556" y="1524000"/>
            <a:ext cx="10972888" cy="4724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Autofit/>
          </a:bodyPr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a3df976e5fc41ba"/>
    <p:sldLayoutId xmlns:r="http://schemas.openxmlformats.org/officeDocument/2006/relationships" id="2147483650" r:id="R5f18278e6dd347e6"/>
    <p:sldLayoutId xmlns:r="http://schemas.openxmlformats.org/officeDocument/2006/relationships" id="2147483651" r:id="R9b27aa694a7345cb"/>
    <p:sldLayoutId xmlns:r="http://schemas.openxmlformats.org/officeDocument/2006/relationships" id="2147483652" r:id="Rdb42e10bd24348ab"/>
    <p:sldLayoutId xmlns:r="http://schemas.openxmlformats.org/officeDocument/2006/relationships" id="2147483653" r:id="R27435602faf74a1e"/>
    <p:sldLayoutId xmlns:r="http://schemas.openxmlformats.org/officeDocument/2006/relationships" id="2147483654" r:id="Rf065988b87764bb3"/>
    <p:sldLayoutId xmlns:r="http://schemas.openxmlformats.org/officeDocument/2006/relationships" id="2147483655" r:id="Rd0cde39135db414d"/>
    <p:sldLayoutId xmlns:r="http://schemas.openxmlformats.org/officeDocument/2006/relationships" id="2147483656" r:id="Rcc71d0954d4046a6"/>
    <p:sldLayoutId xmlns:r="http://schemas.openxmlformats.org/officeDocument/2006/relationships" id="2147483657" r:id="R076ff5140522496e"/>
    <p:sldLayoutId xmlns:r="http://schemas.openxmlformats.org/officeDocument/2006/relationships" id="2147483658" r:id="Red4cdc2726a04e32"/>
    <p:sldLayoutId xmlns:r="http://schemas.openxmlformats.org/officeDocument/2006/relationships" id="2147483659" r:id="R68ed83898c0d4675"/>
    <p:sldLayoutId xmlns:r="http://schemas.openxmlformats.org/officeDocument/2006/relationships" id="2147483660" r:id="Rf6eaf7208c4843f2"/>
    <p:sldLayoutId xmlns:r="http://schemas.openxmlformats.org/officeDocument/2006/relationships" id="2147483661" r:id="R1054598c3f94477c"/>
    <p:sldLayoutId xmlns:r="http://schemas.openxmlformats.org/officeDocument/2006/relationships" id="2147483662" r:id="Rb7a545acce1440c3"/>
    <p:sldLayoutId xmlns:r="http://schemas.openxmlformats.org/officeDocument/2006/relationships" id="2147483663" r:id="Ra943fc3ec02248aa"/>
    <p:sldLayoutId xmlns:r="http://schemas.openxmlformats.org/officeDocument/2006/relationships" id="2147483664" r:id="Re129673798e3487c"/>
    <p:sldLayoutId xmlns:r="http://schemas.openxmlformats.org/officeDocument/2006/relationships" id="2147483665" r:id="Rb2a5b0dbfeed4018"/>
    <p:sldLayoutId xmlns:r="http://schemas.openxmlformats.org/officeDocument/2006/relationships" id="2147483666" r:id="R11a1fe5e28504566"/>
    <p:sldLayoutId xmlns:r="http://schemas.openxmlformats.org/officeDocument/2006/relationships" id="2147483667" r:id="R8f59059a8cbd41e5"/>
    <p:sldLayoutId xmlns:r="http://schemas.openxmlformats.org/officeDocument/2006/relationships" id="2147483668" r:id="Rec259104f5d84740"/>
    <p:sldLayoutId xmlns:r="http://schemas.openxmlformats.org/officeDocument/2006/relationships" id="2147483669" r:id="R95386f8a3fff465d"/>
    <p:sldLayoutId xmlns:r="http://schemas.openxmlformats.org/officeDocument/2006/relationships" id="2147483670" r:id="Rbf4ef02896cb4fad"/>
    <p:sldLayoutId xmlns:r="http://schemas.openxmlformats.org/officeDocument/2006/relationships" id="2147483671" r:id="R39fbbc57013a4b76"/>
    <p:sldLayoutId xmlns:r="http://schemas.openxmlformats.org/officeDocument/2006/relationships" id="2147483672" r:id="R02a5020b599f498b"/>
    <p:sldLayoutId xmlns:r="http://schemas.openxmlformats.org/officeDocument/2006/relationships" id="2147483673" r:id="R5f8d7f8b36f04122"/>
    <p:sldLayoutId xmlns:r="http://schemas.openxmlformats.org/officeDocument/2006/relationships" id="2147483674" r:id="R0e660561f77941ce"/>
    <p:sldLayoutId xmlns:r="http://schemas.openxmlformats.org/officeDocument/2006/relationships" id="2147483675" r:id="Rcd1d4b553dcb4174"/>
    <p:sldLayoutId xmlns:r="http://schemas.openxmlformats.org/officeDocument/2006/relationships" id="2147483676" r:id="R00a68fcaded54d46"/>
    <p:sldLayoutId xmlns:r="http://schemas.openxmlformats.org/officeDocument/2006/relationships" id="2147483677" r:id="R9641d450a600422e"/>
    <p:sldLayoutId xmlns:r="http://schemas.openxmlformats.org/officeDocument/2006/relationships" id="2147483678" r:id="R6cf60c7fbbcf4bba"/>
    <p:sldLayoutId xmlns:r="http://schemas.openxmlformats.org/officeDocument/2006/relationships" id="2147483679" r:id="R3b6403a6c73b4995"/>
    <p:sldLayoutId xmlns:r="http://schemas.openxmlformats.org/officeDocument/2006/relationships" id="2147483680" r:id="R6e96d423058a4d1c"/>
    <p:sldLayoutId xmlns:r="http://schemas.openxmlformats.org/officeDocument/2006/relationships" id="2147483681" r:id="R256231b815d24b16"/>
    <p:sldLayoutId xmlns:r="http://schemas.openxmlformats.org/officeDocument/2006/relationships" id="2147483682" r:id="R470d8e9fd43c49db"/>
    <p:sldLayoutId xmlns:r="http://schemas.openxmlformats.org/officeDocument/2006/relationships" id="2147483683" r:id="R24388b93bd074ea1"/>
    <p:sldLayoutId xmlns:r="http://schemas.openxmlformats.org/officeDocument/2006/relationships" id="2147483684" r:id="R3eaa9b1c6e55470e"/>
    <p:sldLayoutId xmlns:r="http://schemas.openxmlformats.org/officeDocument/2006/relationships" id="2147483685" r:id="Raf57c800ec13404f"/>
    <p:sldLayoutId xmlns:r="http://schemas.openxmlformats.org/officeDocument/2006/relationships" id="2147483686" r:id="Rdc487b83437b46eb"/>
    <p:sldLayoutId xmlns:r="http://schemas.openxmlformats.org/officeDocument/2006/relationships" id="2147483687" r:id="Rda19a7e1a13a4ad3"/>
    <p:sldLayoutId xmlns:r="http://schemas.openxmlformats.org/officeDocument/2006/relationships" id="2147483688" r:id="Rf626764bb04e4797"/>
    <p:sldLayoutId xmlns:r="http://schemas.openxmlformats.org/officeDocument/2006/relationships" id="2147483689" r:id="R1a2c7f2846da475b"/>
    <p:sldLayoutId xmlns:r="http://schemas.openxmlformats.org/officeDocument/2006/relationships" id="2147483690" r:id="Rdff55c1447d44fe9"/>
  </p:sldLayoutIdLst>
  <p:txStyles>
    <p:titleStyle>
      <a:lvl1pPr xmlns:a="http://schemas.openxmlformats.org/drawingml/2006/main" algn="l">
        <a:lnSpc>
          <a:spcPct val="100000"/>
        </a:lnSpc>
        <a:spcBef>
          <a:spcPts val="0"/>
        </a:spcBef>
        <a:buNone/>
        <a:defRPr sz="3600">
          <a:solidFill>
            <a:schemeClr val="tx1"/>
          </a:solidFill>
          <a:latin typeface="微软雅黑"/>
          <a:ea typeface="微软雅黑"/>
          <a:cs typeface="微软雅黑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400">
          <a:solidFill>
            <a:schemeClr val="tx1"/>
          </a:solidFill>
          <a:latin typeface="微软雅黑"/>
          <a:ea typeface="微软雅黑"/>
          <a:cs typeface="微软雅黑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微软雅黑"/>
          <a:ea typeface="微软雅黑"/>
          <a:cs typeface="微软雅黑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微软雅黑"/>
          <a:ea typeface="微软雅黑"/>
          <a:cs typeface="微软雅黑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微软雅黑"/>
          <a:ea typeface="微软雅黑"/>
          <a:cs typeface="微软雅黑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微软雅黑"/>
          <a:ea typeface="微软雅黑"/>
          <a:cs typeface="微软雅黑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spcAft>
          <a:spcPts val="0"/>
        </a:spcAft>
        <a:buChar char="•"/>
        <a:defRPr sz="2400">
          <a:solidFill>
            <a:schemeClr val="tx1"/>
          </a:solidFill>
          <a:latin typeface="微软雅黑"/>
          <a:ea typeface="微软雅黑"/>
          <a:cs typeface="微软雅黑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微软雅黑"/>
          <a:ea typeface="微软雅黑"/>
          <a:cs typeface="微软雅黑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微软雅黑"/>
          <a:ea typeface="微软雅黑"/>
          <a:cs typeface="微软雅黑"/>
        </a:defRPr>
      </a:lvl8pPr>
      <a:lvl9pPr xmlns:a="http://schemas.openxmlformats.org/drawingml/2006/main" marL="3657600" indent="0" algn="l">
        <a:lnSpc>
          <a:spcPct val="90000"/>
        </a:lnSpc>
        <a:spcBef>
          <a:spcPts val="500"/>
        </a:spcBef>
        <a:buNone/>
        <a:defRPr sz="2400">
          <a:solidFill>
            <a:schemeClr val="tx1"/>
          </a:solidFill>
          <a:latin typeface="微软雅黑"/>
          <a:ea typeface="微软雅黑"/>
          <a:cs typeface="微软雅黑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3.xml" Id="Rd7b7920e09c9429d" /><Relationship Type="http://schemas.openxmlformats.org/officeDocument/2006/relationships/notesSlide" Target="/ppt/notesSlides/notesSlide1.xml" Id="R873618a749d6427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5.xml" Id="R4a25b574c79f4960" /><Relationship Type="http://schemas.openxmlformats.org/officeDocument/2006/relationships/image" Target="/ppt/media/image.jpeg" Id="R7dce4c010bb8447f" /><Relationship Type="http://schemas.openxmlformats.org/officeDocument/2006/relationships/notesSlide" Target="/ppt/notesSlides/notesSlide2.xml" Id="R61430b6e9516454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3.xml" Id="R35206fa790954158" /><Relationship Type="http://schemas.openxmlformats.org/officeDocument/2006/relationships/image" Target="/ppt/media/image2.jpeg" Id="R6f438225ecd94129" /><Relationship Type="http://schemas.openxmlformats.org/officeDocument/2006/relationships/image" Target="/ppt/media/image3.jpeg" Id="R6f1f35c205ae4f51" /><Relationship Type="http://schemas.openxmlformats.org/officeDocument/2006/relationships/image" Target="/ppt/media/image.png" Id="Rba520df152b64e08" /><Relationship Type="http://schemas.openxmlformats.org/officeDocument/2006/relationships/notesSlide" Target="/ppt/notesSlides/notesSlide3.xml" Id="R44de512c8ae141e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48d8b271673e44f8" /><Relationship Type="http://schemas.openxmlformats.org/officeDocument/2006/relationships/image" Target="/ppt/media/image2.png" Id="Rb9b3f23008544e38" /><Relationship Type="http://schemas.openxmlformats.org/officeDocument/2006/relationships/image" Target="/ppt/media/image3.png" Id="R2dedbab9096f4323" /><Relationship Type="http://schemas.openxmlformats.org/officeDocument/2006/relationships/image" Target="/ppt/media/image4.png" Id="R00ea68b4c4d0433c" /><Relationship Type="http://schemas.openxmlformats.org/officeDocument/2006/relationships/notesSlide" Target="/ppt/notesSlides/notesSlide4.xml" Id="R041cd0646000484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2df9bebca3a440c" /><Relationship Type="http://schemas.openxmlformats.org/officeDocument/2006/relationships/image" Target="/ppt/media/image4.jpeg" Id="Rc5e5c8d36c6846bb" /><Relationship Type="http://schemas.openxmlformats.org/officeDocument/2006/relationships/image" Target="/ppt/media/image.svg" Id="Ra96839593bff4653" /><Relationship Type="http://schemas.openxmlformats.org/officeDocument/2006/relationships/image" Target="/ppt/media/image.jpeg" Id="Rcd3ed66c37ad4b28" /><Relationship Type="http://schemas.openxmlformats.org/officeDocument/2006/relationships/image" Target="/ppt/media/image2.svg" Id="Rae0a545a6c074aa8" /><Relationship Type="http://schemas.openxmlformats.org/officeDocument/2006/relationships/image" Target="/ppt/media/image2.jpeg" Id="R3eb9a72380c14cfc" /><Relationship Type="http://schemas.openxmlformats.org/officeDocument/2006/relationships/image" Target="/ppt/media/image3.svg" Id="Rc37f9f52f1214c6a" /><Relationship Type="http://schemas.openxmlformats.org/officeDocument/2006/relationships/image" Target="/ppt/media/image3.jpeg" Id="Rd79fceb64fd74149" /><Relationship Type="http://schemas.openxmlformats.org/officeDocument/2006/relationships/notesSlide" Target="/ppt/notesSlides/notesSlide5.xml" Id="R5cc0cb5df4fe449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a9a2688282a47a4" /><Relationship Type="http://schemas.openxmlformats.org/officeDocument/2006/relationships/image" Target="/ppt/media/image5.jpeg" Id="R20f7e04c76314871" /><Relationship Type="http://schemas.openxmlformats.org/officeDocument/2006/relationships/image" Target="/ppt/media/image4.svg" Id="R72db467ea4f14cc6" /><Relationship Type="http://schemas.openxmlformats.org/officeDocument/2006/relationships/image" Target="/ppt/media/image.png" Id="R29e33cc7317f4a53" /><Relationship Type="http://schemas.openxmlformats.org/officeDocument/2006/relationships/image" Target="/ppt/media/image5.svg" Id="R359318506ceb4ef5" /><Relationship Type="http://schemas.openxmlformats.org/officeDocument/2006/relationships/image" Target="/ppt/media/image2.png" Id="R9efd75c7e25f4fb0" /><Relationship Type="http://schemas.openxmlformats.org/officeDocument/2006/relationships/image" Target="/ppt/media/image6.svg" Id="R5db9c734a046480c" /><Relationship Type="http://schemas.openxmlformats.org/officeDocument/2006/relationships/image" Target="/ppt/media/image3.png" Id="R6a18eadcc9cf43c2" /><Relationship Type="http://schemas.openxmlformats.org/officeDocument/2006/relationships/notesSlide" Target="/ppt/notesSlides/notesSlide6.xml" Id="R9b2fa983cfb4460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7b60f2810c84459e" /><Relationship Type="http://schemas.openxmlformats.org/officeDocument/2006/relationships/image" Target="/ppt/media/image5.png" Id="Rf960891953cd4ae4" /><Relationship Type="http://schemas.openxmlformats.org/officeDocument/2006/relationships/notesSlide" Target="/ppt/notesSlides/notesSlide7.xml" Id="Rd1ac19ef78144e3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a5b42d1ee6564667" /><Relationship Type="http://schemas.openxmlformats.org/officeDocument/2006/relationships/image" Target="/ppt/media/image6.png" Id="R6287d6166ba54d45" /><Relationship Type="http://schemas.openxmlformats.org/officeDocument/2006/relationships/notesSlide" Target="/ppt/notesSlides/notesSlide8.xml" Id="R227b3d83600940f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4c176c5b62734695" /><Relationship Type="http://schemas.openxmlformats.org/officeDocument/2006/relationships/image" Target="/ppt/media/image6.jpeg" Id="R3b6c74e74be34918" /><Relationship Type="http://schemas.openxmlformats.org/officeDocument/2006/relationships/notesSlide" Target="/ppt/notesSlides/notesSlide9.xml" Id="R647b2705c35f490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8d61369d0d1146f5" /><Relationship Type="http://schemas.openxmlformats.org/officeDocument/2006/relationships/notesSlide" Target="/ppt/notesSlides/notesSlide10.xml" Id="R185e7036852a469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标题 4">
            <a:extLst xmlns:a="http://schemas.openxmlformats.org/drawingml/2006/main">
              <a:ext uri="{FF2B5EF4-FFF2-40B4-BE49-F238E27FC236}">
                <a16:creationId xmlns:a16="http://schemas.microsoft.com/office/drawing/2014/main" id="{30BCA269-1DFE-4276-8EC7-D8A51D9ECC4E}"/>
              </a:ext>
            </a:extLst>
          </p:cNvPr>
          <p:cNvSpPr>
            <a:spLocks xmlns:a="http://schemas.openxmlformats.org/drawingml/2006/main" noGrp="1"/>
          </p:cNvSpPr>
          <p:nvPr>
            <p:ph type="ctrTitle" idx="13"/>
          </p:nvPr>
        </p:nvSpPr>
        <p:spPr/>
        <p:txBody>
          <a:bodyPr xmlns:a="http://schemas.openxmlformats.org/drawingml/2006/main">
            <a:normAutofit fontScale="98264"/>
          </a:bodyPr>
          <a:lstStyle xmlns:a="http://schemas.openxmlformats.org/drawingml/2006/main"/>
          <a:p xmlns:a="http://schemas.openxmlformats.org/drawingml/2006/main">
            <a:r>
              <a:t>VIP 先生 家庭资产配置建议书</a:t>
            </a:r>
          </a:p>
        </p:txBody>
      </p:sp>
      <p:sp>
        <p:nvSpPr>
          <p:cNvPr id="7" name="文本占位符 6">
            <a:extLst xmlns:a="http://schemas.openxmlformats.org/drawingml/2006/main">
              <a:ext uri="{FF2B5EF4-FFF2-40B4-BE49-F238E27FC236}">
                <a16:creationId xmlns:a16="http://schemas.microsoft.com/office/drawing/2014/main" id="{BF60174D-9260-4F5E-850D-A6B1F23E768F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汉仪书宋二简"/>
                <a:ea typeface="汉仪书宋二简"/>
                <a:cs typeface="汉仪书宋二简"/>
              </a:rPr>
              <a:t>2026-06-01</a:t>
            </a:r>
          </a:p>
        </p:txBody>
      </p:sp>
    </p:spTree>
    <p:extLst>
      <p:ext uri="{BB962C8B-B14F-4D97-AF65-F5344CB8AC3E}">
        <p14:creationId xmlns:p14="http://schemas.microsoft.com/office/powerpoint/2010/main" val="113448849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7BA8DE3-996D-45C3-9A9C-2149CDABB1D3}"/>
              </a:ext>
            </a:extLst>
          </p:cNvPr>
          <p:cNvSpPr>
            <a:spLocks xmlns:a="http://schemas.openxmlformats.org/drawingml/2006/main" noGrp="1"/>
          </p:cNvSpPr>
          <p:nvPr>
            <p:ph type="ctrTitle" idx="16385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1000"/>
              </a:lnSpc>
              <a:buNone/>
            </a:pPr>
            <a:r>
              <a:rPr>
                <a:latin typeface="汉仪中宋简"/>
                <a:ea typeface="汉仪中宋简"/>
                <a:cs typeface="汉仪中宋简"/>
              </a:rPr>
              <a:t>友邦保险：长期财富管理实力</a:t>
            </a:r>
          </a:p>
        </p:txBody>
      </p:sp>
      <p:pic>
        <p:nvPicPr>
          <p:cNvPr id="3" name="内容占位符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ce4c010bb8447f"/>
          <a:srcRect xmlns:a="http://schemas.openxmlformats.org/drawingml/2006/main" l="26119" t="0" r="2611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609600"/>
            <a:ext cx="4038600" cy="5638800"/>
          </a:xfrm>
          <a:prstGeom xmlns:a="http://schemas.openxmlformats.org/drawingml/2006/main" prst="rect">
            <a:avLst/>
          </a:prstGeom>
        </p:spPr>
      </p:pic>
      <p:sp>
        <p:nvSpPr>
          <p:cNvPr id="4" name="装饰  2">
            <a:extLst xmlns:a="http://schemas.openxmlformats.org/drawingml/2006/main">
              <a:ext uri="{FF2B5EF4-FFF2-40B4-BE49-F238E27FC236}">
                <a16:creationId xmlns:a16="http://schemas.microsoft.com/office/drawing/2014/main" id="{FD5E2F8D-87B0-43E9-B0BC-BFA1FB657124}"/>
              </a:ext>
            </a:extLst>
          </p:cNvPr>
          <p:cNvSpPr>
            <a:spLocks xmlns:a="http://schemas.openxmlformats.org/drawingml/2006/main" noGrp="1"/>
          </p:cNvSpPr>
          <p:nvPr>
            <p:ph type="body" idx="1639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汉仪书宋二简"/>
                <a:ea typeface="汉仪书宋二简"/>
                <a:cs typeface="汉仪书宋二简"/>
              </a:rPr>
              <a:t>⁠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88B788C5-3E35-4896-A1A3-C967D866DDC4}"/>
              </a:ext>
            </a:extLst>
          </p:cNvPr>
          <p:cNvSpPr>
            <a:spLocks xmlns:a="http://schemas.openxmlformats.org/drawingml/2006/main" noGrp="1"/>
          </p:cNvSpPr>
          <p:nvPr>
            <p:ph type="body" idx="16386"/>
          </p:nvPr>
        </p:nvSpPr>
        <p:spPr/>
        <p:txBody>
          <a:bodyPr xmlns:a="http://schemas.openxmlformats.org/drawingml/2006/main">
            <a:normAutofit fontScale="688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1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公司资料已入库并可追溯</a:t>
            </a:r>
          </a:p>
        </p:txBody>
      </p:sp>
      <p:sp>
        <p:nvSpPr>
          <p:cNvPr id="6" name="文本占位符 5">
            <a:extLst xmlns:a="http://schemas.openxmlformats.org/drawingml/2006/main">
              <a:ext uri="{FF2B5EF4-FFF2-40B4-BE49-F238E27FC236}">
                <a16:creationId xmlns:a16="http://schemas.microsoft.com/office/drawing/2014/main" id="{DAD1ED80-531B-4AFB-A01F-A0125446DD5C}"/>
              </a:ext>
            </a:extLst>
          </p:cNvPr>
          <p:cNvSpPr>
            <a:spLocks xmlns:a="http://schemas.openxmlformats.org/drawingml/2006/main" noGrp="1"/>
          </p:cNvSpPr>
          <p:nvPr>
            <p:ph type="body" idx="16387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公司介绍页只使用内部资料库中的友邦公开资料，不引用无法回溯的演示数据。</a:t>
            </a:r>
          </a:p>
        </p:txBody>
      </p:sp>
      <p:sp>
        <p:nvSpPr>
          <p:cNvPr id="7" name="装饰  5">
            <a:extLst xmlns:a="http://schemas.openxmlformats.org/drawingml/2006/main">
              <a:ext uri="{FF2B5EF4-FFF2-40B4-BE49-F238E27FC236}">
                <a16:creationId xmlns:a16="http://schemas.microsoft.com/office/drawing/2014/main" id="{E5096459-5623-4CEC-8BF1-969AAB8E8955}"/>
              </a:ext>
            </a:extLst>
          </p:cNvPr>
          <p:cNvSpPr>
            <a:spLocks xmlns:a="http://schemas.openxmlformats.org/drawingml/2006/main" noGrp="1"/>
          </p:cNvSpPr>
          <p:nvPr>
            <p:ph type="body" idx="1639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汉仪书宋二简"/>
                <a:ea typeface="汉仪书宋二简"/>
                <a:cs typeface="汉仪书宋二简"/>
              </a:rPr>
              <a:t>⁠</a:t>
            </a:r>
          </a:p>
        </p:txBody>
      </p:sp>
      <p:sp>
        <p:nvSpPr>
          <p:cNvPr id="8" name="文本占位符 7">
            <a:extLst xmlns:a="http://schemas.openxmlformats.org/drawingml/2006/main">
              <a:ext uri="{FF2B5EF4-FFF2-40B4-BE49-F238E27FC236}">
                <a16:creationId xmlns:a16="http://schemas.microsoft.com/office/drawing/2014/main" id="{70EAA68E-790B-4222-B062-EC78EE596C32}"/>
              </a:ext>
            </a:extLst>
          </p:cNvPr>
          <p:cNvSpPr>
            <a:spLocks xmlns:a="http://schemas.openxmlformats.org/drawingml/2006/main" noGrp="1"/>
          </p:cNvSpPr>
          <p:nvPr>
            <p:ph type="body" idx="16388"/>
          </p:nvPr>
        </p:nvSpPr>
        <p:spPr/>
        <p:txBody>
          <a:bodyPr xmlns:a="http://schemas.openxmlformats.org/drawingml/2006/main">
            <a:normAutofit fontScale="688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1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本次方案聚焦长期储蓄</a:t>
            </a:r>
          </a:p>
        </p:txBody>
      </p:sp>
      <p:sp>
        <p:nvSpPr>
          <p:cNvPr id="9" name="文本占位符 8">
            <a:extLst xmlns:a="http://schemas.openxmlformats.org/drawingml/2006/main">
              <a:ext uri="{FF2B5EF4-FFF2-40B4-BE49-F238E27FC236}">
                <a16:creationId xmlns:a16="http://schemas.microsoft.com/office/drawing/2014/main" id="{707ACE19-B407-4EC6-B0AB-9C678D4DBA40}"/>
              </a:ext>
            </a:extLst>
          </p:cNvPr>
          <p:cNvSpPr>
            <a:spLocks xmlns:a="http://schemas.openxmlformats.org/drawingml/2006/main" noGrp="1"/>
          </p:cNvSpPr>
          <p:nvPr>
            <p:ph type="body" idx="16389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产品：环X盈活储蓄保险计划(5年缴费)。年缴 US$100,000，共缴 5 年。</a:t>
            </a:r>
          </a:p>
        </p:txBody>
      </p:sp>
    </p:spTree>
    <p:extLst>
      <p:ext uri="{BB962C8B-B14F-4D97-AF65-F5344CB8AC3E}">
        <p14:creationId xmlns:p14="http://schemas.microsoft.com/office/powerpoint/2010/main" val="55583562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11CBDCF4-78DF-4898-A092-1B87627A12D4}"/>
              </a:ext>
            </a:extLst>
          </p:cNvPr>
          <p:cNvSpPr>
            <a:spLocks xmlns:a="http://schemas.openxmlformats.org/drawingml/2006/main" noGrp="1"/>
          </p:cNvSpPr>
          <p:nvPr>
            <p:ph type="ctrTitle" idx="16385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1000"/>
              </a:lnSpc>
              <a:buNone/>
            </a:pPr>
            <a:r>
              <a:rPr>
                <a:latin typeface="汉仪中宋简"/>
                <a:ea typeface="汉仪中宋简"/>
                <a:cs typeface="汉仪中宋简"/>
              </a:rPr>
              <a:t>一份保单，兼顾教育金与长期储备</a:t>
            </a:r>
          </a:p>
        </p:txBody>
      </p:sp>
      <p:sp>
        <p:nvSpPr>
          <p:cNvPr id="3" name="装饰  1">
            <a:extLst xmlns:a="http://schemas.openxmlformats.org/drawingml/2006/main">
              <a:ext uri="{FF2B5EF4-FFF2-40B4-BE49-F238E27FC236}">
                <a16:creationId xmlns:a16="http://schemas.microsoft.com/office/drawing/2014/main" id="{BB8E5703-41D3-4410-961E-519A74803DF6}"/>
              </a:ext>
            </a:extLst>
          </p:cNvPr>
          <p:cNvSpPr>
            <a:spLocks xmlns:a="http://schemas.openxmlformats.org/drawingml/2006/main" noGrp="1"/>
          </p:cNvSpPr>
          <p:nvPr>
            <p:ph type="body" idx="1639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汉仪书宋二简"/>
                <a:ea typeface="汉仪书宋二简"/>
                <a:cs typeface="汉仪书宋二简"/>
              </a:rPr>
              <a:t>⁠</a:t>
            </a:r>
          </a:p>
        </p:txBody>
      </p:sp>
      <p:pic>
        <p:nvPicPr>
          <p:cNvPr id="4" name="图片占位符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438225ecd94129"/>
          <a:srcRect xmlns:a="http://schemas.openxmlformats.org/drawingml/2006/main" l="1758" t="0" r="175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524000"/>
            <a:ext cx="3454400" cy="2387600"/>
          </a:xfrm>
          <a:prstGeom xmlns:a="http://schemas.openxmlformats.org/drawingml/2006/main" prst="rect">
            <a:avLst/>
          </a:prstGeom>
        </p:spPr>
      </p:pic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DFE8C242-115A-44D3-88E4-326AD409B66C}"/>
              </a:ext>
            </a:extLst>
          </p:cNvPr>
          <p:cNvSpPr>
            <a:spLocks xmlns:a="http://schemas.openxmlformats.org/drawingml/2006/main" noGrp="1"/>
          </p:cNvSpPr>
          <p:nvPr>
            <p:ph type="body" idx="16386"/>
          </p:nvPr>
        </p:nvSpPr>
        <p:spPr/>
        <p:txBody>
          <a:bodyPr xmlns:a="http://schemas.openxmlformats.org/drawingml/2006/main">
            <a:normAutofit fontScale="688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1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本金投入清晰</a:t>
            </a:r>
          </a:p>
        </p:txBody>
      </p:sp>
      <p:sp>
        <p:nvSpPr>
          <p:cNvPr id="6" name="文本占位符 5">
            <a:extLst xmlns:a="http://schemas.openxmlformats.org/drawingml/2006/main">
              <a:ext uri="{FF2B5EF4-FFF2-40B4-BE49-F238E27FC236}">
                <a16:creationId xmlns:a16="http://schemas.microsoft.com/office/drawing/2014/main" id="{B2B6EBDF-E83F-4524-A064-0F9A365BF3DD}"/>
              </a:ext>
            </a:extLst>
          </p:cNvPr>
          <p:cNvSpPr>
            <a:spLocks xmlns:a="http://schemas.openxmlformats.org/drawingml/2006/main" noGrp="1"/>
          </p:cNvSpPr>
          <p:nvPr>
            <p:ph type="body" idx="16387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合同总缴保费约 US$500,000，缴费期为 5 年。</a:t>
            </a:r>
          </a:p>
        </p:txBody>
      </p:sp>
      <p:sp>
        <p:nvSpPr>
          <p:cNvPr id="7" name="装饰  5">
            <a:extLst xmlns:a="http://schemas.openxmlformats.org/drawingml/2006/main">
              <a:ext uri="{FF2B5EF4-FFF2-40B4-BE49-F238E27FC236}">
                <a16:creationId xmlns:a16="http://schemas.microsoft.com/office/drawing/2014/main" id="{136B85BC-67F1-4378-80DA-3B2C11AEDDF1}"/>
              </a:ext>
            </a:extLst>
          </p:cNvPr>
          <p:cNvSpPr>
            <a:spLocks xmlns:a="http://schemas.openxmlformats.org/drawingml/2006/main" noGrp="1"/>
          </p:cNvSpPr>
          <p:nvPr>
            <p:ph type="body" idx="1639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汉仪书宋二简"/>
                <a:ea typeface="汉仪书宋二简"/>
                <a:cs typeface="汉仪书宋二简"/>
              </a:rPr>
              <a:t>⁠</a:t>
            </a:r>
          </a:p>
        </p:txBody>
      </p:sp>
      <p:pic>
        <p:nvPicPr>
          <p:cNvPr id="8" name="图片占位符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1f35c205ae4f51"/>
          <a:srcRect xmlns:a="http://schemas.openxmlformats.org/drawingml/2006/main" l="0" t="26961" r="0" b="269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68800" y="3860800"/>
            <a:ext cx="3454400" cy="2387600"/>
          </a:xfrm>
          <a:prstGeom xmlns:a="http://schemas.openxmlformats.org/drawingml/2006/main" prst="rect">
            <a:avLst/>
          </a:prstGeom>
        </p:spPr>
      </p:pic>
      <p:sp>
        <p:nvSpPr>
          <p:cNvPr id="9" name="文本占位符 8">
            <a:extLst xmlns:a="http://schemas.openxmlformats.org/drawingml/2006/main">
              <a:ext uri="{FF2B5EF4-FFF2-40B4-BE49-F238E27FC236}">
                <a16:creationId xmlns:a16="http://schemas.microsoft.com/office/drawing/2014/main" id="{4BC57276-5D20-44AE-97F2-C4C7CD7F500B}"/>
              </a:ext>
            </a:extLst>
          </p:cNvPr>
          <p:cNvSpPr>
            <a:spLocks xmlns:a="http://schemas.openxmlformats.org/drawingml/2006/main" noGrp="1"/>
          </p:cNvSpPr>
          <p:nvPr>
            <p:ph type="body" idx="16388"/>
          </p:nvPr>
        </p:nvSpPr>
        <p:spPr/>
        <p:txBody>
          <a:bodyPr xmlns:a="http://schemas.openxmlformats.org/drawingml/2006/main">
            <a:normAutofit fontScale="688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1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长期价值可验证</a:t>
            </a:r>
          </a:p>
        </p:txBody>
      </p:sp>
      <p:sp>
        <p:nvSpPr>
          <p:cNvPr id="10" name="文本占位符 9">
            <a:extLst xmlns:a="http://schemas.openxmlformats.org/drawingml/2006/main">
              <a:ext uri="{FF2B5EF4-FFF2-40B4-BE49-F238E27FC236}">
                <a16:creationId xmlns:a16="http://schemas.microsoft.com/office/drawing/2014/main" id="{B340CE4F-1603-41A9-B531-4E3D40140A92}"/>
              </a:ext>
            </a:extLst>
          </p:cNvPr>
          <p:cNvSpPr>
            <a:spLocks xmlns:a="http://schemas.openxmlformats.org/drawingml/2006/main" noGrp="1"/>
          </p:cNvSpPr>
          <p:nvPr>
            <p:ph type="body" idx="16389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不提领情景：第20年退保价值约 US$1,357,738；第30年约 US$2,927,387。</a:t>
            </a:r>
          </a:p>
        </p:txBody>
      </p:sp>
      <p:sp>
        <p:nvSpPr>
          <p:cNvPr id="11" name="装饰  9">
            <a:extLst xmlns:a="http://schemas.openxmlformats.org/drawingml/2006/main">
              <a:ext uri="{FF2B5EF4-FFF2-40B4-BE49-F238E27FC236}">
                <a16:creationId xmlns:a16="http://schemas.microsoft.com/office/drawing/2014/main" id="{5F8D29A3-219A-4D1A-B1D6-407628B2CA5B}"/>
              </a:ext>
            </a:extLst>
          </p:cNvPr>
          <p:cNvSpPr>
            <a:spLocks xmlns:a="http://schemas.openxmlformats.org/drawingml/2006/main" noGrp="1"/>
          </p:cNvSpPr>
          <p:nvPr>
            <p:ph type="body" idx="1639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汉仪书宋二简"/>
                <a:ea typeface="汉仪书宋二简"/>
                <a:cs typeface="汉仪书宋二简"/>
              </a:rPr>
              <a:t>⁠</a:t>
            </a:r>
          </a:p>
        </p:txBody>
      </p:sp>
      <p:pic>
        <p:nvPicPr>
          <p:cNvPr id="12" name="图片占位符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520df152b64e08"/>
          <a:srcRect xmlns:a="http://schemas.openxmlformats.org/drawingml/2006/main" l="9440" t="0" r="944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28000" y="1524000"/>
            <a:ext cx="3454400" cy="2387600"/>
          </a:xfrm>
          <a:prstGeom xmlns:a="http://schemas.openxmlformats.org/drawingml/2006/main" prst="rect">
            <a:avLst/>
          </a:prstGeom>
        </p:spPr>
      </p:pic>
      <p:sp>
        <p:nvSpPr>
          <p:cNvPr id="13" name="文本占位符 12">
            <a:extLst xmlns:a="http://schemas.openxmlformats.org/drawingml/2006/main">
              <a:ext uri="{FF2B5EF4-FFF2-40B4-BE49-F238E27FC236}">
                <a16:creationId xmlns:a16="http://schemas.microsoft.com/office/drawing/2014/main" id="{808ADD8E-280B-4D07-921C-79D7633EED8C}"/>
              </a:ext>
            </a:extLst>
          </p:cNvPr>
          <p:cNvSpPr>
            <a:spLocks xmlns:a="http://schemas.openxmlformats.org/drawingml/2006/main" noGrp="1"/>
          </p:cNvSpPr>
          <p:nvPr>
            <p:ph type="body" idx="16390"/>
          </p:nvPr>
        </p:nvSpPr>
        <p:spPr/>
        <p:txBody>
          <a:bodyPr xmlns:a="http://schemas.openxmlformats.org/drawingml/2006/main">
            <a:normAutofit fontScale="688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1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领取后仍保留账户价值</a:t>
            </a:r>
          </a:p>
        </p:txBody>
      </p:sp>
      <p:sp>
        <p:nvSpPr>
          <p:cNvPr id="14" name="文本占位符 13">
            <a:extLst xmlns:a="http://schemas.openxmlformats.org/drawingml/2006/main">
              <a:ext uri="{FF2B5EF4-FFF2-40B4-BE49-F238E27FC236}">
                <a16:creationId xmlns:a16="http://schemas.microsoft.com/office/drawing/2014/main" id="{719EA5DC-F3C3-4EBB-8150-B85FEFE0D494}"/>
              </a:ext>
            </a:extLst>
          </p:cNvPr>
          <p:cNvSpPr>
            <a:spLocks xmlns:a="http://schemas.openxmlformats.org/drawingml/2006/main" noGrp="1"/>
          </p:cNvSpPr>
          <p:nvPr>
            <p:ph type="body" idx="16391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自保单第6年起每年领取 US$35,000，第20年累计领取 US$525,000。</a:t>
            </a:r>
          </a:p>
        </p:txBody>
      </p:sp>
    </p:spTree>
    <p:extLst>
      <p:ext uri="{BB962C8B-B14F-4D97-AF65-F5344CB8AC3E}">
        <p14:creationId xmlns:p14="http://schemas.microsoft.com/office/powerpoint/2010/main" val="203845541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EBF3756-B9AB-4249-AD30-11047996D438}"/>
              </a:ext>
            </a:extLst>
          </p:cNvPr>
          <p:cNvSpPr>
            <a:spLocks xmlns:a="http://schemas.openxmlformats.org/drawingml/2006/main" noGrp="1"/>
          </p:cNvSpPr>
          <p:nvPr>
            <p:ph type="ctrTitle" idx="16385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1000"/>
              </a:lnSpc>
              <a:buNone/>
            </a:pPr>
            <a:r>
              <a:rPr>
                <a:latin typeface="汉仪中宋简"/>
                <a:ea typeface="汉仪中宋简"/>
                <a:cs typeface="汉仪中宋简"/>
              </a:rPr>
              <a:t>不提领情景：现金价值增长</a:t>
            </a:r>
          </a:p>
        </p:txBody>
      </p:sp>
      <p:sp>
        <p:nvSpPr>
          <p:cNvPr id="3" name="装饰  1">
            <a:extLst xmlns:a="http://schemas.openxmlformats.org/drawingml/2006/main">
              <a:ext uri="{FF2B5EF4-FFF2-40B4-BE49-F238E27FC236}">
                <a16:creationId xmlns:a16="http://schemas.microsoft.com/office/drawing/2014/main" id="{A6158397-6589-455F-A5E4-0B5300F7ACAC}"/>
              </a:ext>
            </a:extLst>
          </p:cNvPr>
          <p:cNvSpPr>
            <a:spLocks xmlns:a="http://schemas.openxmlformats.org/drawingml/2006/main" noGrp="1"/>
          </p:cNvSpPr>
          <p:nvPr>
            <p:ph type="body" idx="1639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汉仪书宋二简"/>
                <a:ea typeface="汉仪书宋二简"/>
                <a:cs typeface="汉仪书宋二简"/>
              </a:rPr>
              <a:t>⁠</a:t>
            </a:r>
          </a:p>
        </p:txBody>
      </p:sp>
      <p:pic>
        <p:nvPicPr>
          <p:cNvPr id="4" name="图片占位符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b3f23008544e38"/>
          <a:srcRect xmlns:a="http://schemas.openxmlformats.org/drawingml/2006/main" l="13340" t="0" r="1334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524000"/>
            <a:ext cx="3454400" cy="2641600"/>
          </a:xfrm>
          <a:prstGeom xmlns:a="http://schemas.openxmlformats.org/drawingml/2006/main" prst="rect">
            <a:avLst/>
          </a:prstGeom>
        </p:spPr>
      </p:pic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AB10DD13-B092-457D-8638-83293E6D450A}"/>
              </a:ext>
            </a:extLst>
          </p:cNvPr>
          <p:cNvSpPr>
            <a:spLocks xmlns:a="http://schemas.openxmlformats.org/drawingml/2006/main" noGrp="1"/>
          </p:cNvSpPr>
          <p:nvPr>
            <p:ph type="body" idx="16386"/>
          </p:nvPr>
        </p:nvSpPr>
        <p:spPr/>
        <p:txBody>
          <a:bodyPr xmlns:a="http://schemas.openxmlformats.org/drawingml/2006/main">
            <a:normAutofit fontScale="688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1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20年价值</a:t>
            </a:r>
          </a:p>
        </p:txBody>
      </p:sp>
      <p:sp>
        <p:nvSpPr>
          <p:cNvPr id="6" name="文本占位符 5">
            <a:extLst xmlns:a="http://schemas.openxmlformats.org/drawingml/2006/main">
              <a:ext uri="{FF2B5EF4-FFF2-40B4-BE49-F238E27FC236}">
                <a16:creationId xmlns:a16="http://schemas.microsoft.com/office/drawing/2014/main" id="{AF9C21FA-1553-4E7E-9A87-BE1AC58ECF5B}"/>
              </a:ext>
            </a:extLst>
          </p:cNvPr>
          <p:cNvSpPr>
            <a:spLocks xmlns:a="http://schemas.openxmlformats.org/drawingml/2006/main" noGrp="1"/>
          </p:cNvSpPr>
          <p:nvPr>
            <p:ph type="body" idx="16387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第20年退保现金价值约 US$1,357,738，约为本金 2.72 倍。</a:t>
            </a:r>
          </a:p>
        </p:txBody>
      </p:sp>
      <p:sp>
        <p:nvSpPr>
          <p:cNvPr id="7" name="装饰  5">
            <a:extLst xmlns:a="http://schemas.openxmlformats.org/drawingml/2006/main">
              <a:ext uri="{FF2B5EF4-FFF2-40B4-BE49-F238E27FC236}">
                <a16:creationId xmlns:a16="http://schemas.microsoft.com/office/drawing/2014/main" id="{DB669A16-334E-46AC-9174-F462F6E588B2}"/>
              </a:ext>
            </a:extLst>
          </p:cNvPr>
          <p:cNvSpPr>
            <a:spLocks xmlns:a="http://schemas.openxmlformats.org/drawingml/2006/main" noGrp="1"/>
          </p:cNvSpPr>
          <p:nvPr>
            <p:ph type="body" idx="1639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汉仪书宋二简"/>
                <a:ea typeface="汉仪书宋二简"/>
                <a:cs typeface="汉仪书宋二简"/>
              </a:rPr>
              <a:t>⁠</a:t>
            </a:r>
          </a:p>
        </p:txBody>
      </p:sp>
      <p:pic>
        <p:nvPicPr>
          <p:cNvPr id="8" name="图片占位符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edbab9096f4323"/>
          <a:srcRect xmlns:a="http://schemas.openxmlformats.org/drawingml/2006/main" l="13340" t="0" r="1334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68800" y="1524000"/>
            <a:ext cx="3454400" cy="2641600"/>
          </a:xfrm>
          <a:prstGeom xmlns:a="http://schemas.openxmlformats.org/drawingml/2006/main" prst="rect">
            <a:avLst/>
          </a:prstGeom>
        </p:spPr>
      </p:pic>
      <p:sp>
        <p:nvSpPr>
          <p:cNvPr id="9" name="文本占位符 8">
            <a:extLst xmlns:a="http://schemas.openxmlformats.org/drawingml/2006/main">
              <a:ext uri="{FF2B5EF4-FFF2-40B4-BE49-F238E27FC236}">
                <a16:creationId xmlns:a16="http://schemas.microsoft.com/office/drawing/2014/main" id="{A68FEF9F-FE0C-46ED-AD22-87C5C272DF57}"/>
              </a:ext>
            </a:extLst>
          </p:cNvPr>
          <p:cNvSpPr>
            <a:spLocks xmlns:a="http://schemas.openxmlformats.org/drawingml/2006/main" noGrp="1"/>
          </p:cNvSpPr>
          <p:nvPr>
            <p:ph type="body" idx="16388"/>
          </p:nvPr>
        </p:nvSpPr>
        <p:spPr/>
        <p:txBody>
          <a:bodyPr xmlns:a="http://schemas.openxmlformats.org/drawingml/2006/main">
            <a:normAutofit fontScale="688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1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30年价值</a:t>
            </a:r>
          </a:p>
        </p:txBody>
      </p:sp>
      <p:sp>
        <p:nvSpPr>
          <p:cNvPr id="10" name="文本占位符 9">
            <a:extLst xmlns:a="http://schemas.openxmlformats.org/drawingml/2006/main">
              <a:ext uri="{FF2B5EF4-FFF2-40B4-BE49-F238E27FC236}">
                <a16:creationId xmlns:a16="http://schemas.microsoft.com/office/drawing/2014/main" id="{50D1DBE5-BBE3-41C2-82E7-25969B359C89}"/>
              </a:ext>
            </a:extLst>
          </p:cNvPr>
          <p:cNvSpPr>
            <a:spLocks xmlns:a="http://schemas.openxmlformats.org/drawingml/2006/main" noGrp="1"/>
          </p:cNvSpPr>
          <p:nvPr>
            <p:ph type="body" idx="16389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第30年退保现金价值约 US$2,927,387，约为本金 5.85 倍。</a:t>
            </a:r>
          </a:p>
        </p:txBody>
      </p:sp>
      <p:sp>
        <p:nvSpPr>
          <p:cNvPr id="11" name="装饰  9">
            <a:extLst xmlns:a="http://schemas.openxmlformats.org/drawingml/2006/main">
              <a:ext uri="{FF2B5EF4-FFF2-40B4-BE49-F238E27FC236}">
                <a16:creationId xmlns:a16="http://schemas.microsoft.com/office/drawing/2014/main" id="{FBAA5082-4FAB-45A2-9664-CC08E24F9B6E}"/>
              </a:ext>
            </a:extLst>
          </p:cNvPr>
          <p:cNvSpPr>
            <a:spLocks xmlns:a="http://schemas.openxmlformats.org/drawingml/2006/main" noGrp="1"/>
          </p:cNvSpPr>
          <p:nvPr>
            <p:ph type="body" idx="1639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汉仪书宋二简"/>
                <a:ea typeface="汉仪书宋二简"/>
                <a:cs typeface="汉仪书宋二简"/>
              </a:rPr>
              <a:t>⁠</a:t>
            </a:r>
          </a:p>
        </p:txBody>
      </p:sp>
      <p:pic>
        <p:nvPicPr>
          <p:cNvPr id="12" name="图片占位符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ea68b4c4d0433c"/>
          <a:srcRect xmlns:a="http://schemas.openxmlformats.org/drawingml/2006/main" l="13340" t="0" r="1334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28000" y="1524000"/>
            <a:ext cx="3454400" cy="2641600"/>
          </a:xfrm>
          <a:prstGeom xmlns:a="http://schemas.openxmlformats.org/drawingml/2006/main" prst="rect">
            <a:avLst/>
          </a:prstGeom>
        </p:spPr>
      </p:pic>
      <p:sp>
        <p:nvSpPr>
          <p:cNvPr id="13" name="文本占位符 12">
            <a:extLst xmlns:a="http://schemas.openxmlformats.org/drawingml/2006/main">
              <a:ext uri="{FF2B5EF4-FFF2-40B4-BE49-F238E27FC236}">
                <a16:creationId xmlns:a16="http://schemas.microsoft.com/office/drawing/2014/main" id="{B67178A4-0EA6-4FCF-924C-998D30306EFA}"/>
              </a:ext>
            </a:extLst>
          </p:cNvPr>
          <p:cNvSpPr>
            <a:spLocks xmlns:a="http://schemas.openxmlformats.org/drawingml/2006/main" noGrp="1"/>
          </p:cNvSpPr>
          <p:nvPr>
            <p:ph type="body" idx="16390"/>
          </p:nvPr>
        </p:nvSpPr>
        <p:spPr/>
        <p:txBody>
          <a:bodyPr xmlns:a="http://schemas.openxmlformats.org/drawingml/2006/main">
            <a:normAutofit fontScale="688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1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保证与非保证拆分</a:t>
            </a:r>
          </a:p>
        </p:txBody>
      </p:sp>
      <p:sp>
        <p:nvSpPr>
          <p:cNvPr id="14" name="文本占位符 13">
            <a:extLst xmlns:a="http://schemas.openxmlformats.org/drawingml/2006/main">
              <a:ext uri="{FF2B5EF4-FFF2-40B4-BE49-F238E27FC236}">
                <a16:creationId xmlns:a16="http://schemas.microsoft.com/office/drawing/2014/main" id="{6FB79799-0042-45B6-827F-568DF641AA69}"/>
              </a:ext>
            </a:extLst>
          </p:cNvPr>
          <p:cNvSpPr>
            <a:spLocks xmlns:a="http://schemas.openxmlformats.org/drawingml/2006/main" noGrp="1"/>
          </p:cNvSpPr>
          <p:nvPr>
            <p:ph type="body" idx="16391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图表分别展示保证底盘、非保证弹性和总退保价值，便于解释长期价值来源。</a:t>
            </a:r>
          </a:p>
        </p:txBody>
      </p:sp>
    </p:spTree>
    <p:extLst>
      <p:ext uri="{BB962C8B-B14F-4D97-AF65-F5344CB8AC3E}">
        <p14:creationId xmlns:p14="http://schemas.microsoft.com/office/powerpoint/2010/main" val="123313045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图片占位符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e5c8d36c6846bb"/>
          <a:srcRect xmlns:a="http://schemas.openxmlformats.org/drawingml/2006/main" l="0" t="12500" r="0" b="125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0"/>
            <a:ext cx="6096000" cy="6858000"/>
          </a:xfrm>
          <a:prstGeom xmlns:a="http://schemas.openxmlformats.org/drawingml/2006/main" prst="rect">
            <a:avLst/>
          </a:prstGeom>
        </p:spPr>
      </p:pic>
      <p:sp>
        <p:nvSpPr>
          <p:cNvPr id="8" name="任意多边形 7">
            <a:extLst xmlns:a="http://schemas.openxmlformats.org/drawingml/2006/main">
              <a:ext uri="{FF2B5EF4-FFF2-40B4-BE49-F238E27FC236}">
                <a16:creationId xmlns:a16="http://schemas.microsoft.com/office/drawing/2014/main" id="{BF767A2E-7AB5-4F01-B5EC-D5B957977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80000"/>
                </a:schemeClr>
              </a:gs>
              <a:gs pos="50000">
                <a:schemeClr val="accent1">
                  <a:lumMod val="80000"/>
                </a:schemeClr>
              </a:gs>
              <a:gs pos="80000">
                <a:schemeClr val="accent1">
                  <a:lumMod val="80000"/>
                  <a:alpha val="0"/>
                </a:schemeClr>
              </a:gs>
              <a:gs pos="100000">
                <a:schemeClr val="accent1">
                  <a:lumMod val="80000"/>
                  <a:alpha val="0"/>
                </a:schemeClr>
              </a:gs>
            </a:gsLst>
            <a:lin ang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任意多边形 11">
            <a:extLst xmlns:a="http://schemas.openxmlformats.org/drawingml/2006/main">
              <a:ext uri="{FF2B5EF4-FFF2-40B4-BE49-F238E27FC236}">
                <a16:creationId xmlns:a16="http://schemas.microsoft.com/office/drawing/2014/main" id="{7F2B449A-3C30-4E3B-8F38-413686E7C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3365"/>
            <a:ext cx="6858000" cy="143954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lumMod val="10000"/>
              <a:lumOff val="90000"/>
            </a:schemeClr>
          </a:solidFill>
          <a:ln xmlns:a="http://schemas.openxmlformats.org/drawingml/2006/main" w="19050">
            <a:solidFill>
              <a:schemeClr val="accent1">
                <a:lumMod val="20000"/>
                <a:lumOff val="80000"/>
              </a:schemeClr>
            </a:solidFill>
          </a:ln>
          <a:effectLst xmlns:a="http://schemas.openxmlformats.org/drawingml/2006/main">
            <a:outerShdw blurRad="171450" dist="95250" dir="5399999" algn="ctr" rotWithShape="0">
              <a:srgbClr val="000000">
                <a:alpha val="3000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sp>
        <p:nvSpPr>
          <p:cNvPr id="14" name="任意多边形 13">
            <a:extLst xmlns:a="http://schemas.openxmlformats.org/drawingml/2006/main">
              <a:ext uri="{FF2B5EF4-FFF2-40B4-BE49-F238E27FC236}">
                <a16:creationId xmlns:a16="http://schemas.microsoft.com/office/drawing/2014/main" id="{F4979EBD-1A5F-4C62-8389-0006A9F9D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36420"/>
            <a:ext cx="812800" cy="8128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 w="9525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pic>
        <p:nvPicPr>
          <p:cNvPr id="15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3ed66c37ad4b28">
            <a:extLst>
              <a:ext uri="{96DAC541-7B7A-43D3-8B79-37D633B846F1}">
                <asvg:svgBlip xmlns:asvg="http://schemas.microsoft.com/office/drawing/2016/SVG/main" r:embed="Ra96839593bff465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1400" y="2040227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8DC283FE-467A-4B2F-A216-3817DC1E9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4200" y="1772920"/>
            <a:ext cx="5384800" cy="355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7780" tIns="0" rIns="1778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>
                <a:solidFill>
                  <a:schemeClr val="dk1"/>
                </a:solidFill>
                <a:latin typeface="汉仪中宋简"/>
                <a:ea typeface="汉仪中宋简"/>
                <a:cs typeface="汉仪中宋简"/>
              </a:rPr>
              <a:t>起领节点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152F3F31-5B08-40E1-B400-4FB7056AA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4200" y="2179320"/>
            <a:ext cx="5384800" cy="533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7780" tIns="0" rIns="1778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400">
                <a:solidFill>
                  <a:schemeClr val="dk1"/>
                </a:solidFill>
                <a:latin typeface="汉仪书宋二简"/>
                <a:ea typeface="汉仪书宋二简"/>
                <a:cs typeface="汉仪书宋二简"/>
              </a:rPr>
              <a:t>保单第6年开始，每年领取 US$35,000；领取后仍有退保价值 US$405,900。</a:t>
            </a:r>
          </a:p>
        </p:txBody>
      </p:sp>
      <p:sp>
        <p:nvSpPr>
          <p:cNvPr id="17" name="任意多边形 16">
            <a:extLst xmlns:a="http://schemas.openxmlformats.org/drawingml/2006/main">
              <a:ext uri="{FF2B5EF4-FFF2-40B4-BE49-F238E27FC236}">
                <a16:creationId xmlns:a16="http://schemas.microsoft.com/office/drawing/2014/main" id="{E9918490-78E7-4C37-9968-2AA575F3E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66110"/>
            <a:ext cx="6858000" cy="143954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lumMod val="10000"/>
              <a:lumOff val="90000"/>
            </a:schemeClr>
          </a:solidFill>
          <a:ln xmlns:a="http://schemas.openxmlformats.org/drawingml/2006/main" w="19050">
            <a:solidFill>
              <a:schemeClr val="accent1">
                <a:lumMod val="20000"/>
                <a:lumOff val="80000"/>
              </a:schemeClr>
            </a:solidFill>
          </a:ln>
          <a:effectLst xmlns:a="http://schemas.openxmlformats.org/drawingml/2006/main">
            <a:outerShdw blurRad="171450" dist="95250" dir="5399999" algn="ctr" rotWithShape="0">
              <a:srgbClr val="000000">
                <a:alpha val="3000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sp>
        <p:nvSpPr>
          <p:cNvPr id="19" name="任意多边形 18">
            <a:extLst xmlns:a="http://schemas.openxmlformats.org/drawingml/2006/main">
              <a:ext uri="{FF2B5EF4-FFF2-40B4-BE49-F238E27FC236}">
                <a16:creationId xmlns:a16="http://schemas.microsoft.com/office/drawing/2014/main" id="{94DBBA89-00AA-4538-94EC-D044EF1BD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79165"/>
            <a:ext cx="812800" cy="8128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 w="9525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pic>
        <p:nvPicPr>
          <p:cNvPr id="20" name="图片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b9a72380c14cfc">
            <a:extLst>
              <a:ext uri="{96DAC541-7B7A-43D3-8B79-37D633B846F1}">
                <asvg:svgBlip xmlns:asvg="http://schemas.microsoft.com/office/drawing/2016/SVG/main" r:embed="Rae0a545a6c074aa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1400" y="3682859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489C4C54-8A09-4409-8C41-F6543A7DB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4200" y="3415665"/>
            <a:ext cx="5384800" cy="355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7780" tIns="0" rIns="1778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>
                <a:solidFill>
                  <a:schemeClr val="dk1"/>
                </a:solidFill>
                <a:latin typeface="汉仪中宋简"/>
                <a:ea typeface="汉仪中宋简"/>
                <a:cs typeface="汉仪中宋简"/>
              </a:rPr>
              <a:t>20岁前后</a:t>
            </a: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F17CCA50-659B-46A8-81A1-6CD2C003D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4200" y="3822065"/>
            <a:ext cx="5384800" cy="533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7780" tIns="0" rIns="1778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400">
                <a:solidFill>
                  <a:schemeClr val="dk1"/>
                </a:solidFill>
                <a:latin typeface="汉仪书宋二简"/>
                <a:ea typeface="汉仪书宋二简"/>
                <a:cs typeface="汉仪书宋二简"/>
              </a:rPr>
              <a:t>第20保单年度累计领取 US$525,000，领取后退保价值 US$479,749。</a:t>
            </a:r>
          </a:p>
        </p:txBody>
      </p:sp>
      <p:sp>
        <p:nvSpPr>
          <p:cNvPr id="22" name="任意多边形 21">
            <a:extLst xmlns:a="http://schemas.openxmlformats.org/drawingml/2006/main">
              <a:ext uri="{FF2B5EF4-FFF2-40B4-BE49-F238E27FC236}">
                <a16:creationId xmlns:a16="http://schemas.microsoft.com/office/drawing/2014/main" id="{572CF8FF-D523-4030-9646-92B064012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8855"/>
            <a:ext cx="6858000" cy="143954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lumMod val="10000"/>
              <a:lumOff val="90000"/>
            </a:schemeClr>
          </a:solidFill>
          <a:ln xmlns:a="http://schemas.openxmlformats.org/drawingml/2006/main" w="19050">
            <a:solidFill>
              <a:schemeClr val="accent1">
                <a:lumMod val="20000"/>
                <a:lumOff val="80000"/>
              </a:schemeClr>
            </a:solidFill>
          </a:ln>
          <a:effectLst xmlns:a="http://schemas.openxmlformats.org/drawingml/2006/main">
            <a:outerShdw blurRad="171450" dist="95250" dir="5399999" algn="ctr" rotWithShape="0">
              <a:srgbClr val="000000">
                <a:alpha val="3000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sp>
        <p:nvSpPr>
          <p:cNvPr id="24" name="任意多边形 23">
            <a:extLst xmlns:a="http://schemas.openxmlformats.org/drawingml/2006/main">
              <a:ext uri="{FF2B5EF4-FFF2-40B4-BE49-F238E27FC236}">
                <a16:creationId xmlns:a16="http://schemas.microsoft.com/office/drawing/2014/main" id="{65C9EA23-98B8-4D2A-A14C-3EE5F28FA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21910"/>
            <a:ext cx="812800" cy="8128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 w="9525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pic>
        <p:nvPicPr>
          <p:cNvPr id="25" name="图片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9fceb64fd74149">
            <a:extLst>
              <a:ext uri="{96DAC541-7B7A-43D3-8B79-37D633B846F1}">
                <asvg:svgBlip xmlns:asvg="http://schemas.microsoft.com/office/drawing/2016/SVG/main" r:embed="Rc37f9f52f1214c6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1400" y="5325491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25" name="文本框 24">
            <a:extLst xmlns:a="http://schemas.openxmlformats.org/drawingml/2006/main">
              <a:ext uri="{FF2B5EF4-FFF2-40B4-BE49-F238E27FC236}">
                <a16:creationId xmlns:a16="http://schemas.microsoft.com/office/drawing/2014/main" id="{141C71B3-5B2D-4835-905A-795EF3564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4200" y="5058410"/>
            <a:ext cx="5384800" cy="355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7780" tIns="0" rIns="1778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>
                <a:solidFill>
                  <a:schemeClr val="dk1"/>
                </a:solidFill>
                <a:latin typeface="汉仪中宋简"/>
                <a:ea typeface="汉仪中宋简"/>
                <a:cs typeface="汉仪中宋简"/>
              </a:rPr>
              <a:t>30岁前后</a:t>
            </a:r>
          </a:p>
        </p:txBody>
      </p:sp>
      <p:sp>
        <p:nvSpPr>
          <p:cNvPr id="26" name="文本框 25">
            <a:extLst xmlns:a="http://schemas.openxmlformats.org/drawingml/2006/main">
              <a:ext uri="{FF2B5EF4-FFF2-40B4-BE49-F238E27FC236}">
                <a16:creationId xmlns:a16="http://schemas.microsoft.com/office/drawing/2014/main" id="{BC00BCB7-17CA-4B24-A1D4-FE5911881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4200" y="5464810"/>
            <a:ext cx="5384800" cy="533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7780" tIns="0" rIns="1778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400">
                <a:solidFill>
                  <a:schemeClr val="dk1"/>
                </a:solidFill>
                <a:latin typeface="汉仪书宋二简"/>
                <a:ea typeface="汉仪书宋二简"/>
                <a:cs typeface="汉仪书宋二简"/>
              </a:rPr>
              <a:t>第30保单年度累计领取 US$875,000，领取后退保价值 US$544,522。</a:t>
            </a:r>
          </a:p>
        </p:txBody>
      </p:sp>
      <p:sp>
        <p:nvSpPr>
          <p:cNvPr id="10" name="标题 9">
            <a:extLst xmlns:a="http://schemas.openxmlformats.org/drawingml/2006/main">
              <a:ext uri="{FF2B5EF4-FFF2-40B4-BE49-F238E27FC236}">
                <a16:creationId xmlns:a16="http://schemas.microsoft.com/office/drawing/2014/main" id="{F8642106-6E60-4CF1-A6A6-DAC2DAD11A5A}"/>
              </a:ext>
            </a:extLst>
          </p:cNvPr>
          <p:cNvSpPr>
            <a:spLocks xmlns:a="http://schemas.openxmlformats.org/drawingml/2006/main" noGrp="1"/>
          </p:cNvSpPr>
          <p:nvPr>
            <p:ph type="title" idx="11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tx1">
                    <a:lumMod val="0"/>
                    <a:lumOff val="100000"/>
                  </a:schemeClr>
                </a:solidFill>
                <a:latin typeface="+mj-lt"/>
                <a:ea typeface="+mj-lt"/>
                <a:cs typeface="+mj-lt"/>
              </a:rPr>
              <a:t>教育金领取路径：从第6年开始</a:t>
            </a:r>
          </a:p>
        </p:txBody>
      </p:sp>
    </p:spTree>
    <p:extLst>
      <p:ext uri="{BB962C8B-B14F-4D97-AF65-F5344CB8AC3E}">
        <p14:creationId xmlns:p14="http://schemas.microsoft.com/office/powerpoint/2010/main" val="124527234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图片占位符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f7e04c76314871"/>
          <a:srcRect xmlns:a="http://schemas.openxmlformats.org/drawingml/2006/main" l="20361" t="0" r="2036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0"/>
            <a:ext cx="6096000" cy="6858000"/>
          </a:xfrm>
          <a:prstGeom xmlns:a="http://schemas.openxmlformats.org/drawingml/2006/main" prst="rect">
            <a:avLst/>
          </a:prstGeom>
        </p:spPr>
      </p:pic>
      <p:sp>
        <p:nvSpPr>
          <p:cNvPr id="8" name="任意多边形 7">
            <a:extLst xmlns:a="http://schemas.openxmlformats.org/drawingml/2006/main">
              <a:ext uri="{FF2B5EF4-FFF2-40B4-BE49-F238E27FC236}">
                <a16:creationId xmlns:a16="http://schemas.microsoft.com/office/drawing/2014/main" id="{5F85F7C2-2F49-409C-8B0E-E1BAF5E19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80000"/>
                </a:schemeClr>
              </a:gs>
              <a:gs pos="50000">
                <a:schemeClr val="accent1">
                  <a:lumMod val="80000"/>
                </a:schemeClr>
              </a:gs>
              <a:gs pos="80000">
                <a:schemeClr val="accent1">
                  <a:lumMod val="80000"/>
                  <a:alpha val="0"/>
                </a:schemeClr>
              </a:gs>
              <a:gs pos="100000">
                <a:schemeClr val="accent1">
                  <a:lumMod val="80000"/>
                  <a:alpha val="0"/>
                </a:schemeClr>
              </a:gs>
            </a:gsLst>
            <a:lin ang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任意多边形 11">
            <a:extLst xmlns:a="http://schemas.openxmlformats.org/drawingml/2006/main">
              <a:ext uri="{FF2B5EF4-FFF2-40B4-BE49-F238E27FC236}">
                <a16:creationId xmlns:a16="http://schemas.microsoft.com/office/drawing/2014/main" id="{A5126A80-F546-4BD0-9510-6929EC81A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3365"/>
            <a:ext cx="6858000" cy="143954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lumMod val="10000"/>
              <a:lumOff val="90000"/>
            </a:schemeClr>
          </a:solidFill>
          <a:ln xmlns:a="http://schemas.openxmlformats.org/drawingml/2006/main" w="19050">
            <a:solidFill>
              <a:schemeClr val="accent1">
                <a:lumMod val="20000"/>
                <a:lumOff val="80000"/>
              </a:schemeClr>
            </a:solidFill>
          </a:ln>
          <a:effectLst xmlns:a="http://schemas.openxmlformats.org/drawingml/2006/main">
            <a:outerShdw blurRad="171450" dist="95250" dir="5399999" algn="ctr" rotWithShape="0">
              <a:srgbClr val="000000">
                <a:alpha val="3000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sp>
        <p:nvSpPr>
          <p:cNvPr id="14" name="任意多边形 13">
            <a:extLst xmlns:a="http://schemas.openxmlformats.org/drawingml/2006/main">
              <a:ext uri="{FF2B5EF4-FFF2-40B4-BE49-F238E27FC236}">
                <a16:creationId xmlns:a16="http://schemas.microsoft.com/office/drawing/2014/main" id="{93E0165D-E766-4718-B96E-FB7B306A3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36420"/>
            <a:ext cx="812800" cy="8128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 w="9525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pic>
        <p:nvPicPr>
          <p:cNvPr id="15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e33cc7317f4a53">
            <a:extLst>
              <a:ext uri="{96DAC541-7B7A-43D3-8B79-37D633B846F1}">
                <asvg:svgBlip xmlns:asvg="http://schemas.microsoft.com/office/drawing/2016/SVG/main" r:embed="R72db467ea4f14cc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1400" y="2040227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92B17723-E814-45DA-AF0C-7DC9F4482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4200" y="1772920"/>
            <a:ext cx="5384800" cy="355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7780" tIns="0" rIns="1778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>
                <a:solidFill>
                  <a:schemeClr val="dk1"/>
                </a:solidFill>
                <a:latin typeface="汉仪中宋简"/>
                <a:ea typeface="汉仪中宋简"/>
                <a:cs typeface="汉仪中宋简"/>
              </a:rPr>
              <a:t>第30保单年度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A2AA37D8-FD14-436E-BCDE-9DE939C30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4200" y="2179320"/>
            <a:ext cx="5384800" cy="533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7780" tIns="0" rIns="1778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400">
                <a:solidFill>
                  <a:schemeClr val="dk1"/>
                </a:solidFill>
                <a:latin typeface="汉仪书宋二简"/>
                <a:ea typeface="汉仪书宋二简"/>
                <a:cs typeface="汉仪书宋二简"/>
              </a:rPr>
              <a:t>累计领取 US$875,000，领取后退保价值 US$544,522。</a:t>
            </a:r>
          </a:p>
        </p:txBody>
      </p:sp>
      <p:sp>
        <p:nvSpPr>
          <p:cNvPr id="17" name="任意多边形 16">
            <a:extLst xmlns:a="http://schemas.openxmlformats.org/drawingml/2006/main">
              <a:ext uri="{FF2B5EF4-FFF2-40B4-BE49-F238E27FC236}">
                <a16:creationId xmlns:a16="http://schemas.microsoft.com/office/drawing/2014/main" id="{DCA6BD4D-7B3E-4DB5-9D3E-47C54CEF7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66110"/>
            <a:ext cx="6858000" cy="143954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lumMod val="10000"/>
              <a:lumOff val="90000"/>
            </a:schemeClr>
          </a:solidFill>
          <a:ln xmlns:a="http://schemas.openxmlformats.org/drawingml/2006/main" w="19050">
            <a:solidFill>
              <a:schemeClr val="accent1">
                <a:lumMod val="20000"/>
                <a:lumOff val="80000"/>
              </a:schemeClr>
            </a:solidFill>
          </a:ln>
          <a:effectLst xmlns:a="http://schemas.openxmlformats.org/drawingml/2006/main">
            <a:outerShdw blurRad="171450" dist="95250" dir="5399999" algn="ctr" rotWithShape="0">
              <a:srgbClr val="000000">
                <a:alpha val="3000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sp>
        <p:nvSpPr>
          <p:cNvPr id="19" name="任意多边形 18">
            <a:extLst xmlns:a="http://schemas.openxmlformats.org/drawingml/2006/main">
              <a:ext uri="{FF2B5EF4-FFF2-40B4-BE49-F238E27FC236}">
                <a16:creationId xmlns:a16="http://schemas.microsoft.com/office/drawing/2014/main" id="{84FCBF59-E905-430A-8D54-631E10445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79165"/>
            <a:ext cx="812800" cy="8128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 w="9525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pic>
        <p:nvPicPr>
          <p:cNvPr id="20" name="图片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fd75c7e25f4fb0">
            <a:extLst>
              <a:ext uri="{96DAC541-7B7A-43D3-8B79-37D633B846F1}">
                <asvg:svgBlip xmlns:asvg="http://schemas.microsoft.com/office/drawing/2016/SVG/main" r:embed="R359318506ceb4ef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1400" y="3682859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62DE1893-9DC6-48E6-A443-28B0CBC14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4200" y="3415665"/>
            <a:ext cx="5384800" cy="355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7780" tIns="0" rIns="1778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>
                <a:solidFill>
                  <a:schemeClr val="dk1"/>
                </a:solidFill>
                <a:latin typeface="汉仪中宋简"/>
                <a:ea typeface="汉仪中宋简"/>
                <a:cs typeface="汉仪中宋简"/>
              </a:rPr>
              <a:t>第60保单年度</a:t>
            </a: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84ACBCD2-4A25-41D3-906C-B2F92DBCD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4200" y="3822065"/>
            <a:ext cx="5384800" cy="533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7780" tIns="0" rIns="1778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400">
                <a:solidFill>
                  <a:schemeClr val="dk1"/>
                </a:solidFill>
                <a:latin typeface="汉仪书宋二简"/>
                <a:ea typeface="汉仪书宋二简"/>
                <a:cs typeface="汉仪书宋二简"/>
              </a:rPr>
              <a:t>累计领取 US$1,925,000，领取后退保价值 US$568,270。</a:t>
            </a:r>
          </a:p>
        </p:txBody>
      </p:sp>
      <p:sp>
        <p:nvSpPr>
          <p:cNvPr id="22" name="任意多边形 21">
            <a:extLst xmlns:a="http://schemas.openxmlformats.org/drawingml/2006/main">
              <a:ext uri="{FF2B5EF4-FFF2-40B4-BE49-F238E27FC236}">
                <a16:creationId xmlns:a16="http://schemas.microsoft.com/office/drawing/2014/main" id="{0CF7DA2F-7653-4523-8325-EAE649251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8855"/>
            <a:ext cx="6858000" cy="143954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lumMod val="10000"/>
              <a:lumOff val="90000"/>
            </a:schemeClr>
          </a:solidFill>
          <a:ln xmlns:a="http://schemas.openxmlformats.org/drawingml/2006/main" w="19050">
            <a:solidFill>
              <a:schemeClr val="accent1">
                <a:lumMod val="20000"/>
                <a:lumOff val="80000"/>
              </a:schemeClr>
            </a:solidFill>
          </a:ln>
          <a:effectLst xmlns:a="http://schemas.openxmlformats.org/drawingml/2006/main">
            <a:outerShdw blurRad="171450" dist="95250" dir="5399999" algn="ctr" rotWithShape="0">
              <a:srgbClr val="000000">
                <a:alpha val="3000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sp>
        <p:nvSpPr>
          <p:cNvPr id="24" name="任意多边形 23">
            <a:extLst xmlns:a="http://schemas.openxmlformats.org/drawingml/2006/main">
              <a:ext uri="{FF2B5EF4-FFF2-40B4-BE49-F238E27FC236}">
                <a16:creationId xmlns:a16="http://schemas.microsoft.com/office/drawing/2014/main" id="{DB5F49E0-B4DA-4861-A19F-7981B0AFE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21910"/>
            <a:ext cx="812800" cy="8128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 w="9525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pic>
        <p:nvPicPr>
          <p:cNvPr id="25" name="图片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18eadcc9cf43c2">
            <a:extLst>
              <a:ext uri="{96DAC541-7B7A-43D3-8B79-37D633B846F1}">
                <asvg:svgBlip xmlns:asvg="http://schemas.microsoft.com/office/drawing/2016/SVG/main" r:embed="R5db9c734a046480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1400" y="5325491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25" name="文本框 24">
            <a:extLst xmlns:a="http://schemas.openxmlformats.org/drawingml/2006/main">
              <a:ext uri="{FF2B5EF4-FFF2-40B4-BE49-F238E27FC236}">
                <a16:creationId xmlns:a16="http://schemas.microsoft.com/office/drawing/2014/main" id="{9F6DB8D2-CE63-4EC7-B00A-B71603C6D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4200" y="5058410"/>
            <a:ext cx="5384800" cy="355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7780" tIns="0" rIns="1778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>
                <a:solidFill>
                  <a:schemeClr val="dk1"/>
                </a:solidFill>
                <a:latin typeface="汉仪中宋简"/>
                <a:ea typeface="汉仪中宋简"/>
                <a:cs typeface="汉仪中宋简"/>
              </a:rPr>
              <a:t>第80保单年度</a:t>
            </a:r>
          </a:p>
        </p:txBody>
      </p:sp>
      <p:sp>
        <p:nvSpPr>
          <p:cNvPr id="26" name="文本框 25">
            <a:extLst xmlns:a="http://schemas.openxmlformats.org/drawingml/2006/main">
              <a:ext uri="{FF2B5EF4-FFF2-40B4-BE49-F238E27FC236}">
                <a16:creationId xmlns:a16="http://schemas.microsoft.com/office/drawing/2014/main" id="{49B59436-29D3-4F7B-AD70-1075DDEE8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4200" y="5464810"/>
            <a:ext cx="5384800" cy="533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7780" tIns="0" rIns="1778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400">
                <a:solidFill>
                  <a:schemeClr val="dk1"/>
                </a:solidFill>
                <a:latin typeface="汉仪书宋二简"/>
                <a:ea typeface="汉仪书宋二简"/>
                <a:cs typeface="汉仪书宋二简"/>
              </a:rPr>
              <a:t>累计领取 US$2,625,000，领取后退保价值 US$650,209。</a:t>
            </a:r>
          </a:p>
        </p:txBody>
      </p:sp>
      <p:sp>
        <p:nvSpPr>
          <p:cNvPr id="10" name="标题 9">
            <a:extLst xmlns:a="http://schemas.openxmlformats.org/drawingml/2006/main">
              <a:ext uri="{FF2B5EF4-FFF2-40B4-BE49-F238E27FC236}">
                <a16:creationId xmlns:a16="http://schemas.microsoft.com/office/drawing/2014/main" id="{CDD4D463-FBDD-40B5-8998-4CDC90754A88}"/>
              </a:ext>
            </a:extLst>
          </p:cNvPr>
          <p:cNvSpPr>
            <a:spLocks xmlns:a="http://schemas.openxmlformats.org/drawingml/2006/main" noGrp="1"/>
          </p:cNvSpPr>
          <p:nvPr>
            <p:ph type="title" idx="11"/>
          </p:nvPr>
        </p:nvSpPr>
        <p:spPr/>
        <p:txBody>
          <a:bodyPr xmlns:a="http://schemas.openxmlformats.org/drawingml/2006/main">
            <a:normAutofit fontScale="86420"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tx1">
                    <a:lumMod val="0"/>
                    <a:lumOff val="100000"/>
                  </a:schemeClr>
                </a:solidFill>
                <a:latin typeface="+mj-lt"/>
                <a:ea typeface="+mj-lt"/>
                <a:cs typeface="+mj-lt"/>
              </a:rPr>
              <a:t>长期领取路径：现金流与剩余价值并行</a:t>
            </a:r>
          </a:p>
        </p:txBody>
      </p:sp>
    </p:spTree>
    <p:extLst>
      <p:ext uri="{BB962C8B-B14F-4D97-AF65-F5344CB8AC3E}">
        <p14:creationId xmlns:p14="http://schemas.microsoft.com/office/powerpoint/2010/main" val="116394976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1DEFEFE1-B997-42DC-A930-B79E7C7C1A6C}"/>
              </a:ext>
            </a:extLst>
          </p:cNvPr>
          <p:cNvSpPr>
            <a:spLocks xmlns:a="http://schemas.openxmlformats.org/drawingml/2006/main" noGrp="1"/>
          </p:cNvSpPr>
          <p:nvPr>
            <p:ph type="ctrTitle" idx="16385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1000"/>
              </a:lnSpc>
              <a:buNone/>
            </a:pPr>
            <a:r>
              <a:rPr>
                <a:latin typeface="汉仪中宋简"/>
                <a:ea typeface="汉仪中宋简"/>
                <a:cs typeface="汉仪中宋简"/>
              </a:rPr>
              <a:t>提领方案数据表（每10年）</a:t>
            </a:r>
          </a:p>
        </p:txBody>
      </p:sp>
      <p:pic>
        <p:nvPicPr>
          <p:cNvPr id="3" name="内容占位符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60891953cd4ae4"/>
          <a:srcRect xmlns:a="http://schemas.openxmlformats.org/drawingml/2006/main" l="0" t="287" r="0" b="28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609600"/>
            <a:ext cx="10972800" cy="2082800"/>
          </a:xfrm>
          <a:prstGeom xmlns:a="http://schemas.openxmlformats.org/drawingml/2006/main" prst="rect">
            <a:avLst/>
          </a:prstGeom>
        </p:spPr>
      </p:pic>
      <p:sp>
        <p:nvSpPr>
          <p:cNvPr id="4" name="装饰  2">
            <a:extLst xmlns:a="http://schemas.openxmlformats.org/drawingml/2006/main">
              <a:ext uri="{FF2B5EF4-FFF2-40B4-BE49-F238E27FC236}">
                <a16:creationId xmlns:a16="http://schemas.microsoft.com/office/drawing/2014/main" id="{0438635A-6157-4584-830B-98285AF65D24}"/>
              </a:ext>
            </a:extLst>
          </p:cNvPr>
          <p:cNvSpPr>
            <a:spLocks xmlns:a="http://schemas.openxmlformats.org/drawingml/2006/main" noGrp="1"/>
          </p:cNvSpPr>
          <p:nvPr>
            <p:ph type="body" idx="1639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汉仪书宋二简"/>
                <a:ea typeface="汉仪书宋二简"/>
                <a:cs typeface="汉仪书宋二简"/>
              </a:rPr>
              <a:t>⁠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CC468972-520D-4C09-993E-CA0D28532E75}"/>
              </a:ext>
            </a:extLst>
          </p:cNvPr>
          <p:cNvSpPr>
            <a:spLocks xmlns:a="http://schemas.openxmlformats.org/drawingml/2006/main" noGrp="1"/>
          </p:cNvSpPr>
          <p:nvPr>
            <p:ph type="body" idx="16386"/>
          </p:nvPr>
        </p:nvSpPr>
        <p:spPr/>
        <p:txBody>
          <a:bodyPr xmlns:a="http://schemas.openxmlformats.org/drawingml/2006/main">
            <a:normAutofit fontScale="688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1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固定领取节奏</a:t>
            </a:r>
          </a:p>
        </p:txBody>
      </p:sp>
      <p:sp>
        <p:nvSpPr>
          <p:cNvPr id="6" name="文本占位符 5">
            <a:extLst xmlns:a="http://schemas.openxmlformats.org/drawingml/2006/main">
              <a:ext uri="{FF2B5EF4-FFF2-40B4-BE49-F238E27FC236}">
                <a16:creationId xmlns:a16="http://schemas.microsoft.com/office/drawing/2014/main" id="{242DA859-D09B-4ECC-879D-F00F5AB3C40C}"/>
              </a:ext>
            </a:extLst>
          </p:cNvPr>
          <p:cNvSpPr>
            <a:spLocks xmlns:a="http://schemas.openxmlformats.org/drawingml/2006/main" noGrp="1"/>
          </p:cNvSpPr>
          <p:nvPr>
            <p:ph type="body" idx="16387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自第6年起每年领取 US$35,000，表中按每10年展示累计领取与领取后退保现金价值。</a:t>
            </a:r>
          </a:p>
        </p:txBody>
      </p:sp>
      <p:sp>
        <p:nvSpPr>
          <p:cNvPr id="7" name="装饰  5">
            <a:extLst xmlns:a="http://schemas.openxmlformats.org/drawingml/2006/main">
              <a:ext uri="{FF2B5EF4-FFF2-40B4-BE49-F238E27FC236}">
                <a16:creationId xmlns:a16="http://schemas.microsoft.com/office/drawing/2014/main" id="{6424ED2B-0216-4CF0-A702-D31A4DD1A69D}"/>
              </a:ext>
            </a:extLst>
          </p:cNvPr>
          <p:cNvSpPr>
            <a:spLocks xmlns:a="http://schemas.openxmlformats.org/drawingml/2006/main" noGrp="1"/>
          </p:cNvSpPr>
          <p:nvPr>
            <p:ph type="body" idx="1639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汉仪书宋二简"/>
                <a:ea typeface="汉仪书宋二简"/>
                <a:cs typeface="汉仪书宋二简"/>
              </a:rPr>
              <a:t>⁠</a:t>
            </a:r>
          </a:p>
        </p:txBody>
      </p:sp>
      <p:sp>
        <p:nvSpPr>
          <p:cNvPr id="8" name="文本占位符 7">
            <a:extLst xmlns:a="http://schemas.openxmlformats.org/drawingml/2006/main">
              <a:ext uri="{FF2B5EF4-FFF2-40B4-BE49-F238E27FC236}">
                <a16:creationId xmlns:a16="http://schemas.microsoft.com/office/drawing/2014/main" id="{08CEF570-1DE4-46B3-B50D-DA28FBA25BF1}"/>
              </a:ext>
            </a:extLst>
          </p:cNvPr>
          <p:cNvSpPr>
            <a:spLocks xmlns:a="http://schemas.openxmlformats.org/drawingml/2006/main" noGrp="1"/>
          </p:cNvSpPr>
          <p:nvPr>
            <p:ph type="body" idx="16388"/>
          </p:nvPr>
        </p:nvSpPr>
        <p:spPr/>
        <p:txBody>
          <a:bodyPr xmlns:a="http://schemas.openxmlformats.org/drawingml/2006/main">
            <a:normAutofit fontScale="688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1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读表重点</a:t>
            </a:r>
          </a:p>
        </p:txBody>
      </p:sp>
      <p:sp>
        <p:nvSpPr>
          <p:cNvPr id="9" name="文本占位符 8">
            <a:extLst xmlns:a="http://schemas.openxmlformats.org/drawingml/2006/main">
              <a:ext uri="{FF2B5EF4-FFF2-40B4-BE49-F238E27FC236}">
                <a16:creationId xmlns:a16="http://schemas.microsoft.com/office/drawing/2014/main" id="{74FE5A61-3DD7-4A8E-A00C-6AC801AA1798}"/>
              </a:ext>
            </a:extLst>
          </p:cNvPr>
          <p:cNvSpPr>
            <a:spLocks xmlns:a="http://schemas.openxmlformats.org/drawingml/2006/main" noGrp="1"/>
          </p:cNvSpPr>
          <p:nvPr>
            <p:ph type="body" idx="16389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同时观察累计领取、剩余价值、单利和复利，不用单一收益率替代现金流判断。</a:t>
            </a:r>
          </a:p>
        </p:txBody>
      </p:sp>
      <p:sp>
        <p:nvSpPr>
          <p:cNvPr id="10" name="装饰  8">
            <a:extLst xmlns:a="http://schemas.openxmlformats.org/drawingml/2006/main">
              <a:ext uri="{FF2B5EF4-FFF2-40B4-BE49-F238E27FC236}">
                <a16:creationId xmlns:a16="http://schemas.microsoft.com/office/drawing/2014/main" id="{5E3545AC-AB98-4C25-9FA3-E0BA40A60991}"/>
              </a:ext>
            </a:extLst>
          </p:cNvPr>
          <p:cNvSpPr>
            <a:spLocks xmlns:a="http://schemas.openxmlformats.org/drawingml/2006/main" noGrp="1"/>
          </p:cNvSpPr>
          <p:nvPr>
            <p:ph type="body" idx="1639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汉仪书宋二简"/>
                <a:ea typeface="汉仪书宋二简"/>
                <a:cs typeface="汉仪书宋二简"/>
              </a:rPr>
              <a:t>⁠</a:t>
            </a:r>
          </a:p>
        </p:txBody>
      </p:sp>
      <p:sp>
        <p:nvSpPr>
          <p:cNvPr id="11" name="文本占位符 10">
            <a:extLst xmlns:a="http://schemas.openxmlformats.org/drawingml/2006/main">
              <a:ext uri="{FF2B5EF4-FFF2-40B4-BE49-F238E27FC236}">
                <a16:creationId xmlns:a16="http://schemas.microsoft.com/office/drawing/2014/main" id="{9D5168C2-E7AB-4B39-BA68-FD6789D4233B}"/>
              </a:ext>
            </a:extLst>
          </p:cNvPr>
          <p:cNvSpPr>
            <a:spLocks xmlns:a="http://schemas.openxmlformats.org/drawingml/2006/main" noGrp="1"/>
          </p:cNvSpPr>
          <p:nvPr>
            <p:ph type="body" idx="16390"/>
          </p:nvPr>
        </p:nvSpPr>
        <p:spPr/>
        <p:txBody>
          <a:bodyPr xmlns:a="http://schemas.openxmlformats.org/drawingml/2006/main">
            <a:normAutofit fontScale="688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1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数据来源</a:t>
            </a:r>
          </a:p>
        </p:txBody>
      </p:sp>
      <p:sp>
        <p:nvSpPr>
          <p:cNvPr id="12" name="文本占位符 11">
            <a:extLst xmlns:a="http://schemas.openxmlformats.org/drawingml/2006/main">
              <a:ext uri="{FF2B5EF4-FFF2-40B4-BE49-F238E27FC236}">
                <a16:creationId xmlns:a16="http://schemas.microsoft.com/office/drawing/2014/main" id="{1D433DA2-1607-4248-85D4-9F166F4988A4}"/>
              </a:ext>
            </a:extLst>
          </p:cNvPr>
          <p:cNvSpPr>
            <a:spLocks xmlns:a="http://schemas.openxmlformats.org/drawingml/2006/main" noGrp="1"/>
          </p:cNvSpPr>
          <p:nvPr>
            <p:ph type="body" idx="16391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本页数字均来自官方计划书提领利益演示表，未使用模拟正式数字。</a:t>
            </a:r>
          </a:p>
        </p:txBody>
      </p:sp>
    </p:spTree>
    <p:extLst>
      <p:ext uri="{BB962C8B-B14F-4D97-AF65-F5344CB8AC3E}">
        <p14:creationId xmlns:p14="http://schemas.microsoft.com/office/powerpoint/2010/main" val="191460751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F2672FE-A5C9-40F1-AE13-41FBC91710FF}"/>
              </a:ext>
            </a:extLst>
          </p:cNvPr>
          <p:cNvSpPr>
            <a:spLocks xmlns:a="http://schemas.openxmlformats.org/drawingml/2006/main" noGrp="1"/>
          </p:cNvSpPr>
          <p:nvPr>
            <p:ph type="ctrTitle" idx="16385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1000"/>
              </a:lnSpc>
              <a:buNone/>
            </a:pPr>
            <a:r>
              <a:rPr>
                <a:latin typeface="汉仪中宋简"/>
                <a:ea typeface="汉仪中宋简"/>
                <a:cs typeface="汉仪中宋简"/>
              </a:rPr>
              <a:t>不提领方案数据表（每10年）</a:t>
            </a:r>
          </a:p>
        </p:txBody>
      </p:sp>
      <p:pic>
        <p:nvPicPr>
          <p:cNvPr id="3" name="内容占位符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87d6166ba54d45"/>
          <a:srcRect xmlns:a="http://schemas.openxmlformats.org/drawingml/2006/main" l="3140" t="0" r="314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524000"/>
            <a:ext cx="10972800" cy="2235200"/>
          </a:xfrm>
          <a:prstGeom xmlns:a="http://schemas.openxmlformats.org/drawingml/2006/main" prst="rect">
            <a:avLst/>
          </a:prstGeom>
        </p:spPr>
      </p:pic>
      <p:sp>
        <p:nvSpPr>
          <p:cNvPr id="4" name="装饰  2">
            <a:extLst xmlns:a="http://schemas.openxmlformats.org/drawingml/2006/main">
              <a:ext uri="{FF2B5EF4-FFF2-40B4-BE49-F238E27FC236}">
                <a16:creationId xmlns:a16="http://schemas.microsoft.com/office/drawing/2014/main" id="{5BF35843-FD18-47A8-9BAA-106F39C5EEF0}"/>
              </a:ext>
            </a:extLst>
          </p:cNvPr>
          <p:cNvSpPr>
            <a:spLocks xmlns:a="http://schemas.openxmlformats.org/drawingml/2006/main" noGrp="1"/>
          </p:cNvSpPr>
          <p:nvPr>
            <p:ph type="body" idx="1639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汉仪书宋二简"/>
                <a:ea typeface="汉仪书宋二简"/>
                <a:cs typeface="汉仪书宋二简"/>
              </a:rPr>
              <a:t>⁠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38D4549B-6E2E-434D-A784-9BAF221CBDAC}"/>
              </a:ext>
            </a:extLst>
          </p:cNvPr>
          <p:cNvSpPr>
            <a:spLocks xmlns:a="http://schemas.openxmlformats.org/drawingml/2006/main" noGrp="1"/>
          </p:cNvSpPr>
          <p:nvPr>
            <p:ph type="body" idx="16386"/>
          </p:nvPr>
        </p:nvSpPr>
        <p:spPr/>
        <p:txBody>
          <a:bodyPr xmlns:a="http://schemas.openxmlformats.org/drawingml/2006/main">
            <a:normAutofit fontScale="688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1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复利增长路径</a:t>
            </a:r>
          </a:p>
        </p:txBody>
      </p:sp>
      <p:sp>
        <p:nvSpPr>
          <p:cNvPr id="6" name="文本占位符 5">
            <a:extLst xmlns:a="http://schemas.openxmlformats.org/drawingml/2006/main">
              <a:ext uri="{FF2B5EF4-FFF2-40B4-BE49-F238E27FC236}">
                <a16:creationId xmlns:a16="http://schemas.microsoft.com/office/drawing/2014/main" id="{5EEDE1DA-EE90-4936-B301-69D0FCCF5EC7}"/>
              </a:ext>
            </a:extLst>
          </p:cNvPr>
          <p:cNvSpPr>
            <a:spLocks xmlns:a="http://schemas.openxmlformats.org/drawingml/2006/main" noGrp="1"/>
          </p:cNvSpPr>
          <p:nvPr>
            <p:ph type="body" idx="16387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总缴保费约 US$500,000；第20年约 2.72 倍，第30年约 5.85 倍。</a:t>
            </a:r>
          </a:p>
        </p:txBody>
      </p:sp>
      <p:sp>
        <p:nvSpPr>
          <p:cNvPr id="7" name="装饰  5">
            <a:extLst xmlns:a="http://schemas.openxmlformats.org/drawingml/2006/main">
              <a:ext uri="{FF2B5EF4-FFF2-40B4-BE49-F238E27FC236}">
                <a16:creationId xmlns:a16="http://schemas.microsoft.com/office/drawing/2014/main" id="{F8C7B7C0-2807-47C7-9D76-687B64D5D0DF}"/>
              </a:ext>
            </a:extLst>
          </p:cNvPr>
          <p:cNvSpPr>
            <a:spLocks xmlns:a="http://schemas.openxmlformats.org/drawingml/2006/main" noGrp="1"/>
          </p:cNvSpPr>
          <p:nvPr>
            <p:ph type="body" idx="1639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汉仪书宋二简"/>
                <a:ea typeface="汉仪书宋二简"/>
                <a:cs typeface="汉仪书宋二简"/>
              </a:rPr>
              <a:t>⁠</a:t>
            </a:r>
          </a:p>
        </p:txBody>
      </p:sp>
      <p:sp>
        <p:nvSpPr>
          <p:cNvPr id="8" name="文本占位符 7">
            <a:extLst xmlns:a="http://schemas.openxmlformats.org/drawingml/2006/main">
              <a:ext uri="{FF2B5EF4-FFF2-40B4-BE49-F238E27FC236}">
                <a16:creationId xmlns:a16="http://schemas.microsoft.com/office/drawing/2014/main" id="{894116F0-4F0B-4203-9EAE-016C08DFD67B}"/>
              </a:ext>
            </a:extLst>
          </p:cNvPr>
          <p:cNvSpPr>
            <a:spLocks xmlns:a="http://schemas.openxmlformats.org/drawingml/2006/main" noGrp="1"/>
          </p:cNvSpPr>
          <p:nvPr>
            <p:ph type="body" idx="16388"/>
          </p:nvPr>
        </p:nvSpPr>
        <p:spPr/>
        <p:txBody>
          <a:bodyPr xmlns:a="http://schemas.openxmlformats.org/drawingml/2006/main">
            <a:normAutofit fontScale="688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1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读表重点</a:t>
            </a:r>
          </a:p>
        </p:txBody>
      </p:sp>
      <p:sp>
        <p:nvSpPr>
          <p:cNvPr id="9" name="文本占位符 8">
            <a:extLst xmlns:a="http://schemas.openxmlformats.org/drawingml/2006/main">
              <a:ext uri="{FF2B5EF4-FFF2-40B4-BE49-F238E27FC236}">
                <a16:creationId xmlns:a16="http://schemas.microsoft.com/office/drawing/2014/main" id="{05C6ED7A-4DC9-475B-B088-2BF0009937A3}"/>
              </a:ext>
            </a:extLst>
          </p:cNvPr>
          <p:cNvSpPr>
            <a:spLocks xmlns:a="http://schemas.openxmlformats.org/drawingml/2006/main" noGrp="1"/>
          </p:cNvSpPr>
          <p:nvPr>
            <p:ph type="body" idx="16389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本页用于理解长期积累能力；保证价值与非保证价值需结合官方利益演示阅读。</a:t>
            </a:r>
          </a:p>
        </p:txBody>
      </p:sp>
      <p:sp>
        <p:nvSpPr>
          <p:cNvPr id="10" name="装饰  8">
            <a:extLst xmlns:a="http://schemas.openxmlformats.org/drawingml/2006/main">
              <a:ext uri="{FF2B5EF4-FFF2-40B4-BE49-F238E27FC236}">
                <a16:creationId xmlns:a16="http://schemas.microsoft.com/office/drawing/2014/main" id="{1C3A6F3D-0353-4FEF-A368-7B294BE2D350}"/>
              </a:ext>
            </a:extLst>
          </p:cNvPr>
          <p:cNvSpPr>
            <a:spLocks xmlns:a="http://schemas.openxmlformats.org/drawingml/2006/main" noGrp="1"/>
          </p:cNvSpPr>
          <p:nvPr>
            <p:ph type="body" idx="1639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汉仪书宋二简"/>
                <a:ea typeface="汉仪书宋二简"/>
                <a:cs typeface="汉仪书宋二简"/>
              </a:rPr>
              <a:t>⁠</a:t>
            </a:r>
          </a:p>
        </p:txBody>
      </p:sp>
      <p:sp>
        <p:nvSpPr>
          <p:cNvPr id="11" name="文本占位符 10">
            <a:extLst xmlns:a="http://schemas.openxmlformats.org/drawingml/2006/main">
              <a:ext uri="{FF2B5EF4-FFF2-40B4-BE49-F238E27FC236}">
                <a16:creationId xmlns:a16="http://schemas.microsoft.com/office/drawing/2014/main" id="{529D4691-6FB3-45FA-8BFB-03B383447779}"/>
              </a:ext>
            </a:extLst>
          </p:cNvPr>
          <p:cNvSpPr>
            <a:spLocks xmlns:a="http://schemas.openxmlformats.org/drawingml/2006/main" noGrp="1"/>
          </p:cNvSpPr>
          <p:nvPr>
            <p:ph type="body" idx="16390"/>
          </p:nvPr>
        </p:nvSpPr>
        <p:spPr/>
        <p:txBody>
          <a:bodyPr xmlns:a="http://schemas.openxmlformats.org/drawingml/2006/main">
            <a:normAutofit fontScale="688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1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数据来源</a:t>
            </a:r>
          </a:p>
        </p:txBody>
      </p:sp>
      <p:sp>
        <p:nvSpPr>
          <p:cNvPr id="12" name="文本占位符 11">
            <a:extLst xmlns:a="http://schemas.openxmlformats.org/drawingml/2006/main">
              <a:ext uri="{FF2B5EF4-FFF2-40B4-BE49-F238E27FC236}">
                <a16:creationId xmlns:a16="http://schemas.microsoft.com/office/drawing/2014/main" id="{205AA8B5-78B4-4B0F-83E0-6764DCA89701}"/>
              </a:ext>
            </a:extLst>
          </p:cNvPr>
          <p:cNvSpPr>
            <a:spLocks xmlns:a="http://schemas.openxmlformats.org/drawingml/2006/main" noGrp="1"/>
          </p:cNvSpPr>
          <p:nvPr>
            <p:ph type="body" idx="16391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本页数字均来自官方计划书不提领利益演示表，未使用模拟正式数字。</a:t>
            </a:r>
          </a:p>
        </p:txBody>
      </p:sp>
    </p:spTree>
    <p:extLst>
      <p:ext uri="{BB962C8B-B14F-4D97-AF65-F5344CB8AC3E}">
        <p14:creationId xmlns:p14="http://schemas.microsoft.com/office/powerpoint/2010/main" val="176895349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61B4691-14F5-4983-A4D4-E3611287F939}"/>
              </a:ext>
            </a:extLst>
          </p:cNvPr>
          <p:cNvSpPr>
            <a:spLocks xmlns:a="http://schemas.openxmlformats.org/drawingml/2006/main" noGrp="1"/>
          </p:cNvSpPr>
          <p:nvPr>
            <p:ph type="ctrTitle" idx="16385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1000"/>
              </a:lnSpc>
              <a:buNone/>
            </a:pPr>
            <a:r>
              <a:rPr>
                <a:latin typeface="汉仪中宋简"/>
                <a:ea typeface="汉仪中宋简"/>
                <a:cs typeface="汉仪中宋简"/>
              </a:rPr>
              <a:t>让时间成为家庭资产配置的一部分</a:t>
            </a:r>
          </a:p>
        </p:txBody>
      </p:sp>
      <p:pic>
        <p:nvPicPr>
          <p:cNvPr id="3" name="内容占位符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6c74e74be34918"/>
          <a:srcRect xmlns:a="http://schemas.openxmlformats.org/drawingml/2006/main" l="11278" t="0" r="1127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524000"/>
            <a:ext cx="5486400" cy="4724400"/>
          </a:xfrm>
          <a:prstGeom xmlns:a="http://schemas.openxmlformats.org/drawingml/2006/main" prst="rect">
            <a:avLst/>
          </a:prstGeom>
        </p:spPr>
      </p:pic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77F2A120-FA90-4892-8E5A-A30CB3C3C14B}"/>
              </a:ext>
            </a:extLst>
          </p:cNvPr>
          <p:cNvSpPr>
            <a:spLocks xmlns:a="http://schemas.openxmlformats.org/drawingml/2006/main" noGrp="1"/>
          </p:cNvSpPr>
          <p:nvPr>
            <p:ph type="body" idx="16386"/>
          </p:nvPr>
        </p:nvSpPr>
        <p:spPr/>
        <p:txBody>
          <a:bodyPr xmlns:a="http://schemas.openxmlformats.org/drawingml/2006/main">
            <a:normAutofit fontScale="688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1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教育金有安排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DFB0B1D9-608B-4A2D-9D71-E99DB47A7FBF}"/>
              </a:ext>
            </a:extLst>
          </p:cNvPr>
          <p:cNvSpPr>
            <a:spLocks xmlns:a="http://schemas.openxmlformats.org/drawingml/2006/main" noGrp="1"/>
          </p:cNvSpPr>
          <p:nvPr>
            <p:ph type="body" idx="16387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在成长阶段保留可使用的教育资金，让家庭选择更从容。</a:t>
            </a:r>
          </a:p>
        </p:txBody>
      </p:sp>
      <p:sp>
        <p:nvSpPr>
          <p:cNvPr id="6" name="文本占位符 5">
            <a:extLst xmlns:a="http://schemas.openxmlformats.org/drawingml/2006/main">
              <a:ext uri="{FF2B5EF4-FFF2-40B4-BE49-F238E27FC236}">
                <a16:creationId xmlns:a16="http://schemas.microsoft.com/office/drawing/2014/main" id="{B4D1C72B-25A9-4A5E-AF04-C0BB11DA90C9}"/>
              </a:ext>
            </a:extLst>
          </p:cNvPr>
          <p:cNvSpPr>
            <a:spLocks xmlns:a="http://schemas.openxmlformats.org/drawingml/2006/main" noGrp="1"/>
          </p:cNvSpPr>
          <p:nvPr>
            <p:ph type="body" idx="16388"/>
          </p:nvPr>
        </p:nvSpPr>
        <p:spPr/>
        <p:txBody>
          <a:bodyPr xmlns:a="http://schemas.openxmlformats.org/drawingml/2006/main">
            <a:normAutofit fontScale="688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1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长期现金流有来源</a:t>
            </a:r>
          </a:p>
        </p:txBody>
      </p:sp>
      <p:sp>
        <p:nvSpPr>
          <p:cNvPr id="7" name="文本占位符 6">
            <a:extLst xmlns:a="http://schemas.openxmlformats.org/drawingml/2006/main">
              <a:ext uri="{FF2B5EF4-FFF2-40B4-BE49-F238E27FC236}">
                <a16:creationId xmlns:a16="http://schemas.microsoft.com/office/drawing/2014/main" id="{2F0AAEE6-8A39-4456-84A1-617A4E9DBE85}"/>
              </a:ext>
            </a:extLst>
          </p:cNvPr>
          <p:cNvSpPr>
            <a:spLocks xmlns:a="http://schemas.openxmlformats.org/drawingml/2006/main" noGrp="1"/>
          </p:cNvSpPr>
          <p:nvPr>
            <p:ph type="body" idx="16389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>
                <a:latin typeface="汉仪书宋二简"/>
                <a:ea typeface="汉仪书宋二简"/>
                <a:cs typeface="汉仪书宋二简"/>
              </a:rPr>
              <a:t>领取节奏与剩余价值并行展示，便于持续复盘。</a:t>
            </a:r>
          </a:p>
        </p:txBody>
      </p:sp>
    </p:spTree>
    <p:extLst>
      <p:ext uri="{BB962C8B-B14F-4D97-AF65-F5344CB8AC3E}">
        <p14:creationId xmlns:p14="http://schemas.microsoft.com/office/powerpoint/2010/main" val="213125013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F30E0402-6BED-4DDD-A49E-E444194168A9}"/>
              </a:ext>
            </a:extLst>
          </p:cNvPr>
          <p:cNvSpPr>
            <a:spLocks xmlns:a="http://schemas.openxmlformats.org/drawingml/2006/main" noGrp="1"/>
          </p:cNvSpPr>
          <p:nvPr>
            <p:ph type="subTitle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汉仪书宋二简"/>
                <a:ea typeface="汉仪书宋二简"/>
                <a:cs typeface="汉仪书宋二简"/>
              </a:rPr>
              <a:t>THE END</a:t>
            </a:r>
          </a:p>
        </p:txBody>
      </p:sp>
      <p:sp>
        <p:nvSpPr>
          <p:cNvPr id="4" name="标题 3">
            <a:extLst xmlns:a="http://schemas.openxmlformats.org/drawingml/2006/main">
              <a:ext uri="{FF2B5EF4-FFF2-40B4-BE49-F238E27FC236}">
                <a16:creationId xmlns:a16="http://schemas.microsoft.com/office/drawing/2014/main" id="{C43FEB5E-2CCD-4455-933F-A89D779671AD}"/>
              </a:ext>
            </a:extLst>
          </p:cNvPr>
          <p:cNvSpPr>
            <a:spLocks xmlns:a="http://schemas.openxmlformats.org/drawingml/2006/main" noGrp="1"/>
          </p:cNvSpPr>
          <p:nvPr>
            <p:ph type="ctrTitle" idx="14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>
                <a:latin typeface="汉仪中宋简"/>
                <a:ea typeface="汉仪中宋简"/>
                <a:cs typeface="汉仪中宋简"/>
              </a:rPr>
              <a:t>谢谢</a:t>
            </a:r>
          </a:p>
        </p:txBody>
      </p:sp>
    </p:spTree>
    <p:extLst>
      <p:ext uri="{BB962C8B-B14F-4D97-AF65-F5344CB8AC3E}">
        <p14:creationId xmlns:p14="http://schemas.microsoft.com/office/powerpoint/2010/main" val="647179302"/>
      </p:ext>
    </p:extLst>
  </p:cSld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spect">
      <a:maj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2026-06-01T08:01:10.0800000Z</dcterms:created>
  <dcterms:modified xsi:type="dcterms:W3CDTF">2026-06-01T08:01:10.0800000Z</dcterms:modified>
</coreProperties>
</file>