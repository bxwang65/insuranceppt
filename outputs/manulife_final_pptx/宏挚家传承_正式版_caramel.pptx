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VIP 先生 专属方案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0">
                <a:solidFill>
                  <a:srgbClr val="D4B878"/>
                </a:solidFill>
              </a:rPr>
              <a:t>「匠·传承」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USD 100,000 × 5年 = 总保费 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D4B878"/>
                </a:solidFill>
              </a:rPr>
              <a:t>保障年期: 至128岁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FBF9F6"/>
                </a:solidFill>
              </a:rPr>
              <a:t>周大福人寿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公司介绍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8D624F"/>
                </a:solidFill>
              </a:rPr>
              <a:t>周大福人寿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公开资料显示，其分红实现率专题材料覆盖「匠心・传承」同类型产品系列，可用于公司长期分红兑现能力说明。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公开资料显示，公司提供一站式医疗增值服务与康复支持，可作为客户服务能力补充说明。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价值增长曲线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8D624F"/>
                </a:solidFill>
              </a:rPr>
              <a:t>退保总值（保证+非保证）/ 总保费 500,000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60670"/>
            <a:ext cx="1463040" cy="30861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9491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0.47x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830399"/>
            <a:ext cx="1463040" cy="838881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464639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638,233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1.28x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45315"/>
            <a:ext cx="1463040" cy="12239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795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931,210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1.86x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873382"/>
            <a:ext cx="1463040" cy="1795898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07622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1,366,345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2.73x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126477"/>
            <a:ext cx="1463040" cy="2542803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60717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1,934,601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3.87x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011680"/>
            <a:ext cx="1463040" cy="365760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6459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2,782,754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D4B878"/>
                </a:solidFill>
              </a:rPr>
              <a:t>5.57x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提领方案数据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累计提取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剩余价值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总收益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8288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234,795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860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0.47x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7889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175,001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449,186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624,187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78892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1.25x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9184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350,002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489,801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839,803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29184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1.68x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7947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525,006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553,772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1,078,778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79476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2.16x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9768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700,008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615,502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1,315,510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29768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2.63x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8006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35,003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875,018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716,823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1,591,841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8006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3.18x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4D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关键数字速览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回本年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D4B878"/>
                </a:solidFill>
              </a:rPr>
              <a:t>7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本息首次超过总保费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2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D4B878"/>
                </a:solidFill>
              </a:rPr>
              <a:t>17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本金翻倍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3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D4B878"/>
                </a:solidFill>
              </a:rPr>
              <a:t>22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本金三倍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5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D4B878"/>
                </a:solidFill>
              </a:rPr>
              <a:t>29 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本金五倍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5C3F32"/>
                </a:solidFill>
              </a:rPr>
              <a:t>提领方案: Y6 起每年提取 35,000，至 Y127 累计 4,293,028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愿这份规划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D4B878"/>
                </a:solidFill>
              </a:rPr>
              <a:t>陪伴您的家庭稳健成长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D4B87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—— 致 VIP 先生 与家人 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D4B878"/>
                </a:solidFill>
              </a:rPr>
              <a:t>本演示基于周大福人寿官方计划书数据生成 · 实际保单条款以保单文件为准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