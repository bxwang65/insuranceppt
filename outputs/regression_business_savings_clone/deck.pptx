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f7b1ac901004579" /><Relationship Type="http://schemas.openxmlformats.org/officeDocument/2006/relationships/extended-properties" Target="/docProps/app.xml" Id="R71fe2667bf96429f" /><Relationship Type="http://schemas.openxmlformats.org/officeDocument/2006/relationships/officeDocument" Target="/ppt/presentation.xml" Id="R65378946b23d49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65624c2e354d69"/>
  </p:sldMasterIdLst>
  <p:notesMasterIdLst>
    <p:notesMasterId xmlns:r="http://schemas.openxmlformats.org/officeDocument/2006/relationships" r:id="R4f8c5864ffd240e2"/>
  </p:notesMasterIdLst>
  <p:sldIdLst>
    <p:sldId xmlns:r="http://schemas.openxmlformats.org/officeDocument/2006/relationships" id="256" r:id="R69604b9de1c746e3"/>
    <p:sldId xmlns:r="http://schemas.openxmlformats.org/officeDocument/2006/relationships" id="257" r:id="R800665bdee344a50"/>
    <p:sldId xmlns:r="http://schemas.openxmlformats.org/officeDocument/2006/relationships" id="258" r:id="R87030bfdd6e34aaf"/>
    <p:sldId xmlns:r="http://schemas.openxmlformats.org/officeDocument/2006/relationships" id="259" r:id="Re9175604f3dd47e5"/>
    <p:sldId xmlns:r="http://schemas.openxmlformats.org/officeDocument/2006/relationships" id="260" r:id="R8d6c6cd91e824bfb"/>
    <p:sldId xmlns:r="http://schemas.openxmlformats.org/officeDocument/2006/relationships" id="261" r:id="Rd04980a5156a414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65624c2e354d69" /><Relationship Type="http://schemas.openxmlformats.org/officeDocument/2006/relationships/theme" Target="/ppt/theme/theme1.xml" Id="R0ef4ee276eb54939" /><Relationship Type="http://schemas.openxmlformats.org/officeDocument/2006/relationships/notesMaster" Target="/ppt/notesMasters/notesMaster1.xml" Id="R4f8c5864ffd240e2" /><Relationship Type="http://schemas.openxmlformats.org/officeDocument/2006/relationships/presProps" Target="/ppt/presProps.xml" Id="R577a64d1fafc4ebd" /><Relationship Type="http://schemas.openxmlformats.org/officeDocument/2006/relationships/viewProps" Target="/ppt/viewProps.xml" Id="R41f4138ebb8744be" /><Relationship Type="http://schemas.openxmlformats.org/officeDocument/2006/relationships/tableStyles" Target="/ppt/tableStyles.xml" Id="R364953d6d4e6412a" /><Relationship Type="http://schemas.openxmlformats.org/officeDocument/2006/relationships/slide" Target="/ppt/slides/slide1.xml" Id="R69604b9de1c746e3" /><Relationship Type="http://schemas.openxmlformats.org/officeDocument/2006/relationships/slide" Target="/ppt/slides/slide2.xml" Id="R800665bdee344a50" /><Relationship Type="http://schemas.openxmlformats.org/officeDocument/2006/relationships/slide" Target="/ppt/slides/slide3.xml" Id="R87030bfdd6e34aaf" /><Relationship Type="http://schemas.openxmlformats.org/officeDocument/2006/relationships/slide" Target="/ppt/slides/slide4.xml" Id="Re9175604f3dd47e5" /><Relationship Type="http://schemas.openxmlformats.org/officeDocument/2006/relationships/slide" Target="/ppt/slides/slide5.xml" Id="R8d6c6cd91e824bfb" /><Relationship Type="http://schemas.openxmlformats.org/officeDocument/2006/relationships/slide" Target="/ppt/slides/slide6.xml" Id="Rd04980a5156a41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921fa5445464f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49bc5a52ae44425" /><Relationship Type="http://schemas.openxmlformats.org/officeDocument/2006/relationships/notesMaster" Target="/ppt/notesMasters/notesMaster1.xml" Id="R9cab3a43aeda43d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eca3022cabd4cfc" /><Relationship Type="http://schemas.openxmlformats.org/officeDocument/2006/relationships/notesMaster" Target="/ppt/notesMasters/notesMaster1.xml" Id="R3a6419e35ae3480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8819a04ed0f4b21" /><Relationship Type="http://schemas.openxmlformats.org/officeDocument/2006/relationships/notesMaster" Target="/ppt/notesMasters/notesMaster1.xml" Id="Rb5c39307e18842b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9c84f0fdb2a4dcb" /><Relationship Type="http://schemas.openxmlformats.org/officeDocument/2006/relationships/notesMaster" Target="/ppt/notesMasters/notesMaster1.xml" Id="R425bbcbf4da9468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ad07fb28ab6456c" /><Relationship Type="http://schemas.openxmlformats.org/officeDocument/2006/relationships/notesMaster" Target="/ppt/notesMasters/notesMaster1.xml" Id="R024a2c99d9e9499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83c09dacef64ac9" /><Relationship Type="http://schemas.openxmlformats.org/officeDocument/2006/relationships/notesMaster" Target="/ppt/notesMasters/notesMaster1.xml" Id="Rc78fc0d10c5d48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d81c9d17b74b7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52baa606b0474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3d8b7417694ba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c0695dcc3646a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b07f2f9a96430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74d01d4baf49b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2cd64d0004446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d5a894c192497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d0aad14fcb4d7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14412d247f4bc1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1e3b2946914235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350af86d574b76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71100787fc4a92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025c761bd040b9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45432ca32743b6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d43defed4b4551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e14b9eb3874993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436cae4367477b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e9f68ce227411e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b91f8f48b34aee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0a2fc7cf9545f7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b8f68f2e104872" /></Relationships>
</file>

<file path=ppt/slideLayouts/slideLayout2.xml><?xml version="1.0" encoding="utf-8"?>
<p:sldLayout xmlns:p="http://schemas.openxmlformats.org/presentationml/2006/main">
  <p:cSld name="封面页_1_3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日期">
            <a:extLst xmlns:a="http://schemas.openxmlformats.org/drawingml/2006/main">
              <a:ext uri="{FF2B5EF4-FFF2-40B4-BE49-F238E27FC236}">
                <a16:creationId xmlns:a16="http://schemas.microsoft.com/office/drawing/2014/main" id="{102E6684-A32F-4AA5-AEAA-44202BA2465B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1016000" y="1651000"/>
            <a:ext cx="6097058" cy="4572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accent2"/>
                </a:solidFill>
                <a:latin typeface="+mn-ea"/>
                <a:ea typeface="+mn-ea"/>
                <a:cs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45" name="标题 44">
            <a:extLst xmlns:a="http://schemas.openxmlformats.org/drawingml/2006/main">
              <a:ext uri="{FF2B5EF4-FFF2-40B4-BE49-F238E27FC236}">
                <a16:creationId xmlns:a16="http://schemas.microsoft.com/office/drawing/2014/main" id="{DD92A493-C5BE-4A9C-8839-BFECB31A53D6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1016000" y="2159000"/>
            <a:ext cx="6352646" cy="25400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 b="0" spc="0">
                <a:solidFill>
                  <a:schemeClr val="tx2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47" name="署名占位符 10">
            <a:extLst xmlns:a="http://schemas.openxmlformats.org/drawingml/2006/main">
              <a:ext uri="{FF2B5EF4-FFF2-40B4-BE49-F238E27FC236}">
                <a16:creationId xmlns:a16="http://schemas.microsoft.com/office/drawing/2014/main" id="{4C8E2A2B-0037-4A64-95F1-A362CAA0A898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1016000" y="5255239"/>
            <a:ext cx="2540882" cy="533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chemeClr val="bg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 u="none" cap="none" spc="0">
                <a:solidFill>
                  <a:srgbClr val="031A2F"/>
                </a:solidFill>
                <a:latin typeface="+mn-ea"/>
                <a:ea typeface="+mn-ea"/>
                <a:cs typeface="+mn-ea"/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titleOnly">
  <p:cSld name="标题和副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0B7BD537-FE76-4A98-B7CD-0F3FC2A72084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983F4B20-DF78-42B7-A6AA-F373C1F7DC91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7FAF5E7-FB41-4130-BAFB-8772F1BB2333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E59404F9-090D-41E5-9EEB-312F6815BE7B}"/>
              </a:ext>
            </a:extLst>
          </p:cNvPr>
          <p:cNvSpPr/>
          <p:nvPr>
            <p:ph type="body" idx="13"/>
          </p:nvPr>
        </p:nvSpPr>
        <p:spPr>
          <a:xfrm xmlns:a="http://schemas.openxmlformats.org/drawingml/2006/main">
            <a:off x="695960" y="1301750"/>
            <a:ext cx="10799088" cy="405553"/>
          </a:xfrm>
        </p:spPr>
        <p:txBody>
          <a:bodyPr xmlns:a="http://schemas.openxmlformats.org/drawingml/2006/main"/>
          <a:lstStyle xmlns:a="http://schemas.openxmlformats.org/drawingml/2006/main"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7" name="标题 1">
            <a:extLst xmlns:a="http://schemas.openxmlformats.org/drawingml/2006/main">
              <a:ext uri="{FF2B5EF4-FFF2-40B4-BE49-F238E27FC236}">
                <a16:creationId xmlns:a16="http://schemas.microsoft.com/office/drawing/2014/main" id="{21DB09E2-0C2A-4C64-855F-E48D5B7A285E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obj">
  <p:cSld name="仅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E241AC9A-EADF-4F4E-8AFC-B5E2E907AC4C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695960" y="360045"/>
            <a:ext cx="10801985" cy="581787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A5D93B9-0D7A-490E-8780-B95BCFD4CCA1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14ECF7B-9857-40F7-901A-FF470A8C77C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804309D-3AFD-4F1C-BB5B-7AF16975ABD6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blank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83031B84-D543-4DBD-A2BE-64C3C0273D12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B7319516-F38C-4BCA-B949-4E8E640AA0F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A49E264C-DDDF-460D-96A8-AD83F10F02CE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A391F88E-D102-4BA8-A8B8-DF1BA2AC99B4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7702CDF8-895D-4905-AFCE-E5A20A2623E2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6D8BEBD9-C5F9-4F87-AF38-54E91D27B223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标题 1">
            <a:extLst xmlns:a="http://schemas.openxmlformats.org/drawingml/2006/main">
              <a:ext uri="{FF2B5EF4-FFF2-40B4-BE49-F238E27FC236}">
                <a16:creationId xmlns:a16="http://schemas.microsoft.com/office/drawing/2014/main" id="{0427F05D-A626-4E1C-82A4-E15F9A9248ED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6756DEA-9DC1-4AA5-825C-08A803F8B4E6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695960" y="1301750"/>
            <a:ext cx="5323840" cy="411303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DA5674F8-1CE9-471A-97E4-26A674C2B314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695960" y="1875099"/>
            <a:ext cx="5323840" cy="430027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464D4D8C-1A2D-4D74-A354-DE0A7D39E11E}"/>
              </a:ext>
            </a:extLst>
          </p:cNvPr>
          <p:cNvSpPr/>
          <p:nvPr>
            <p:ph type="body" idx="3"/>
          </p:nvPr>
        </p:nvSpPr>
        <p:spPr>
          <a:xfrm xmlns:a="http://schemas.openxmlformats.org/drawingml/2006/main">
            <a:off x="6172200" y="1301750"/>
            <a:ext cx="5323840" cy="411303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32266741-5BEA-4A12-A375-45195B419E81}"/>
              </a:ext>
            </a:extLst>
          </p:cNvPr>
          <p:cNvSpPr/>
          <p:nvPr>
            <p:ph idx="4"/>
          </p:nvPr>
        </p:nvSpPr>
        <p:spPr>
          <a:xfrm xmlns:a="http://schemas.openxmlformats.org/drawingml/2006/main">
            <a:off x="6172200" y="1875099"/>
            <a:ext cx="5323840" cy="430027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79A36330-DE83-4304-B1D3-4C4D69D4CB4D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B8A35DD2-E824-4413-913D-C219FE21E15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056B7C1F-E38E-4198-A7C6-9920A82234FD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标题 1">
            <a:extLst xmlns:a="http://schemas.openxmlformats.org/drawingml/2006/main">
              <a:ext uri="{FF2B5EF4-FFF2-40B4-BE49-F238E27FC236}">
                <a16:creationId xmlns:a16="http://schemas.microsoft.com/office/drawing/2014/main" id="{0DD30909-7764-4424-96C8-9FF37727112F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09E72CB9-6991-46A4-8A30-6967C134AAD7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695960" y="1301750"/>
            <a:ext cx="5323840" cy="48758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13C4DDE3-A7F1-4C29-B67C-D27A1C0159B9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6172200" y="1301750"/>
            <a:ext cx="5323840" cy="48758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9DCB443-6253-415F-AE60-4180460E84DB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BA26CD40-3E0D-47AD-AE22-48F6EE251F25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185B0CB0-C18B-4404-A956-501C4B6494CB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标题 1">
            <a:extLst xmlns:a="http://schemas.openxmlformats.org/drawingml/2006/main">
              <a:ext uri="{FF2B5EF4-FFF2-40B4-BE49-F238E27FC236}">
                <a16:creationId xmlns:a16="http://schemas.microsoft.com/office/drawing/2014/main" id="{98BCECF4-DE41-4D99-8994-8A390F11C06C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blank">
  <p:cSld name="目录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 1">
            <a:extLst xmlns:a="http://schemas.openxmlformats.org/drawingml/2006/main">
              <a:ext uri="{FF2B5EF4-FFF2-40B4-BE49-F238E27FC236}">
                <a16:creationId xmlns:a16="http://schemas.microsoft.com/office/drawing/2014/main" id="{15CFC8F5-524E-4B2E-AF4C-8AF543F9E104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5107123" y="811262"/>
            <a:ext cx="1977755" cy="1081088"/>
          </a:xfrm>
        </p:spPr>
        <p:txBody>
          <a:bodyPr xmlns:a="http://schemas.openxmlformats.org/drawingml/2006/main" wrap="square" anchor="b">
            <a:normAutofit/>
          </a:bodyPr>
          <a:lstStyle xmlns:a="http://schemas.openxmlformats.org/drawingml/2006/main">
            <a:lvl1pPr algn="ctr">
              <a:buNone/>
              <a:defRPr sz="6000" b="1" i="0" u="none" cap="none" spc="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/>
        </p:txBody>
      </p:sp>
      <p:sp>
        <p:nvSpPr>
          <p:cNvPr id="9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8068034-C10C-498C-94C5-80D0CA3E2372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37A7800-1559-474B-88FE-510002F0D2E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1EC6D1E-177A-4708-9CBC-C7C3A89DCAA8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>
  <p:cSld name="目录页-1-5-4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B2CFDB3E-501B-4A0E-A21F-69702DE847BB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F1A1F4-7A09-4C43-A898-332918BA855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BD523FD-0FBD-4896-9B2F-9DCC45B4E0FC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" name="Subtitle 9">
            <a:extLst xmlns:a="http://schemas.openxmlformats.org/drawingml/2006/main">
              <a:ext uri="{FF2B5EF4-FFF2-40B4-BE49-F238E27FC236}">
                <a16:creationId xmlns:a16="http://schemas.microsoft.com/office/drawing/2014/main" id="{E4A122DA-4895-462A-B169-F2546358A8A3}"/>
              </a:ext>
            </a:extLst>
          </p:cNvPr>
          <p:cNvSpPr/>
          <p:nvPr>
            <p:ph type="subTitle" idx="17826305"/>
          </p:nvPr>
        </p:nvSpPr>
        <p:spPr>
          <a:xfrm xmlns:a="http://schemas.openxmlformats.org/drawingml/2006/main">
            <a:off x="761471" y="2667000"/>
            <a:ext cx="236325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9AF0302A-2C34-448F-8040-54CD9ECEF101}"/>
              </a:ext>
            </a:extLst>
          </p:cNvPr>
          <p:cNvSpPr/>
          <p:nvPr>
            <p:ph type="ctrTitle" idx="17826049"/>
          </p:nvPr>
        </p:nvSpPr>
        <p:spPr>
          <a:xfrm xmlns:a="http://schemas.openxmlformats.org/drawingml/2006/main">
            <a:off x="760942" y="3175000"/>
            <a:ext cx="2364317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0B6658A1-2BFE-4783-8B70-35D1EF9335B8}"/>
              </a:ext>
            </a:extLst>
          </p:cNvPr>
          <p:cNvSpPr/>
          <p:nvPr>
            <p:ph type="body" idx="319883777"/>
          </p:nvPr>
        </p:nvSpPr>
        <p:spPr>
          <a:xfrm xmlns:a="http://schemas.openxmlformats.org/drawingml/2006/main">
            <a:off x="40703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装饰  2">
            <a:extLst xmlns:a="http://schemas.openxmlformats.org/drawingml/2006/main">
              <a:ext uri="{FF2B5EF4-FFF2-40B4-BE49-F238E27FC236}">
                <a16:creationId xmlns:a16="http://schemas.microsoft.com/office/drawing/2014/main" id="{81E1BBDE-D933-42F5-BB19-6C39C78C7358}"/>
              </a:ext>
            </a:extLst>
          </p:cNvPr>
          <p:cNvSpPr/>
          <p:nvPr>
            <p:ph type="body" idx="319883522"/>
          </p:nvPr>
        </p:nvSpPr>
        <p:spPr>
          <a:xfrm xmlns:a="http://schemas.openxmlformats.org/drawingml/2006/main">
            <a:off x="48514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4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0B62FF02-6480-4E7B-B321-D3808ED71019}"/>
              </a:ext>
            </a:extLst>
          </p:cNvPr>
          <p:cNvSpPr/>
          <p:nvPr>
            <p:ph type="body" idx="51446017"/>
          </p:nvPr>
        </p:nvSpPr>
        <p:spPr>
          <a:xfrm xmlns:a="http://schemas.openxmlformats.org/drawingml/2006/main">
            <a:off x="50800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5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9D23855C-51EA-43DB-8365-E5CA4E60289C}"/>
              </a:ext>
            </a:extLst>
          </p:cNvPr>
          <p:cNvSpPr/>
          <p:nvPr>
            <p:ph type="body" idx="319949313"/>
          </p:nvPr>
        </p:nvSpPr>
        <p:spPr>
          <a:xfrm xmlns:a="http://schemas.openxmlformats.org/drawingml/2006/main">
            <a:off x="79946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D19484BC-7075-4A79-8996-779220368386}"/>
              </a:ext>
            </a:extLst>
          </p:cNvPr>
          <p:cNvSpPr/>
          <p:nvPr>
            <p:ph type="body" idx="319949058"/>
          </p:nvPr>
        </p:nvSpPr>
        <p:spPr>
          <a:xfrm xmlns:a="http://schemas.openxmlformats.org/drawingml/2006/main">
            <a:off x="87757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8" name="Text Placeholder 17">
            <a:extLst xmlns:a="http://schemas.openxmlformats.org/drawingml/2006/main">
              <a:ext uri="{FF2B5EF4-FFF2-40B4-BE49-F238E27FC236}">
                <a16:creationId xmlns:a16="http://schemas.microsoft.com/office/drawing/2014/main" id="{A1F9EFAA-DEAA-468B-A981-C250C5381DDB}"/>
              </a:ext>
            </a:extLst>
          </p:cNvPr>
          <p:cNvSpPr/>
          <p:nvPr>
            <p:ph type="body" idx="51511553"/>
          </p:nvPr>
        </p:nvSpPr>
        <p:spPr>
          <a:xfrm xmlns:a="http://schemas.openxmlformats.org/drawingml/2006/main">
            <a:off x="90043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9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24DBDD5C-58BF-4550-AB55-FA3DF8B82810}"/>
              </a:ext>
            </a:extLst>
          </p:cNvPr>
          <p:cNvSpPr/>
          <p:nvPr>
            <p:ph type="body" idx="320014849"/>
          </p:nvPr>
        </p:nvSpPr>
        <p:spPr>
          <a:xfrm xmlns:a="http://schemas.openxmlformats.org/drawingml/2006/main">
            <a:off x="40703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0" name="装饰  9">
            <a:extLst xmlns:a="http://schemas.openxmlformats.org/drawingml/2006/main">
              <a:ext uri="{FF2B5EF4-FFF2-40B4-BE49-F238E27FC236}">
                <a16:creationId xmlns:a16="http://schemas.microsoft.com/office/drawing/2014/main" id="{7F917FA0-48AE-4D99-A3F5-7C4DA7C1C060}"/>
              </a:ext>
            </a:extLst>
          </p:cNvPr>
          <p:cNvSpPr/>
          <p:nvPr>
            <p:ph type="body" idx="320014594"/>
          </p:nvPr>
        </p:nvSpPr>
        <p:spPr>
          <a:xfrm xmlns:a="http://schemas.openxmlformats.org/drawingml/2006/main">
            <a:off x="48514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1" name="Text Placeholder 20">
            <a:extLst xmlns:a="http://schemas.openxmlformats.org/drawingml/2006/main">
              <a:ext uri="{FF2B5EF4-FFF2-40B4-BE49-F238E27FC236}">
                <a16:creationId xmlns:a16="http://schemas.microsoft.com/office/drawing/2014/main" id="{E301CD41-AE58-4540-80BA-703F5E629159}"/>
              </a:ext>
            </a:extLst>
          </p:cNvPr>
          <p:cNvSpPr/>
          <p:nvPr>
            <p:ph type="body" idx="51577089"/>
          </p:nvPr>
        </p:nvSpPr>
        <p:spPr>
          <a:xfrm xmlns:a="http://schemas.openxmlformats.org/drawingml/2006/main">
            <a:off x="50800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2" name="Text Placeholder 21">
            <a:extLst xmlns:a="http://schemas.openxmlformats.org/drawingml/2006/main">
              <a:ext uri="{FF2B5EF4-FFF2-40B4-BE49-F238E27FC236}">
                <a16:creationId xmlns:a16="http://schemas.microsoft.com/office/drawing/2014/main" id="{49A47EE6-696E-449D-9930-208F9F388FF5}"/>
              </a:ext>
            </a:extLst>
          </p:cNvPr>
          <p:cNvSpPr/>
          <p:nvPr>
            <p:ph type="body" idx="320080385"/>
          </p:nvPr>
        </p:nvSpPr>
        <p:spPr>
          <a:xfrm xmlns:a="http://schemas.openxmlformats.org/drawingml/2006/main">
            <a:off x="79946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3" name="装饰  2">
            <a:extLst xmlns:a="http://schemas.openxmlformats.org/drawingml/2006/main">
              <a:ext uri="{FF2B5EF4-FFF2-40B4-BE49-F238E27FC236}">
                <a16:creationId xmlns:a16="http://schemas.microsoft.com/office/drawing/2014/main" id="{DBB76A54-0AF0-402C-9D41-6D7263C406AB}"/>
              </a:ext>
            </a:extLst>
          </p:cNvPr>
          <p:cNvSpPr/>
          <p:nvPr>
            <p:ph type="body" idx="320080130"/>
          </p:nvPr>
        </p:nvSpPr>
        <p:spPr>
          <a:xfrm xmlns:a="http://schemas.openxmlformats.org/drawingml/2006/main">
            <a:off x="87757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4" name="Text Placeholder 23">
            <a:extLst xmlns:a="http://schemas.openxmlformats.org/drawingml/2006/main">
              <a:ext uri="{FF2B5EF4-FFF2-40B4-BE49-F238E27FC236}">
                <a16:creationId xmlns:a16="http://schemas.microsoft.com/office/drawing/2014/main" id="{802D3EEB-D01C-4FE3-A0A2-5D9612A84D9D}"/>
              </a:ext>
            </a:extLst>
          </p:cNvPr>
          <p:cNvSpPr/>
          <p:nvPr>
            <p:ph type="body" idx="51642625"/>
          </p:nvPr>
        </p:nvSpPr>
        <p:spPr>
          <a:xfrm xmlns:a="http://schemas.openxmlformats.org/drawingml/2006/main">
            <a:off x="90043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>
  <p:cSld name="结束页_1_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ubtitle 7">
            <a:extLst xmlns:a="http://schemas.openxmlformats.org/drawingml/2006/main">
              <a:ext uri="{FF2B5EF4-FFF2-40B4-BE49-F238E27FC236}">
                <a16:creationId xmlns:a16="http://schemas.microsoft.com/office/drawing/2014/main" id="{1E9372AD-D5EC-4A7B-8219-949C01982D27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1016000" y="2667000"/>
            <a:ext cx="544935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6" name="标题 4">
            <a:extLst xmlns:a="http://schemas.openxmlformats.org/drawingml/2006/main">
              <a:ext uri="{FF2B5EF4-FFF2-40B4-BE49-F238E27FC236}">
                <a16:creationId xmlns:a16="http://schemas.microsoft.com/office/drawing/2014/main" id="{AB938DE3-4380-4068-8088-DEAA711D4392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1016000" y="3175000"/>
            <a:ext cx="5451122" cy="10160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400" b="0" spc="0">
                <a:solidFill>
                  <a:schemeClr val="tx2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>
  <p:cSld name="章节页_1_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标题 2">
            <a:extLst xmlns:a="http://schemas.openxmlformats.org/drawingml/2006/main">
              <a:ext uri="{FF2B5EF4-FFF2-40B4-BE49-F238E27FC236}">
                <a16:creationId xmlns:a16="http://schemas.microsoft.com/office/drawing/2014/main" id="{AD182EE4-C0E7-4C11-A968-02B88C911517}"/>
              </a:ext>
            </a:extLst>
          </p:cNvPr>
          <p:cNvSpPr/>
          <p:nvPr>
            <p:ph type="title" idx="16385"/>
          </p:nvPr>
        </p:nvSpPr>
        <p:spPr>
          <a:xfrm xmlns:a="http://schemas.openxmlformats.org/drawingml/2006/main">
            <a:off x="5696585" y="2983865"/>
            <a:ext cx="5479415" cy="1524000"/>
          </a:xfr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0" spc="0">
                <a:solidFill>
                  <a:schemeClr val="tx2"/>
                </a:solidFill>
                <a:latin typeface="+mn-ea"/>
                <a:ea typeface="+mn-ea"/>
                <a:cs typeface="+mn-ea"/>
              </a:defRPr>
            </a:lvl1pPr>
          </a:lstStyle>
          <a:p xmlns:a="http://schemas.openxmlformats.org/drawingml/2006/main"/>
        </p:txBody>
      </p:sp>
      <p:sp>
        <p:nvSpPr>
          <p:cNvPr id="7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4E43794D-8C73-443D-A418-AFAA0B6697B0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9648825" y="1358265"/>
            <a:ext cx="1527175" cy="1524000"/>
          </a:xfrm>
        </p:spPr>
        <p:txBody>
          <a:bodyPr xmlns:a="http://schemas.openxmlformats.org/drawingml/2006/main" vert="horz" wrap="none" lIns="0" tIns="0" rIns="0" bIns="0" anchor="ctr">
            <a:normAutofit/>
          </a:bodyPr>
          <a:lstStyle xmlns:a="http://schemas.openxmlformats.org/drawingml/2006/main">
            <a:lvl1pPr marL="0" indent="0" algn="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7200" b="0" spc="0">
                <a:solidFill>
                  <a:schemeClr val="accent2"/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13.xml><?xml version="1.0" encoding="utf-8"?>
<p:sldLayout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标题 1">
            <a:extLst xmlns:a="http://schemas.openxmlformats.org/drawingml/2006/main">
              <a:ext uri="{FF2B5EF4-FFF2-40B4-BE49-F238E27FC236}">
                <a16:creationId xmlns:a16="http://schemas.microsoft.com/office/drawing/2014/main" id="{3853A424-C214-49C2-9C6A-289C8FD8AFC8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20B7E012-EAEC-44EA-A455-9FD41BF39310}"/>
              </a:ext>
            </a:extLst>
          </p:cNvPr>
          <p:cNvSpPr/>
          <p:nvPr>
            <p:ph idx="1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1DB19A3-323E-4CE3-BD96-CF8A43CBA313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A30F92A-CAE7-4E91-A96C-B971608834BA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A65FF5C-DD13-4A78-A2AD-95345641FE92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4.xml><?xml version="1.0" encoding="utf-8"?>
<p:sldLayout xmlns:p="http://schemas.openxmlformats.org/presentationml/2006/main" type="vertTitleAndTx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1A74B367-F68B-4B9B-868D-E99973C35D54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9824484" y="365125"/>
            <a:ext cx="1529316" cy="5811838"/>
          </a:xfrm>
        </p:spPr>
        <p:txBody>
          <a:bodyPr xmlns:a="http://schemas.openxmlformats.org/drawingml/2006/main" vert="eaVert">
            <a:normAutofit/>
          </a:bodyPr>
          <a:lstStyle xmlns:a="http://schemas.openxmlformats.org/drawingml/2006/main">
            <a:lvl1pPr>
              <a:buNone/>
              <a:defRPr sz="3600"/>
            </a:lvl1pPr>
          </a:lstStyle>
          <a:p xmlns:a="http://schemas.openxmlformats.org/drawingml/2006/main"/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33BCBE9B-52C5-4FC1-A8FC-95C9620630DF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8200" y="365125"/>
            <a:ext cx="8879958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A8E81C0-9CA7-4E4C-9F77-E3BB820A040A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3AE24F0-FCF8-47F5-8298-9B411690FC5E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1BB2EA6-233C-4E3C-8880-05C9D9D802E4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5.xml><?xml version="1.0" encoding="utf-8"?>
<p:sldLayout xmlns:p="http://schemas.openxmlformats.org/presentationml/2006/main" type="picTx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2C4D513-E3D2-41B1-93F9-012F36BB3F14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46747" y="127000"/>
            <a:ext cx="4165200" cy="16002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/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3991D8B7-BA55-41BC-B495-E5D8E2F4401B}"/>
              </a:ext>
            </a:extLst>
          </p:cNvPr>
          <p:cNvSpPr/>
          <p:nvPr>
            <p:ph type="pic" idx="1"/>
          </p:nvPr>
        </p:nvSpPr>
        <p:spPr>
          <a:xfrm xmlns:a="http://schemas.openxmlformats.org/drawingml/2006/main">
            <a:off x="5184000" y="766354"/>
            <a:ext cx="5817375" cy="5094446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931DB14A-4489-43EC-9EF2-9BEF7AF9E614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651827" y="2057400"/>
            <a:ext cx="4165200" cy="381158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C9F6C13E-FAE1-4147-BCDC-2117E2483ABF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70861C1E-065E-4275-B0D1-D62AAF928541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488F57DF-D1FE-49D1-8730-CB1530E8B38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6.xml><?xml version="1.0" encoding="utf-8"?>
<p:sldLayout xmlns:p="http://schemas.openxmlformats.org/presentationml/2006/main" type="blank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7C88C340-64A5-41E2-AF89-0F0C9869EFFA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881E9F9B-A5F6-4184-B8B1-B0BCD23FE19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A72607B8-7659-438B-95AC-DACFE96F59E0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7.xml><?xml version="1.0" encoding="utf-8"?>
<p:sldLayout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3AB9AB3-1226-45B5-A807-4CFA1CDAA1B3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8200" y="2766219"/>
            <a:ext cx="10515600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ctr">
              <a:buNone/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/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B5535D98-0869-4536-AF03-F9ADDC3D9AAA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94842479-EF6E-4C79-9DF9-0D9C2195D574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DB26CB01-E0DF-45DD-8D06-67DDEE55F88D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8.xml><?xml version="1.0" encoding="utf-8"?>
<p:sldLayout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C4BA567-EB78-4764-9767-BF3CBD8684B9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B1488E0-32F9-4BC7-87B9-9F43460F2AEC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9788" y="1744961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E4F919D-94DB-448B-A0B1-D1CC3384B4FC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839788" y="2615609"/>
            <a:ext cx="5157787" cy="357405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334C3167-87BD-4EEA-8006-48499EADB8D6}"/>
              </a:ext>
            </a:extLst>
          </p:cNvPr>
          <p:cNvSpPr/>
          <p:nvPr>
            <p:ph type="body" idx="3"/>
          </p:nvPr>
        </p:nvSpPr>
        <p:spPr>
          <a:xfrm xmlns:a="http://schemas.openxmlformats.org/drawingml/2006/main">
            <a:off x="6172200" y="1744961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92C508BD-823C-427E-94A6-7FE6FCABD63C}"/>
              </a:ext>
            </a:extLst>
          </p:cNvPr>
          <p:cNvSpPr/>
          <p:nvPr>
            <p:ph idx="4"/>
          </p:nvPr>
        </p:nvSpPr>
        <p:spPr>
          <a:xfrm xmlns:a="http://schemas.openxmlformats.org/drawingml/2006/main">
            <a:off x="6172200" y="2615609"/>
            <a:ext cx="5183188" cy="357405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3D17647-37F4-4A5D-9C1B-07514CF13DE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B11F0B15-89E9-4C56-8156-8C0C9B178A36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DFD8F1E5-A5A5-4070-B426-88CBABC66CB3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9.xml><?xml version="1.0" encoding="utf-8"?>
<p:sldLayout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0B89553-585F-4BA3-9BC9-866AC16913BD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47700" y="258445"/>
            <a:ext cx="10515600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CF3AD059-4118-4C45-AD30-4F0C92D0D7B9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647700" y="1825625"/>
            <a:ext cx="5181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F56693EE-8D85-4822-9052-3C61322698D4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5981700" y="1825625"/>
            <a:ext cx="5181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B421FC3C-B1EB-4702-8FE9-042B0E556A61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6225797-0F30-46CB-AAA0-DD8B26C6B7C2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F1A7D8A9-9911-49A8-A517-A078AE86030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0.xml><?xml version="1.0" encoding="utf-8"?>
<p:sldLayout xmlns:p="http://schemas.openxmlformats.org/presentationml/2006/main" type="secHead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92E70F7-9E05-46A1-A5F1-2D7D3E4694FB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1850" y="3751117"/>
            <a:ext cx="7321550" cy="811357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598E5FD-A106-4921-A150-F03CFA44B80C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1850" y="4610028"/>
            <a:ext cx="7321550" cy="64755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998124D-178C-4911-A1FB-7B841F9C6922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545771A-17C1-40B8-AF18-4BC4005BF3F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1CF9308-6027-4A15-88D4-8D2A6EF9234C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1.xml><?xml version="1.0" encoding="utf-8"?>
<p:sldLayout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131C177-D910-4BC4-A85E-87312D89B57D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47700" y="258445"/>
            <a:ext cx="10515600" cy="1325563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A7BD19C9-40D9-485D-997C-9C47F0155F48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647700" y="1825625"/>
            <a:ext cx="10515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115EE2E-D775-4939-835C-40E3B412E3B6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E06B922-69DC-42FD-AEAC-2CB15352CD76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C1D3ADC-B22D-4203-8902-0718B0B6D5F6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2.xml><?xml version="1.0" encoding="utf-8"?>
<p:sldLayout xmlns:p="http://schemas.openxmlformats.org/presentationml/2006/main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771D98F6-D843-4687-849D-2D54F0D6A7C6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30DB519B-8426-4BA1-B7BB-A3F1C6A7A7E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2054E79F-9355-4E23-8138-B31E0CB1C42F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内容占位符 6">
            <a:extLst xmlns:a="http://schemas.openxmlformats.org/drawingml/2006/main">
              <a:ext uri="{FF2B5EF4-FFF2-40B4-BE49-F238E27FC236}">
                <a16:creationId xmlns:a16="http://schemas.microsoft.com/office/drawing/2014/main" id="{AB287D99-32A4-442C-AC41-55C1E7D93667}"/>
              </a:ext>
            </a:extLst>
          </p:cNvPr>
          <p:cNvSpPr/>
          <p:nvPr>
            <p:ph idx="13"/>
          </p:nvPr>
        </p:nvSpPr>
        <p:spPr>
          <a:xfrm xmlns:a="http://schemas.openxmlformats.org/drawingml/2006/main">
            <a:off x="838200" y="551543"/>
            <a:ext cx="10515600" cy="555897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3.xml><?xml version="1.0" encoding="utf-8"?>
<p:sldLayout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AABC521-9223-4CB7-A539-9B38B4B9ACE4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322962"/>
            <a:ext cx="9144000" cy="2187001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912A5C8-48A1-40C5-9EF4-432792D03C62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E175BE2-6550-4023-8F3B-601CBCA40F1E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DE079FA-A44D-434A-953B-B775794E7513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DBEF9E09-54AC-4E05-A566-43482361767C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13675c6da1c4c6f" /><Relationship Type="http://schemas.openxmlformats.org/officeDocument/2006/relationships/slideLayout" Target="/ppt/slideLayouts/slideLayout2.xml" Id="R09ea898b84764644" /><Relationship Type="http://schemas.openxmlformats.org/officeDocument/2006/relationships/slideLayout" Target="/ppt/slideLayouts/slideLayout3.xml" Id="R25e8d74e55884508" /><Relationship Type="http://schemas.openxmlformats.org/officeDocument/2006/relationships/slideLayout" Target="/ppt/slideLayouts/slideLayout4.xml" Id="Rfe325342e3524835" /><Relationship Type="http://schemas.openxmlformats.org/officeDocument/2006/relationships/slideLayout" Target="/ppt/slideLayouts/slideLayout5.xml" Id="R26f94d1659af454a" /><Relationship Type="http://schemas.openxmlformats.org/officeDocument/2006/relationships/slideLayout" Target="/ppt/slideLayouts/slideLayout6.xml" Id="R46b90a2230eb4a0f" /><Relationship Type="http://schemas.openxmlformats.org/officeDocument/2006/relationships/slideLayout" Target="/ppt/slideLayouts/slideLayout7.xml" Id="R949b23a1dc9d4b8e" /><Relationship Type="http://schemas.openxmlformats.org/officeDocument/2006/relationships/slideLayout" Target="/ppt/slideLayouts/slideLayout8.xml" Id="R83a65fd1c6684082" /><Relationship Type="http://schemas.openxmlformats.org/officeDocument/2006/relationships/slideLayout" Target="/ppt/slideLayouts/slideLayout9.xml" Id="R21537667497e49ce" /><Relationship Type="http://schemas.openxmlformats.org/officeDocument/2006/relationships/slideLayout" Target="/ppt/slideLayouts/slideLayout10.xml" Id="R145e3680531a41ea" /><Relationship Type="http://schemas.openxmlformats.org/officeDocument/2006/relationships/slideLayout" Target="/ppt/slideLayouts/slideLayout11.xml" Id="Re9d0d9ec15d540e1" /><Relationship Type="http://schemas.openxmlformats.org/officeDocument/2006/relationships/slideLayout" Target="/ppt/slideLayouts/slideLayout12.xml" Id="Rfe26497187fe4054" /><Relationship Type="http://schemas.openxmlformats.org/officeDocument/2006/relationships/slideLayout" Target="/ppt/slideLayouts/slideLayout13.xml" Id="R0949311b441c4bfd" /><Relationship Type="http://schemas.openxmlformats.org/officeDocument/2006/relationships/slideLayout" Target="/ppt/slideLayouts/slideLayout14.xml" Id="Rd2bf21f5da944f12" /><Relationship Type="http://schemas.openxmlformats.org/officeDocument/2006/relationships/slideLayout" Target="/ppt/slideLayouts/slideLayout15.xml" Id="Reb7336eca480403f" /><Relationship Type="http://schemas.openxmlformats.org/officeDocument/2006/relationships/slideLayout" Target="/ppt/slideLayouts/slideLayout16.xml" Id="Rc57b8118454c464b" /><Relationship Type="http://schemas.openxmlformats.org/officeDocument/2006/relationships/slideLayout" Target="/ppt/slideLayouts/slideLayout17.xml" Id="R45e3d4ac79a84ac7" /><Relationship Type="http://schemas.openxmlformats.org/officeDocument/2006/relationships/slideLayout" Target="/ppt/slideLayouts/slideLayout18.xml" Id="R1cfcc562a7b54018" /><Relationship Type="http://schemas.openxmlformats.org/officeDocument/2006/relationships/slideLayout" Target="/ppt/slideLayouts/slideLayout19.xml" Id="R035d4fd239ab450b" /><Relationship Type="http://schemas.openxmlformats.org/officeDocument/2006/relationships/slideLayout" Target="/ppt/slideLayouts/slideLayout20.xml" Id="Rc2cd0f1a571748a7" /><Relationship Type="http://schemas.openxmlformats.org/officeDocument/2006/relationships/slideLayout" Target="/ppt/slideLayouts/slideLayout21.xml" Id="R47172499975f441a" /><Relationship Type="http://schemas.openxmlformats.org/officeDocument/2006/relationships/slideLayout" Target="/ppt/slideLayouts/slideLayout22.xml" Id="R4ddc2c4395d7432b" /><Relationship Type="http://schemas.openxmlformats.org/officeDocument/2006/relationships/slideLayout" Target="/ppt/slideLayouts/slideLayout23.xml" Id="Rf14d7586d56e4219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B68D674-AE1F-49F5-B357-7AB64869A5D7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753983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E3E7805-F2B0-4995-AF73-1F2EDD8F88D6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9A4A0F5-9F6F-47E9-8801-1A7C5E51B2A8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69596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2CB5C9F-1EBC-4C4B-AF8B-CF33136FB6DB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695960" y="1301749"/>
            <a:ext cx="10800000" cy="4873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BFE4D7B-5860-4638-8FF4-9CE1A72030D7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95960" y="36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7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D45CB911-6461-439A-AE35-6B0C94794BDC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16E1038-6E8C-4E67-A62E-58D05B8A40F3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9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378E0F9-3E79-4E3B-943A-49FF4BA0B87E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0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05B833D-6699-4062-BB54-CA026DB0CDB7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58EADCB-6326-46D6-9BBE-C1B4D930E75A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ea898b84764644"/>
    <p:sldLayoutId xmlns:r="http://schemas.openxmlformats.org/officeDocument/2006/relationships" id="2147483650" r:id="R25e8d74e55884508"/>
    <p:sldLayoutId xmlns:r="http://schemas.openxmlformats.org/officeDocument/2006/relationships" id="2147483651" r:id="Rfe325342e3524835"/>
    <p:sldLayoutId xmlns:r="http://schemas.openxmlformats.org/officeDocument/2006/relationships" id="2147483652" r:id="R26f94d1659af454a"/>
    <p:sldLayoutId xmlns:r="http://schemas.openxmlformats.org/officeDocument/2006/relationships" id="2147483653" r:id="R46b90a2230eb4a0f"/>
    <p:sldLayoutId xmlns:r="http://schemas.openxmlformats.org/officeDocument/2006/relationships" id="2147483654" r:id="R949b23a1dc9d4b8e"/>
    <p:sldLayoutId xmlns:r="http://schemas.openxmlformats.org/officeDocument/2006/relationships" id="2147483655" r:id="R83a65fd1c6684082"/>
    <p:sldLayoutId xmlns:r="http://schemas.openxmlformats.org/officeDocument/2006/relationships" id="2147483656" r:id="R21537667497e49ce"/>
    <p:sldLayoutId xmlns:r="http://schemas.openxmlformats.org/officeDocument/2006/relationships" id="2147483657" r:id="R145e3680531a41ea"/>
    <p:sldLayoutId xmlns:r="http://schemas.openxmlformats.org/officeDocument/2006/relationships" id="2147483658" r:id="Re9d0d9ec15d540e1"/>
    <p:sldLayoutId xmlns:r="http://schemas.openxmlformats.org/officeDocument/2006/relationships" id="2147483659" r:id="Rfe26497187fe4054"/>
    <p:sldLayoutId xmlns:r="http://schemas.openxmlformats.org/officeDocument/2006/relationships" id="2147483660" r:id="R0949311b441c4bfd"/>
    <p:sldLayoutId xmlns:r="http://schemas.openxmlformats.org/officeDocument/2006/relationships" id="2147483661" r:id="Rd2bf21f5da944f12"/>
    <p:sldLayoutId xmlns:r="http://schemas.openxmlformats.org/officeDocument/2006/relationships" id="2147483662" r:id="Reb7336eca480403f"/>
    <p:sldLayoutId xmlns:r="http://schemas.openxmlformats.org/officeDocument/2006/relationships" id="2147483663" r:id="Rc57b8118454c464b"/>
    <p:sldLayoutId xmlns:r="http://schemas.openxmlformats.org/officeDocument/2006/relationships" id="2147483664" r:id="R45e3d4ac79a84ac7"/>
    <p:sldLayoutId xmlns:r="http://schemas.openxmlformats.org/officeDocument/2006/relationships" id="2147483665" r:id="R1cfcc562a7b54018"/>
    <p:sldLayoutId xmlns:r="http://schemas.openxmlformats.org/officeDocument/2006/relationships" id="2147483666" r:id="R035d4fd239ab450b"/>
    <p:sldLayoutId xmlns:r="http://schemas.openxmlformats.org/officeDocument/2006/relationships" id="2147483667" r:id="Rc2cd0f1a571748a7"/>
    <p:sldLayoutId xmlns:r="http://schemas.openxmlformats.org/officeDocument/2006/relationships" id="2147483668" r:id="R47172499975f441a"/>
    <p:sldLayoutId xmlns:r="http://schemas.openxmlformats.org/officeDocument/2006/relationships" id="2147483669" r:id="R4ddc2c4395d7432b"/>
    <p:sldLayoutId xmlns:r="http://schemas.openxmlformats.org/officeDocument/2006/relationships" id="2147483670" r:id="Rf14d7586d56e421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0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49abf3ce0294f14" /><Relationship Type="http://schemas.openxmlformats.org/officeDocument/2006/relationships/image" Target="/ppt/media/image.png" Id="R45655fc39aa74156" /><Relationship Type="http://schemas.openxmlformats.org/officeDocument/2006/relationships/image" Target="/ppt/media/image.svg" Id="R041d5ea81af14ede" /><Relationship Type="http://schemas.openxmlformats.org/officeDocument/2006/relationships/image" Target="/ppt/media/image2.png" Id="R30141bf233894788" /><Relationship Type="http://schemas.openxmlformats.org/officeDocument/2006/relationships/image" Target="/ppt/media/image2.svg" Id="Rcb3af51a44c644bf" /><Relationship Type="http://schemas.openxmlformats.org/officeDocument/2006/relationships/image" Target="/ppt/media/image3.png" Id="Rb4fd2b4d576643bf" /><Relationship Type="http://schemas.openxmlformats.org/officeDocument/2006/relationships/image" Target="/ppt/media/image3.svg" Id="R61de05a939004d15" /><Relationship Type="http://schemas.openxmlformats.org/officeDocument/2006/relationships/image" Target="/ppt/media/image4.png" Id="R51e763fce6c84419" /><Relationship Type="http://schemas.openxmlformats.org/officeDocument/2006/relationships/image" Target="/ppt/media/image4.svg" Id="R0fd7d58d67264e62" /><Relationship Type="http://schemas.openxmlformats.org/officeDocument/2006/relationships/image" Target="/ppt/media/image5.png" Id="R01766ecafb944e89" /><Relationship Type="http://schemas.openxmlformats.org/officeDocument/2006/relationships/image" Target="/ppt/media/image5.svg" Id="R26a58aa2c4bb47d5" /><Relationship Type="http://schemas.openxmlformats.org/officeDocument/2006/relationships/image" Target="/ppt/media/image6.png" Id="R8f9d312ec6d04d4e" /><Relationship Type="http://schemas.openxmlformats.org/officeDocument/2006/relationships/image" Target="/ppt/media/image6.svg" Id="R1e490119f7294a52" /><Relationship Type="http://schemas.openxmlformats.org/officeDocument/2006/relationships/notesSlide" Target="/ppt/notesSlides/notesSlide1.xml" Id="R73f6fb32d086402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ea424ea6b4347ae" /><Relationship Type="http://schemas.openxmlformats.org/officeDocument/2006/relationships/image" Target="/ppt/media/image.jpeg" Id="Re4bd33c1a0ee4cf2" /><Relationship Type="http://schemas.openxmlformats.org/officeDocument/2006/relationships/image" Target="/ppt/media/image7.png" Id="Rdeca3b177de14cd1" /><Relationship Type="http://schemas.openxmlformats.org/officeDocument/2006/relationships/image" Target="/ppt/media/image7.svg" Id="Rec1b8316bb974cf4" /><Relationship Type="http://schemas.openxmlformats.org/officeDocument/2006/relationships/image" Target="/ppt/media/image8.png" Id="R38d6e0f9e8a64b2b" /><Relationship Type="http://schemas.openxmlformats.org/officeDocument/2006/relationships/image" Target="/ppt/media/image8.svg" Id="R3adc3cc0d24a4bd9" /><Relationship Type="http://schemas.openxmlformats.org/officeDocument/2006/relationships/image" Target="/ppt/media/image9.png" Id="Re6955beea75b4ed5" /><Relationship Type="http://schemas.openxmlformats.org/officeDocument/2006/relationships/image" Target="/ppt/media/image9.svg" Id="Rf7f92b81b0df4dca" /><Relationship Type="http://schemas.openxmlformats.org/officeDocument/2006/relationships/image" Target="/ppt/media/image10.png" Id="R03b5460bcfc54f97" /><Relationship Type="http://schemas.openxmlformats.org/officeDocument/2006/relationships/image" Target="/ppt/media/image10.svg" Id="R8f646f4ed5344534" /><Relationship Type="http://schemas.openxmlformats.org/officeDocument/2006/relationships/notesSlide" Target="/ppt/notesSlides/notesSlide2.xml" Id="R4ab93242a758459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2523d0d5b3f476c" /><Relationship Type="http://schemas.openxmlformats.org/officeDocument/2006/relationships/notesSlide" Target="/ppt/notesSlides/notesSlide3.xml" Id="R448a9711ebbd420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7909e411e38496f" /><Relationship Type="http://schemas.openxmlformats.org/officeDocument/2006/relationships/image" Target="/ppt/media/image11.png" Id="R6d78983b3dd64185" /><Relationship Type="http://schemas.openxmlformats.org/officeDocument/2006/relationships/image" Target="/ppt/media/image11.svg" Id="R146e315ea30847f2" /><Relationship Type="http://schemas.openxmlformats.org/officeDocument/2006/relationships/notesSlide" Target="/ppt/notesSlides/notesSlide4.xml" Id="Re9cc9913bcb441e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74263f2f33a4428" /><Relationship Type="http://schemas.openxmlformats.org/officeDocument/2006/relationships/image" Target="/ppt/media/image12.png" Id="R8d1e7bbbc05e4b3a" /><Relationship Type="http://schemas.openxmlformats.org/officeDocument/2006/relationships/notesSlide" Target="/ppt/notesSlides/notesSlide5.xml" Id="R87303d1928084aa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ef72daa6be34caf" /><Relationship Type="http://schemas.openxmlformats.org/officeDocument/2006/relationships/notesSlide" Target="/ppt/notesSlides/notesSlide6.xml" Id="R39804b44a28e431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188C62E3-86AE-472C-8C41-5C24D8AAB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E6CBF734-C1B7-41F6-A539-0BB7FEB4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19D3E6B5-27B4-40B1-BAF1-BF3F368D5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VIP 先生 家庭财富传承方案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E2CF8543-F26B-443B-B7BE-221E03C1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109345"/>
            <a:ext cx="11039475" cy="17907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CB90900C-BA5C-4D20-8754-1F3EF714D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965" y="1757045"/>
            <a:ext cx="495300" cy="495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9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655fc39aa74156">
            <a:extLst>
              <a:ext uri="{96DAC541-7B7A-43D3-8B79-37D633B846F1}">
                <asvg:svgBlip xmlns:asvg="http://schemas.microsoft.com/office/drawing/2016/SVG/main" r:embed="R041d5ea81af14ede"/>
              </a:ext>
            </a:extLst>
          </a:blip>
          <a:srcRect xmlns:a="http://schemas.openxmlformats.org/drawingml/2006/main" l="-2083" t="-4348" r="-2083" b="-43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26235" y="1885950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AEEA4B5A-E5EC-44D1-A0DC-68582EE6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078" y="1802606"/>
            <a:ext cx="9157468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友邦保险 · 环X盈活储蓄保险计划(5年缴费)</a:t>
            </a: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5692186B-AB4B-4758-AF70-254FC1FC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3023870"/>
            <a:ext cx="3546475" cy="23050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92752B9A-ED60-436F-9408-E74544B6F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315" y="333184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3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141bf233894788">
            <a:extLst>
              <a:ext uri="{96DAC541-7B7A-43D3-8B79-37D633B846F1}">
                <asvg:svgBlip xmlns:asvg="http://schemas.microsoft.com/office/drawing/2016/SVG/main" r:embed="Rcb3af51a44c644bf"/>
              </a:ext>
            </a:extLst>
          </a:blip>
          <a:srcRect xmlns:a="http://schemas.openxmlformats.org/drawingml/2006/main" l="0" t="-5556" r="0" b="-5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30120" y="3446145"/>
            <a:ext cx="238125" cy="190500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03C79834-7065-41F9-A207-60855FA8E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975" y="3865740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专业团队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635D682E-BEB8-4F50-9235-EA79F091C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25" y="4264838"/>
            <a:ext cx="3086176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3000"/>
              </a:lnSpc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资深财富规划师、税务专家、法律顾问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4EEA3340-9636-4CF6-8D66-859D3A36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627" y="4668660"/>
            <a:ext cx="1975771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12</a:t>
            </a:r>
            <a:r>
              <a:rPr sz="15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年</a:t>
            </a:r>
            <a:r>
              <a:rPr sz="15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+</a:t>
            </a: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平均经验</a:t>
            </a:r>
          </a:p>
        </p:txBody>
      </p:sp>
      <p:sp>
        <p:nvSpPr>
          <p:cNvPr id="17" name="任意多边形 16">
            <a:extLst xmlns:a="http://schemas.openxmlformats.org/drawingml/2006/main">
              <a:ext uri="{FF2B5EF4-FFF2-40B4-BE49-F238E27FC236}">
                <a16:creationId xmlns:a16="http://schemas.microsoft.com/office/drawing/2014/main" id="{0067A29E-B6DE-4B29-B7E4-EED415E95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2445" y="3023870"/>
            <a:ext cx="3546475" cy="23050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任意多边形 17">
            <a:extLst xmlns:a="http://schemas.openxmlformats.org/drawingml/2006/main">
              <a:ext uri="{FF2B5EF4-FFF2-40B4-BE49-F238E27FC236}">
                <a16:creationId xmlns:a16="http://schemas.microsoft.com/office/drawing/2014/main" id="{67807876-DDFD-4610-B885-646FC576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33184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9" name="图片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fd2b4d576643bf">
            <a:extLst>
              <a:ext uri="{96DAC541-7B7A-43D3-8B79-37D633B846F1}">
                <asvg:svgBlip xmlns:asvg="http://schemas.microsoft.com/office/drawing/2016/SVG/main" r:embed="R61de05a939004d15"/>
              </a:ext>
            </a:extLst>
          </a:blip>
          <a:srcRect xmlns:a="http://schemas.openxmlformats.org/drawingml/2006/main" l="0" t="-8824" r="0" b="-88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00750" y="344614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D443616B-AD49-48F9-9FBF-70A31C9EC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865740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服务理念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FF90822D-76CE-476C-A702-E3E11FBD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4264838"/>
            <a:ext cx="1886026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3000"/>
              </a:lnSpc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以家族长远利益为核心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18E933AC-F23F-4A8A-9AB4-C1F2DB0E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668660"/>
            <a:ext cx="236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全生命周期</a:t>
            </a:r>
            <a:r>
              <a:rPr sz="15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解决方案</a:t>
            </a: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A3FC7C0A-DC28-4332-8041-72109A451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8945" y="3023870"/>
            <a:ext cx="3546475" cy="23050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任意多边形 23">
            <a:extLst xmlns:a="http://schemas.openxmlformats.org/drawingml/2006/main">
              <a:ext uri="{FF2B5EF4-FFF2-40B4-BE49-F238E27FC236}">
                <a16:creationId xmlns:a16="http://schemas.microsoft.com/office/drawing/2014/main" id="{7EA3EA50-2932-4E31-B190-F191F68C3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2950" y="333184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e763fce6c84419">
            <a:extLst>
              <a:ext uri="{96DAC541-7B7A-43D3-8B79-37D633B846F1}">
                <asvg:svgBlip xmlns:asvg="http://schemas.microsoft.com/office/drawing/2016/SVG/main" r:embed="R0fd7d58d67264e62"/>
              </a:ext>
            </a:extLst>
          </a:blip>
          <a:srcRect xmlns:a="http://schemas.openxmlformats.org/drawingml/2006/main" l="-2632" t="0" r="-263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47250" y="344614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1EE6FBFA-DBB6-4B6D-8E12-8841287BA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026" y="3865740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成功案例</a:t>
            </a:r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CED58987-DF7C-4BE5-9B60-D443D009B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7059" y="4264838"/>
            <a:ext cx="1971008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3000"/>
              </a:lnSpc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200+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家族财富传承规划</a:t>
            </a: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59D07BF7-FA05-46F3-8B2E-5B658D1D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5074" y="4668660"/>
            <a:ext cx="1574978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98</a:t>
            </a:r>
            <a:r>
              <a:rPr sz="15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%</a:t>
            </a: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执行率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D2155DBD-3A69-48EA-99CE-CC1522598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5452745"/>
            <a:ext cx="11039475" cy="1019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0" name="图片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766ecafb944e89">
            <a:extLst>
              <a:ext uri="{96DAC541-7B7A-43D3-8B79-37D633B846F1}">
                <asvg:svgBlip xmlns:asvg="http://schemas.microsoft.com/office/drawing/2016/SVG/main" r:embed="R26a58aa2c4bb47d5"/>
              </a:ext>
            </a:extLst>
          </a:blip>
          <a:srcRect xmlns:a="http://schemas.openxmlformats.org/drawingml/2006/main" l="-972" t="-32353" r="-972" b="-323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6145" y="5829300"/>
            <a:ext cx="233045" cy="266700"/>
          </a:xfrm>
          <a:prstGeom xmlns:a="http://schemas.openxmlformats.org/drawingml/2006/main" prst="rect">
            <a:avLst/>
          </a:prstGeom>
        </p:spPr>
      </p:pic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734D498C-1FED-4A7A-A678-79E372FD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424" y="5710238"/>
            <a:ext cx="9525000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i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2026-06-01</a:t>
            </a:r>
          </a:p>
        </p:txBody>
      </p:sp>
      <p:pic>
        <p:nvPicPr>
          <p:cNvPr id="32" name="图片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9d312ec6d04d4e">
            <a:extLst>
              <a:ext uri="{96DAC541-7B7A-43D3-8B79-37D633B846F1}">
                <asvg:svgBlip xmlns:asvg="http://schemas.microsoft.com/office/drawing/2016/SVG/main" r:embed="R1e490119f7294a52"/>
              </a:ext>
            </a:extLst>
          </a:blip>
          <a:srcRect xmlns:a="http://schemas.openxmlformats.org/drawingml/2006/main" l="-972" t="-32353" r="-972" b="-323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52175" y="5829300"/>
            <a:ext cx="233045" cy="266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28893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6F20F169-57EE-4D4F-866C-848F76239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534EE162-89EB-4C36-ACB6-1778B4FDB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A9FCFD3D-DA7C-469A-887C-2F50A3C8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关于我们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759AE960-750E-4025-9874-21E66AD70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2615" y="1104900"/>
            <a:ext cx="915035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EF87558F-11CA-4F9A-A692-C66D75B1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625" y="1181100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核心优势</a:t>
            </a:r>
          </a:p>
        </p:txBody>
      </p:sp>
      <p:sp>
        <p:nvSpPr>
          <p:cNvPr id="9" name="任意多边形 8">
            <a:extLst xmlns:a="http://schemas.openxmlformats.org/drawingml/2006/main">
              <a:ext uri="{FF2B5EF4-FFF2-40B4-BE49-F238E27FC236}">
                <a16:creationId xmlns:a16="http://schemas.microsoft.com/office/drawing/2014/main" id="{81C76FDF-9A28-485C-BFF6-5CD4C3DC8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652270"/>
            <a:ext cx="3508375" cy="23101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任意多边形 9">
            <a:extLst xmlns:a="http://schemas.openxmlformats.org/drawingml/2006/main">
              <a:ext uri="{FF2B5EF4-FFF2-40B4-BE49-F238E27FC236}">
                <a16:creationId xmlns:a16="http://schemas.microsoft.com/office/drawing/2014/main" id="{02A16CEA-EB5D-4CDE-B588-999D1555A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84785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专注储蓄险定制与长期资产配置</a:t>
            </a:r>
          </a:p>
        </p:txBody>
      </p:sp>
      <p:pic>
        <p:nvPicPr>
          <p:cNvPr id="1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bd33c1a0ee4cf2"/>
          <a:srcRect xmlns:a="http://schemas.openxmlformats.org/drawingml/2006/main" l="16656" t="0" r="166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0745" y="195707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5900410C-FD03-46A7-949F-A3BE80C7C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1847850"/>
            <a:ext cx="25844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长期稳健增值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47C72139-46D9-4827-B312-720F3A13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209800"/>
            <a:ext cx="2584475" cy="12430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产品设计以长期稳健增长为核心目标，通过多元化资产配置策略，在控制风险的前提下实现资产的持续增值。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AE57E9DD-613D-45B7-9F3B-106E98975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519488"/>
            <a:ext cx="1220991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专业团队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D0F3C56A-AFF1-4566-BAB2-A4A85ECF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316" y="3609975"/>
            <a:ext cx="137167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资深财富规划师、税务专家、法律顾问</a:t>
            </a: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9DD6544F-4143-48DF-B5DD-A41A41EEA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4162425"/>
            <a:ext cx="3508375" cy="230949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任意多边形 16">
            <a:extLst xmlns:a="http://schemas.openxmlformats.org/drawingml/2006/main">
              <a:ext uri="{FF2B5EF4-FFF2-40B4-BE49-F238E27FC236}">
                <a16:creationId xmlns:a16="http://schemas.microsoft.com/office/drawing/2014/main" id="{0ACB6F2E-808C-4E54-B36A-28F3F41F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38150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8" name="图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ca3b177de14cd1">
            <a:extLst>
              <a:ext uri="{96DAC541-7B7A-43D3-8B79-37D633B846F1}">
                <asvg:svgBlip xmlns:asvg="http://schemas.microsoft.com/office/drawing/2016/SVG/main" r:embed="Rec1b8316bb974cf4"/>
              </a:ext>
            </a:extLst>
          </a:blip>
          <a:srcRect xmlns:a="http://schemas.openxmlformats.org/drawingml/2006/main" l="-2500" t="-15625" r="-2500" b="-15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0745" y="449072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628B2C07-C814-4442-A92E-2469EE5E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381500"/>
            <a:ext cx="25844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灵活提领机制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BAA6EA2C-EBA4-4C97-BCE4-7705248C0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743450"/>
            <a:ext cx="2584475" cy="12430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核心方案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3B08C0FB-96F6-46BD-8604-41CEB4213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053138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以官方计划书为依据，结构化输出客户沟通版计划书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D2B9F16A-1FCC-4F10-87FA-7A2C95859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801" y="6053138"/>
            <a:ext cx="304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7A6A5A"/>
                </a:solidFill>
                <a:latin typeface="MiSans"/>
                <a:ea typeface="MiSans"/>
                <a:cs typeface="MiSans"/>
              </a:rPr>
              <a:t>•</a:t>
            </a:r>
          </a:p>
        </p:txBody>
      </p:sp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96084F60-01E5-454A-80CA-E4E87281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477" y="6053138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弹性提领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4E50F087-B246-49A2-9A25-A6F03E390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344" y="6053138"/>
            <a:ext cx="304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7A6A5A"/>
                </a:solidFill>
                <a:latin typeface="MiSans"/>
                <a:ea typeface="MiSans"/>
                <a:cs typeface="MiSans"/>
              </a:rPr>
              <a:t>•</a:t>
            </a: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45A2D60C-FB62-4415-B927-B7BDDA4FA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4020" y="6053138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紧急调用</a:t>
            </a: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A3B06CAA-58AD-456F-A8C9-C4B113BC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1495" y="1109345"/>
            <a:ext cx="3508375" cy="25812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任意多边形 26">
            <a:extLst xmlns:a="http://schemas.openxmlformats.org/drawingml/2006/main">
              <a:ext uri="{FF2B5EF4-FFF2-40B4-BE49-F238E27FC236}">
                <a16:creationId xmlns:a16="http://schemas.microsoft.com/office/drawing/2014/main" id="{2B90AB02-3779-4D2B-A066-1AC590B3D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075" y="14643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8" name="图片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d6e0f9e8a64b2b">
            <a:extLst>
              <a:ext uri="{96DAC541-7B7A-43D3-8B79-37D633B846F1}">
                <asvg:svgBlip xmlns:asvg="http://schemas.microsoft.com/office/drawing/2016/SVG/main" r:embed="R3adc3cc0d24a4bd9"/>
              </a:ext>
            </a:extLst>
          </a:blip>
          <a:srcRect xmlns:a="http://schemas.openxmlformats.org/drawingml/2006/main" l="-3333" t="-2500" r="-3333" b="-2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70425" y="1573530"/>
            <a:ext cx="152400" cy="200025"/>
          </a:xfrm>
          <a:prstGeom xmlns:a="http://schemas.openxmlformats.org/drawingml/2006/main" prst="rect">
            <a:avLst/>
          </a:prstGeom>
        </p:spPr>
      </p:pic>
      <p:sp>
        <p:nvSpPr>
          <p:cNvPr id="29" name="文本框 28">
            <a:extLst xmlns:a="http://schemas.openxmlformats.org/drawingml/2006/main">
              <a:ext uri="{FF2B5EF4-FFF2-40B4-BE49-F238E27FC236}">
                <a16:creationId xmlns:a16="http://schemas.microsoft.com/office/drawing/2014/main" id="{3A84F34D-30B0-49FA-BBDA-D8E27DBA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1464469"/>
            <a:ext cx="25844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税务优化优势</a:t>
            </a: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FF3F1C62-8981-406D-AB1B-188060F83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1826419"/>
            <a:ext cx="2584475" cy="12430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充分利用保险产品的税收优惠政策，通过合理的架构设计，有效降低遗产税、赠与税等税务成本。</a:t>
            </a:r>
          </a:p>
        </p:txBody>
      </p:sp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2391F45C-4DEA-483B-953E-608A690DD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3136106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C46E34"/>
                </a:solidFill>
                <a:latin typeface="MiSans"/>
                <a:ea typeface="MiSans"/>
                <a:cs typeface="MiSans"/>
              </a:rPr>
              <a:t>遗产税优化</a:t>
            </a: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8833AD3A-F361-4E7D-AFC0-3C0EDA08D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8777" y="3136106"/>
            <a:ext cx="304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7A6A5A"/>
                </a:solidFill>
                <a:latin typeface="MiSans"/>
                <a:ea typeface="MiSans"/>
                <a:cs typeface="MiSans"/>
              </a:rPr>
              <a:t>•</a:t>
            </a:r>
          </a:p>
        </p:txBody>
      </p:sp>
      <p:sp>
        <p:nvSpPr>
          <p:cNvPr id="33" name="文本框 32">
            <a:extLst xmlns:a="http://schemas.openxmlformats.org/drawingml/2006/main">
              <a:ext uri="{FF2B5EF4-FFF2-40B4-BE49-F238E27FC236}">
                <a16:creationId xmlns:a16="http://schemas.microsoft.com/office/drawing/2014/main" id="{72463CC4-BC7B-43E0-8A2E-ED1B35D87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7453" y="3136106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C46E34"/>
                </a:solidFill>
                <a:latin typeface="MiSans"/>
                <a:ea typeface="MiSans"/>
                <a:cs typeface="MiSans"/>
              </a:rPr>
              <a:t>赠与税减免</a:t>
            </a:r>
          </a:p>
        </p:txBody>
      </p:sp>
      <p:sp>
        <p:nvSpPr>
          <p:cNvPr id="34" name="任意多边形 33">
            <a:extLst xmlns:a="http://schemas.openxmlformats.org/drawingml/2006/main">
              <a:ext uri="{FF2B5EF4-FFF2-40B4-BE49-F238E27FC236}">
                <a16:creationId xmlns:a16="http://schemas.microsoft.com/office/drawing/2014/main" id="{142B776B-1082-4471-93A3-F17C2B1C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1495" y="3890645"/>
            <a:ext cx="3508375" cy="25812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任意多边形 34">
            <a:extLst xmlns:a="http://schemas.openxmlformats.org/drawingml/2006/main">
              <a:ext uri="{FF2B5EF4-FFF2-40B4-BE49-F238E27FC236}">
                <a16:creationId xmlns:a16="http://schemas.microsoft.com/office/drawing/2014/main" id="{774609CB-32C4-48EA-8790-0948D14D7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075" y="42456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6" name="图片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955beea75b4ed5">
            <a:extLst>
              <a:ext uri="{96DAC541-7B7A-43D3-8B79-37D633B846F1}">
                <asvg:svgBlip xmlns:asvg="http://schemas.microsoft.com/office/drawing/2016/SVG/main" r:embed="Rf7f92b81b0df4dca"/>
              </a:ext>
            </a:extLst>
          </a:blip>
          <a:srcRect xmlns:a="http://schemas.openxmlformats.org/drawingml/2006/main" l="-8333" t="-5263" r="-8333" b="-52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46295" y="435483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7" name="文本框 36">
            <a:extLst xmlns:a="http://schemas.openxmlformats.org/drawingml/2006/main">
              <a:ext uri="{FF2B5EF4-FFF2-40B4-BE49-F238E27FC236}">
                <a16:creationId xmlns:a16="http://schemas.microsoft.com/office/drawing/2014/main" id="{31BF9D4C-9288-497E-8B7B-18C7F48D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4245769"/>
            <a:ext cx="25844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资产隔离保护</a:t>
            </a: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B0B38E93-DE90-4989-9F63-85618C3CD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4607719"/>
            <a:ext cx="2584475" cy="12430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保险资产具有独立的法律地位，可有效实现家庭资产与企业经营风险隔离，构建坚实的法律保护屏障。</a:t>
            </a:r>
          </a:p>
        </p:txBody>
      </p:sp>
      <p:sp>
        <p:nvSpPr>
          <p:cNvPr id="39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E0C0E580-8521-4C83-89E3-73953286C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5917406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C46E34"/>
                </a:solidFill>
                <a:latin typeface="MiSans"/>
                <a:ea typeface="MiSans"/>
                <a:cs typeface="MiSans"/>
              </a:rPr>
              <a:t>法律独立</a:t>
            </a: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D18A982E-DAF6-4CF9-9610-47F5896A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6377" y="5917406"/>
            <a:ext cx="304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7A6A5A"/>
                </a:solidFill>
                <a:latin typeface="MiSans"/>
                <a:ea typeface="MiSans"/>
                <a:cs typeface="MiSans"/>
              </a:rPr>
              <a:t>•</a:t>
            </a:r>
          </a:p>
        </p:txBody>
      </p:sp>
      <p:sp>
        <p:nvSpPr>
          <p:cNvPr id="41" name="文本框 40">
            <a:extLst xmlns:a="http://schemas.openxmlformats.org/drawingml/2006/main">
              <a:ext uri="{FF2B5EF4-FFF2-40B4-BE49-F238E27FC236}">
                <a16:creationId xmlns:a16="http://schemas.microsoft.com/office/drawing/2014/main" id="{E8B7CC1B-D4C0-4146-9FAF-665F2C120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5053" y="5917406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C46E34"/>
                </a:solidFill>
                <a:latin typeface="MiSans"/>
                <a:ea typeface="MiSans"/>
                <a:cs typeface="MiSans"/>
              </a:rPr>
              <a:t>风险隔离</a:t>
            </a:r>
          </a:p>
        </p:txBody>
      </p:sp>
      <p:sp>
        <p:nvSpPr>
          <p:cNvPr id="42" name="任意多边形 41">
            <a:extLst xmlns:a="http://schemas.openxmlformats.org/drawingml/2006/main">
              <a:ext uri="{FF2B5EF4-FFF2-40B4-BE49-F238E27FC236}">
                <a16:creationId xmlns:a16="http://schemas.microsoft.com/office/drawing/2014/main" id="{C9B7DEA8-E296-4BEE-9736-0389013B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7045" y="1109345"/>
            <a:ext cx="3508375" cy="53625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 w="9525" cmpd="sng">
            <a:solidFill>
              <a:srgbClr val="D59134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任意多边形 42">
            <a:extLst xmlns:a="http://schemas.openxmlformats.org/drawingml/2006/main">
              <a:ext uri="{FF2B5EF4-FFF2-40B4-BE49-F238E27FC236}">
                <a16:creationId xmlns:a16="http://schemas.microsoft.com/office/drawing/2014/main" id="{B5A0FEF8-DDD7-4778-931C-C3C7E2D2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2625" y="1304925"/>
            <a:ext cx="3117850" cy="8953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4" name="任意多边形 43">
            <a:extLst xmlns:a="http://schemas.openxmlformats.org/drawingml/2006/main">
              <a:ext uri="{FF2B5EF4-FFF2-40B4-BE49-F238E27FC236}">
                <a16:creationId xmlns:a16="http://schemas.microsoft.com/office/drawing/2014/main" id="{FF19AB2C-B408-424A-BBC8-CCE6392EF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2625" y="2190750"/>
            <a:ext cx="3117850" cy="95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>
              <a:alpha val="20000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6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A5783C85-6463-49A1-AF65-AC13CAF35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0100" y="1304925"/>
            <a:ext cx="342900" cy="3429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图片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b5460bcfc54f97">
            <a:extLst>
              <a:ext uri="{96DAC541-7B7A-43D3-8B79-37D633B846F1}">
                <asvg:svgBlip xmlns:asvg="http://schemas.microsoft.com/office/drawing/2016/SVG/main" r:embed="R8f646f4ed5344534"/>
              </a:ext>
            </a:extLst>
          </a:blip>
          <a:srcRect xmlns:a="http://schemas.openxmlformats.org/drawingml/2006/main" l="-6852" t="-4510" r="-6852" b="-45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63760" y="1385570"/>
            <a:ext cx="194945" cy="176530"/>
          </a:xfrm>
          <a:prstGeom xmlns:a="http://schemas.openxmlformats.org/drawingml/2006/main" prst="rect">
            <a:avLst/>
          </a:prstGeom>
        </p:spPr>
      </p:pic>
      <p:sp>
        <p:nvSpPr>
          <p:cNvPr id="48" name="任意多边形 47">
            <a:extLst xmlns:a="http://schemas.openxmlformats.org/drawingml/2006/main">
              <a:ext uri="{FF2B5EF4-FFF2-40B4-BE49-F238E27FC236}">
                <a16:creationId xmlns:a16="http://schemas.microsoft.com/office/drawing/2014/main" id="{9704DE34-C276-4C57-B300-5CDA3FC08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4350" y="1724025"/>
            <a:ext cx="914400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AB87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9" name="文本框 48">
            <a:extLst xmlns:a="http://schemas.openxmlformats.org/drawingml/2006/main">
              <a:ext uri="{FF2B5EF4-FFF2-40B4-BE49-F238E27FC236}">
                <a16:creationId xmlns:a16="http://schemas.microsoft.com/office/drawing/2014/main" id="{7F5A3CD4-1244-4F18-B993-60DA4FFA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776" y="1800225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最受关注</a:t>
            </a:r>
          </a:p>
        </p:txBody>
      </p:sp>
      <p:sp>
        <p:nvSpPr>
          <p:cNvPr id="50" name="任意多边形 49">
            <a:extLst xmlns:a="http://schemas.openxmlformats.org/drawingml/2006/main">
              <a:ext uri="{FF2B5EF4-FFF2-40B4-BE49-F238E27FC236}">
                <a16:creationId xmlns:a16="http://schemas.microsoft.com/office/drawing/2014/main" id="{2D07D2CA-DFB8-492D-8AA7-44887B0D8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625" y="2352675"/>
            <a:ext cx="3117850" cy="18859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1" name="文本框 50">
            <a:extLst xmlns:a="http://schemas.openxmlformats.org/drawingml/2006/main">
              <a:ext uri="{FF2B5EF4-FFF2-40B4-BE49-F238E27FC236}">
                <a16:creationId xmlns:a16="http://schemas.microsoft.com/office/drawing/2014/main" id="{F9A88B12-C3E2-4B8C-AD4C-85FDFB71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2466975"/>
            <a:ext cx="28892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财富传承效率</a:t>
            </a:r>
          </a:p>
        </p:txBody>
      </p:sp>
      <p:sp>
        <p:nvSpPr>
          <p:cNvPr id="52" name="文本框 51">
            <a:extLst xmlns:a="http://schemas.openxmlformats.org/drawingml/2006/main">
              <a:ext uri="{FF2B5EF4-FFF2-40B4-BE49-F238E27FC236}">
                <a16:creationId xmlns:a16="http://schemas.microsoft.com/office/drawing/2014/main" id="{375CE26A-DE08-46C2-90B7-A170BDC22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2778919"/>
            <a:ext cx="2889275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通过税务优化与法律架构设计，最大化家族财富代际传承效率，降低资产损耗。</a:t>
            </a:r>
          </a:p>
        </p:txBody>
      </p:sp>
      <p:sp>
        <p:nvSpPr>
          <p:cNvPr id="53" name="文本框 52">
            <a:extLst xmlns:a="http://schemas.openxmlformats.org/drawingml/2006/main">
              <a:ext uri="{FF2B5EF4-FFF2-40B4-BE49-F238E27FC236}">
                <a16:creationId xmlns:a16="http://schemas.microsoft.com/office/drawing/2014/main" id="{D65FE896-A97A-4E4F-BE9A-1BB419F0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3707606"/>
            <a:ext cx="152400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最大化</a:t>
            </a:r>
          </a:p>
        </p:txBody>
      </p:sp>
      <p:sp>
        <p:nvSpPr>
          <p:cNvPr id="54" name="文本框 53">
            <a:extLst xmlns:a="http://schemas.openxmlformats.org/drawingml/2006/main">
              <a:ext uri="{FF2B5EF4-FFF2-40B4-BE49-F238E27FC236}">
                <a16:creationId xmlns:a16="http://schemas.microsoft.com/office/drawing/2014/main" id="{8A872517-6A92-45C6-8BB2-9CCD0FAB4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8076" y="3902869"/>
            <a:ext cx="85732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传承效率</a:t>
            </a:r>
          </a:p>
        </p:txBody>
      </p:sp>
      <p:sp>
        <p:nvSpPr>
          <p:cNvPr id="55" name="任意多边形 54">
            <a:extLst xmlns:a="http://schemas.openxmlformats.org/drawingml/2006/main">
              <a:ext uri="{FF2B5EF4-FFF2-40B4-BE49-F238E27FC236}">
                <a16:creationId xmlns:a16="http://schemas.microsoft.com/office/drawing/2014/main" id="{32BA8A1F-460B-4E42-B750-6893C4A7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625" y="4391025"/>
            <a:ext cx="3117850" cy="18859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6" name="文本框 55">
            <a:extLst xmlns:a="http://schemas.openxmlformats.org/drawingml/2006/main">
              <a:ext uri="{FF2B5EF4-FFF2-40B4-BE49-F238E27FC236}">
                <a16:creationId xmlns:a16="http://schemas.microsoft.com/office/drawing/2014/main" id="{08A4DD27-2CF3-4C89-802D-92935B731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4505325"/>
            <a:ext cx="28892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风险保障等级</a:t>
            </a:r>
          </a:p>
        </p:txBody>
      </p:sp>
      <p:sp>
        <p:nvSpPr>
          <p:cNvPr id="57" name="文本框 56">
            <a:extLst xmlns:a="http://schemas.openxmlformats.org/drawingml/2006/main">
              <a:ext uri="{FF2B5EF4-FFF2-40B4-BE49-F238E27FC236}">
                <a16:creationId xmlns:a16="http://schemas.microsoft.com/office/drawing/2014/main" id="{8E2EE9D8-2991-4911-B765-BBC2B1410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4817269"/>
            <a:ext cx="2889275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多重法律保障机制叠加，为家族核心资产提供全周期、全方位的安全防护体系。</a:t>
            </a:r>
          </a:p>
        </p:txBody>
      </p:sp>
      <p:sp>
        <p:nvSpPr>
          <p:cNvPr id="58" name="文本框 57">
            <a:extLst xmlns:a="http://schemas.openxmlformats.org/drawingml/2006/main">
              <a:ext uri="{FF2B5EF4-FFF2-40B4-BE49-F238E27FC236}">
                <a16:creationId xmlns:a16="http://schemas.microsoft.com/office/drawing/2014/main" id="{FBBBDDAC-B4F0-41DD-A4DE-A0BAD6FFF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5745956"/>
            <a:ext cx="152400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全周期</a:t>
            </a:r>
          </a:p>
        </p:txBody>
      </p:sp>
      <p:sp>
        <p:nvSpPr>
          <p:cNvPr id="59" name="文本框 58">
            <a:extLst xmlns:a="http://schemas.openxmlformats.org/drawingml/2006/main">
              <a:ext uri="{FF2B5EF4-FFF2-40B4-BE49-F238E27FC236}">
                <a16:creationId xmlns:a16="http://schemas.microsoft.com/office/drawing/2014/main" id="{B17F5D8E-6191-4B1F-80A3-39AE4D141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8076" y="5941219"/>
            <a:ext cx="85732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安全防护</a:t>
            </a:r>
          </a:p>
        </p:txBody>
      </p:sp>
    </p:spTree>
    <p:extLst>
      <p:ext uri="{BB962C8B-B14F-4D97-AF65-F5344CB8AC3E}">
        <p14:creationId xmlns:p14="http://schemas.microsoft.com/office/powerpoint/2010/main" val="68808404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E99218FD-B7F1-45D0-8C52-CF65B1FC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90AD2F91-CF0E-4337-94E1-2971214B8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E76CA89A-A8C8-477A-9CD9-0D37A785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产品核心亮点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47BB4C0-DD07-44E5-AE43-F50DAFD65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9300" y="1331576"/>
            <a:ext cx="1980009" cy="8353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3</a:t>
            </a: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倍</a:t>
            </a: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+</a:t>
            </a: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79A666BF-CA4A-439C-8787-070DF1AD7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909" y="1675428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长期增值</a:t>
            </a:r>
          </a:p>
        </p:txBody>
      </p:sp>
      <p:sp>
        <p:nvSpPr>
          <p:cNvPr id="9" name="任意多边形 8">
            <a:extLst xmlns:a="http://schemas.openxmlformats.org/drawingml/2006/main">
              <a:ext uri="{FF2B5EF4-FFF2-40B4-BE49-F238E27FC236}">
                <a16:creationId xmlns:a16="http://schemas.microsoft.com/office/drawing/2014/main" id="{9B7FC948-5BD9-4903-B20B-3D836F6B9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685" y="2284730"/>
            <a:ext cx="139255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FF6F7A8D-A309-4750-BE8A-99F0E7D4F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0217" y="2375516"/>
            <a:ext cx="64740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第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10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年</a:t>
            </a: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3039693A-6862-4702-89C1-49C10A014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321" y="2361228"/>
            <a:ext cx="650157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85%+</a:t>
            </a: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1BB9CB22-BE22-4A19-8676-474AAFDEE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2740" y="2284730"/>
            <a:ext cx="134429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长期稳健增值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26DC4BE1-B377-4C86-A5D0-B08F61C18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3529" y="2375516"/>
            <a:ext cx="64740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基于官方利益演示，展示不提领与提领两种路径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D4627024-7B72-49EF-99DF-36038DC2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6634" y="2361228"/>
            <a:ext cx="60186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总缴保费约 US$500,000</a:t>
            </a:r>
          </a:p>
        </p:txBody>
      </p:sp>
      <p:sp>
        <p:nvSpPr>
          <p:cNvPr id="15" name="任意多边形 14">
            <a:extLst xmlns:a="http://schemas.openxmlformats.org/drawingml/2006/main">
              <a:ext uri="{FF2B5EF4-FFF2-40B4-BE49-F238E27FC236}">
                <a16:creationId xmlns:a16="http://schemas.microsoft.com/office/drawing/2014/main" id="{002982E8-32E6-41DE-832A-D30250F85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7535" y="2284730"/>
            <a:ext cx="141414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A0318783-A135-4AE7-9448-984E4667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8539" y="2375516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长期持有</a:t>
            </a: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3B3128BF-DA5B-450A-9404-0C1CD23C3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6316" y="2361228"/>
            <a:ext cx="556917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3</a:t>
            </a: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倍</a:t>
            </a: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+</a:t>
            </a:r>
          </a:p>
        </p:txBody>
      </p:sp>
      <p:sp>
        <p:nvSpPr>
          <p:cNvPr id="18" name="任意多边形 17">
            <a:extLst xmlns:a="http://schemas.openxmlformats.org/drawingml/2006/main">
              <a:ext uri="{FF2B5EF4-FFF2-40B4-BE49-F238E27FC236}">
                <a16:creationId xmlns:a16="http://schemas.microsoft.com/office/drawing/2014/main" id="{44E3D5B8-F5AD-42BB-B502-8C5E86597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3164840"/>
            <a:ext cx="5400675" cy="330708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5EF8D012-0EDE-43FA-BC84-E73ACDEA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360391"/>
            <a:ext cx="50101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不提领：第20年约 2.72 倍</a:t>
            </a:r>
          </a:p>
        </p:txBody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26F47E4A-52B2-4768-9C83-ADFFCF60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146550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14AB8BD6-B0D5-4E8C-98D6-1EE1A12C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63295"/>
            <a:ext cx="3157538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积累期（第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1-10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年）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1A8E8EF9-AE4D-4623-916B-DC8F80E2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15708"/>
            <a:ext cx="33289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稳步积累，第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10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年末达已交保费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85%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以上</a:t>
            </a: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BDD4A495-79E0-46C6-80C2-EFF90C1E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968240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88D218B7-AFEA-4D6E-BB82-055738ED2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85274"/>
            <a:ext cx="2530373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不提领：第30年约 5.85 倍</a:t>
            </a: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194F60C4-2873-4D4E-9B5C-B4056433A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37687"/>
            <a:ext cx="2701833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复利效应显著，第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25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年末达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2.1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倍</a:t>
            </a: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43C72151-091A-4177-93F5-74C7A873F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79056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B067DB8F-BD73-4384-8D18-5384331A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607253"/>
            <a:ext cx="250738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传承期（第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26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年及以后）</a:t>
            </a: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20397CFA-2505-4D2F-B012-5B79CEF25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859666"/>
            <a:ext cx="267883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持续稳健增长，长期可达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3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倍以上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4FD303A8-E124-4522-AFA1-375783E9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3164840"/>
            <a:ext cx="5400675" cy="20307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CAA3846D-A700-45D1-9E39-F20106F9C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360391"/>
            <a:ext cx="50101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关键数字可回溯至官方保单表格与来源页码</a:t>
            </a: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ABC8F639-9D54-4F5D-8DFD-C3158EA9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04558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D383B34D-C991-4165-84E8-A88953F29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976983"/>
            <a:ext cx="3048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时间复利</a:t>
            </a: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的力量让财富跨越式增长</a:t>
            </a:r>
          </a:p>
        </p:txBody>
      </p:sp>
      <p:sp>
        <p:nvSpPr>
          <p:cNvPr id="33" name="任意多边形 32">
            <a:extLst xmlns:a="http://schemas.openxmlformats.org/drawingml/2006/main">
              <a:ext uri="{FF2B5EF4-FFF2-40B4-BE49-F238E27FC236}">
                <a16:creationId xmlns:a16="http://schemas.microsoft.com/office/drawing/2014/main" id="{EA35732D-58F0-4E75-BBEC-4126B2F16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61454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8D30A9F8-308D-4B3C-BB19-312CD58DC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545959"/>
            <a:ext cx="2667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为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家族传承</a:t>
            </a: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奠定坚实物质基础</a:t>
            </a:r>
          </a:p>
        </p:txBody>
      </p:sp>
      <p:sp>
        <p:nvSpPr>
          <p:cNvPr id="35" name="任意多边形 34">
            <a:extLst xmlns:a="http://schemas.openxmlformats.org/drawingml/2006/main">
              <a:ext uri="{FF2B5EF4-FFF2-40B4-BE49-F238E27FC236}">
                <a16:creationId xmlns:a16="http://schemas.microsoft.com/office/drawing/2014/main" id="{F23C3881-758D-46F5-970C-668B75F35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5395595"/>
            <a:ext cx="5400675" cy="10763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AB871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FFD1D563-267A-489A-8967-536F7BC79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459" y="5576888"/>
            <a:ext cx="4839891" cy="7096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"</a:t>
            </a: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时间复利的力量让您的财富在稳健中实现跨越式增长，为家族传承奠定坚实的物质基础。</a:t>
            </a: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19794759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AB58BFAE-8B51-4FAA-956C-FF362EE7B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A6D21DA2-A299-470D-AEE0-4506855B2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45A75136-EBBE-4804-8E27-EAF338BDF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现金价值增长曲线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27C0E611-D94B-4326-9E1F-B874B9A3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" y="1111250"/>
            <a:ext cx="5868670" cy="16986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13087" cmpd="sng">
            <a:solidFill>
              <a:srgbClr val="D59134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DAFBDDEE-7317-44F1-8D60-0C49F49F8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55" y="1294765"/>
            <a:ext cx="523240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AE1FE3F2-106C-4165-83CE-DDBEC8A6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230" y="1320800"/>
            <a:ext cx="418465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方案一</a:t>
            </a:r>
          </a:p>
        </p:txBody>
      </p:sp>
      <p:sp>
        <p:nvSpPr>
          <p:cNvPr id="10" name="任意多边形 9">
            <a:extLst xmlns:a="http://schemas.openxmlformats.org/drawingml/2006/main">
              <a:ext uri="{FF2B5EF4-FFF2-40B4-BE49-F238E27FC236}">
                <a16:creationId xmlns:a16="http://schemas.microsoft.com/office/drawing/2014/main" id="{A88FBB1D-0D49-43DA-9E99-8CAC45160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400" y="1294765"/>
            <a:ext cx="36639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第10年</a:t>
            </a: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CBCB38FD-0BA8-4463-B52E-0FAB09CB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505" y="1320800"/>
            <a:ext cx="314325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FFFFFF"/>
                </a:solidFill>
                <a:latin typeface="MiSans"/>
                <a:ea typeface="MiSans"/>
                <a:cs typeface="MiSans"/>
              </a:rPr>
              <a:t>现金价值增长进入可见区间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943108AB-6EA9-46F7-922B-3C74B437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55" y="1497330"/>
            <a:ext cx="5332095" cy="206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35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定期定额提领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F14E6F46-3919-4F1B-BB79-954E963CF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55" y="1706880"/>
            <a:ext cx="5332095" cy="434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03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第25年</a:t>
            </a:r>
          </a:p>
        </p:txBody>
      </p:sp>
      <p:sp>
        <p:nvSpPr>
          <p:cNvPr id="14" name="任意多边形 13">
            <a:extLst xmlns:a="http://schemas.openxmlformats.org/drawingml/2006/main">
              <a:ext uri="{FF2B5EF4-FFF2-40B4-BE49-F238E27FC236}">
                <a16:creationId xmlns:a16="http://schemas.microsoft.com/office/drawing/2014/main" id="{F6B9D39F-77E5-4106-A10A-51A4D156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55" y="229235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复利效应逐步体现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F41EA04E-3FBF-4AA2-B0BC-363B8FCA8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560" y="2318385"/>
            <a:ext cx="523875" cy="1377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日常开支</a:t>
            </a: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E515440-FB09-48EA-A578-40049C6A6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70" y="229235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DFAE5E44-12B8-4444-97FE-80687CE2A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3210" y="2318385"/>
            <a:ext cx="523240" cy="1377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教育支出</a:t>
            </a:r>
          </a:p>
        </p:txBody>
      </p:sp>
      <p:sp>
        <p:nvSpPr>
          <p:cNvPr id="18" name="任意多边形 17">
            <a:extLst xmlns:a="http://schemas.openxmlformats.org/drawingml/2006/main">
              <a:ext uri="{FF2B5EF4-FFF2-40B4-BE49-F238E27FC236}">
                <a16:creationId xmlns:a16="http://schemas.microsoft.com/office/drawing/2014/main" id="{75EBA58B-12C1-4E7E-A656-3C57A81D0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675" y="2950845"/>
            <a:ext cx="5875020" cy="169291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6543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第60年</a:t>
            </a:r>
          </a:p>
        </p:txBody>
      </p:sp>
      <p:sp>
        <p:nvSpPr>
          <p:cNvPr id="19" name="任意多边形 18">
            <a:extLst xmlns:a="http://schemas.openxmlformats.org/drawingml/2006/main">
              <a:ext uri="{FF2B5EF4-FFF2-40B4-BE49-F238E27FC236}">
                <a16:creationId xmlns:a16="http://schemas.microsoft.com/office/drawing/2014/main" id="{E2EA6EEC-8468-4BFE-9844-7D7F40E5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3130550"/>
            <a:ext cx="52387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长期价值与现金流能力并行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FFEC2156-B39A-4237-B432-60708085C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245" y="3157220"/>
            <a:ext cx="419100" cy="1377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方案二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879BED48-5EEF-4032-9B5E-911C92DDD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3333750"/>
            <a:ext cx="5345430" cy="206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35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阶段性大额提领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642D13C4-01D9-45A9-8EC4-72A881FD7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3543300"/>
            <a:ext cx="5345430" cy="434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03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针对家族重大事件（如子女婚嫁、创业支持、房产购置等），可申请大额提领，灵活应对家族重要节点的资金需求。</a:t>
            </a: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346A732B-FE7C-4FB1-BC3B-7DBEEE98C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412877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0FEC54AC-FFC1-4B81-923E-CCA22FBC6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" y="4155440"/>
            <a:ext cx="523875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婚嫁支持</a:t>
            </a:r>
          </a:p>
        </p:txBody>
      </p:sp>
      <p:sp>
        <p:nvSpPr>
          <p:cNvPr id="25" name="任意多边形 24">
            <a:extLst xmlns:a="http://schemas.openxmlformats.org/drawingml/2006/main">
              <a:ext uri="{FF2B5EF4-FFF2-40B4-BE49-F238E27FC236}">
                <a16:creationId xmlns:a16="http://schemas.microsoft.com/office/drawing/2014/main" id="{BF4AEAD4-A545-42CF-BB62-FC6442E6A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120" y="412877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第6年起可年领 US$35,000</a:t>
            </a:r>
          </a:p>
        </p:txBody>
      </p: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4824E083-0853-4238-A266-E1296D09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225" y="4155440"/>
            <a:ext cx="523875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第20年累计领取 US$525,000</a:t>
            </a:r>
          </a:p>
        </p:txBody>
      </p:sp>
      <p:sp>
        <p:nvSpPr>
          <p:cNvPr id="27" name="任意多边形 26">
            <a:extLst xmlns:a="http://schemas.openxmlformats.org/drawingml/2006/main">
              <a:ext uri="{FF2B5EF4-FFF2-40B4-BE49-F238E27FC236}">
                <a16:creationId xmlns:a16="http://schemas.microsoft.com/office/drawing/2014/main" id="{416D3B4A-1C83-4734-9573-6C93DF62B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6135" y="412877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D713FD27-9501-41DD-8EB9-F3BCF6B86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4875" y="4155440"/>
            <a:ext cx="52324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房产购置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968A0A33-4AE9-4CA0-A4AE-3DEBCD0C7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675" y="4780915"/>
            <a:ext cx="5875020" cy="169291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6543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任意多边形 29">
            <a:extLst xmlns:a="http://schemas.openxmlformats.org/drawingml/2006/main">
              <a:ext uri="{FF2B5EF4-FFF2-40B4-BE49-F238E27FC236}">
                <a16:creationId xmlns:a16="http://schemas.microsoft.com/office/drawing/2014/main" id="{4E929005-B1A0-4845-982F-17128824A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4960620"/>
            <a:ext cx="52387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第30年累计领取 US$875,000</a:t>
            </a:r>
          </a:p>
        </p:txBody>
      </p:sp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70A2F605-FBE7-4F6E-B066-9583B08EE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245" y="4987290"/>
            <a:ext cx="41910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第60年累计领取 US$1,925,000</a:t>
            </a: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78D7B761-F862-407E-B221-9A99813D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5163820"/>
            <a:ext cx="5345430" cy="206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35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应急资金调用</a:t>
            </a:r>
          </a:p>
        </p:txBody>
      </p:sp>
      <p:sp>
        <p:nvSpPr>
          <p:cNvPr id="33" name="文本框 32">
            <a:extLst xmlns:a="http://schemas.openxmlformats.org/drawingml/2006/main">
              <a:ext uri="{FF2B5EF4-FFF2-40B4-BE49-F238E27FC236}">
                <a16:creationId xmlns:a16="http://schemas.microsoft.com/office/drawing/2014/main" id="{73660DD6-9855-41DF-AC88-92D6C70B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5373370"/>
            <a:ext cx="5345430" cy="434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03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设立应急提领通道，在家族遭遇突发情况时，可快速调用部分现金价值，解决燃眉之急，体现家族办公室的人性化服务。</a:t>
            </a:r>
          </a:p>
        </p:txBody>
      </p:sp>
      <p:sp>
        <p:nvSpPr>
          <p:cNvPr id="34" name="任意多边形 33">
            <a:extLst xmlns:a="http://schemas.openxmlformats.org/drawingml/2006/main">
              <a:ext uri="{FF2B5EF4-FFF2-40B4-BE49-F238E27FC236}">
                <a16:creationId xmlns:a16="http://schemas.microsoft.com/office/drawing/2014/main" id="{23DD515F-E79A-41FE-B9A2-A6736D76A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595884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28D20B29-927B-4EBD-8720-F7B2362D6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" y="5984875"/>
            <a:ext cx="523875" cy="1377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快速通道</a:t>
            </a:r>
          </a:p>
        </p:txBody>
      </p:sp>
      <p:sp>
        <p:nvSpPr>
          <p:cNvPr id="36" name="任意多边形 35">
            <a:extLst xmlns:a="http://schemas.openxmlformats.org/drawingml/2006/main">
              <a:ext uri="{FF2B5EF4-FFF2-40B4-BE49-F238E27FC236}">
                <a16:creationId xmlns:a16="http://schemas.microsoft.com/office/drawing/2014/main" id="{4AE9EC5B-50CE-409B-BCBD-49144789A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120" y="595884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文本框 36">
            <a:extLst xmlns:a="http://schemas.openxmlformats.org/drawingml/2006/main">
              <a:ext uri="{FF2B5EF4-FFF2-40B4-BE49-F238E27FC236}">
                <a16:creationId xmlns:a16="http://schemas.microsoft.com/office/drawing/2014/main" id="{83AC5F71-A1B6-4D1D-8530-852B25740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225" y="5984875"/>
            <a:ext cx="523875" cy="1377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突发应对</a:t>
            </a:r>
          </a:p>
        </p:txBody>
      </p:sp>
      <p:sp>
        <p:nvSpPr>
          <p:cNvPr id="39" name="任意多边形 38">
            <a:extLst xmlns:a="http://schemas.openxmlformats.org/drawingml/2006/main">
              <a:ext uri="{FF2B5EF4-FFF2-40B4-BE49-F238E27FC236}">
                <a16:creationId xmlns:a16="http://schemas.microsoft.com/office/drawing/2014/main" id="{643DEFFB-6033-4CEA-8D62-FA41BBB4B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015" y="1109345"/>
            <a:ext cx="4891405" cy="536321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8850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BE02922E-0C62-4B2C-A96B-76B727425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790" y="1397000"/>
            <a:ext cx="4174490" cy="3276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5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提领策略建议</a:t>
            </a:r>
          </a:p>
        </p:txBody>
      </p:sp>
      <p:sp>
        <p:nvSpPr>
          <p:cNvPr id="41" name="任意多边形 40">
            <a:extLst xmlns:a="http://schemas.openxmlformats.org/drawingml/2006/main">
              <a:ext uri="{FF2B5EF4-FFF2-40B4-BE49-F238E27FC236}">
                <a16:creationId xmlns:a16="http://schemas.microsoft.com/office/drawing/2014/main" id="{0B432861-9351-4378-87EB-B0BA11B2C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155" y="1741805"/>
            <a:ext cx="4175125" cy="118618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6706C377-DAA6-4FED-897B-6EAC63E7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9955" y="1828165"/>
            <a:ext cx="3820795" cy="10090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19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"</a:t>
            </a:r>
            <a:r>
              <a:rPr sz="19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保留不低于现金价值</a:t>
            </a:r>
            <a:r>
              <a:rPr sz="2225" b="1" spc="-22">
                <a:solidFill>
                  <a:srgbClr val="5A3E0F"/>
                </a:solidFill>
                <a:latin typeface="MiSans"/>
                <a:ea typeface="MiSans"/>
                <a:cs typeface="MiSans"/>
              </a:rPr>
              <a:t>60%</a:t>
            </a:r>
            <a:r>
              <a:rPr sz="19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的余额，确保保单持续有效并享受长期增值收益</a:t>
            </a:r>
            <a:r>
              <a:rPr sz="19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"</a:t>
            </a:r>
          </a:p>
        </p:txBody>
      </p:sp>
      <p:sp>
        <p:nvSpPr>
          <p:cNvPr id="43" name="任意多边形 42">
            <a:extLst xmlns:a="http://schemas.openxmlformats.org/drawingml/2006/main">
              <a:ext uri="{FF2B5EF4-FFF2-40B4-BE49-F238E27FC236}">
                <a16:creationId xmlns:a16="http://schemas.microsoft.com/office/drawing/2014/main" id="{7048D5E5-C7ED-4343-9561-2418E770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155" y="2945765"/>
            <a:ext cx="248285" cy="2476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4" name="图片 4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78983b3dd64185">
            <a:extLst>
              <a:ext uri="{96DAC541-7B7A-43D3-8B79-37D633B846F1}">
                <asvg:svgBlip xmlns:asvg="http://schemas.microsoft.com/office/drawing/2016/SVG/main" r:embed="R146e315ea30847f2"/>
              </a:ext>
            </a:extLst>
          </a:blip>
          <a:srcRect xmlns:a="http://schemas.openxmlformats.org/drawingml/2006/main" l="-2667" t="-16667" r="-2667" b="-16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9625" y="3016250"/>
            <a:ext cx="93345" cy="106680"/>
          </a:xfrm>
          <a:prstGeom xmlns:a="http://schemas.openxmlformats.org/drawingml/2006/main" prst="rect">
            <a:avLst/>
          </a:prstGeom>
        </p:spPr>
      </p:pic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126DADF2-9463-465B-816C-51662538C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1560" y="2932430"/>
            <a:ext cx="3855720" cy="5886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9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定期评估现金流需求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，根据家族实际支出情况调整提领频率与金额，避免过度提领影响保单价值</a:t>
            </a:r>
          </a:p>
        </p:txBody>
      </p:sp>
      <p:sp>
        <p:nvSpPr>
          <p:cNvPr id="46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C5EC61FC-0B43-4179-B2EC-432A5B9C1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155" y="3529965"/>
            <a:ext cx="248285" cy="2476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图片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78983b3dd64185">
            <a:extLst>
              <a:ext uri="{96DAC541-7B7A-43D3-8B79-37D633B846F1}">
                <asvg:svgBlip xmlns:asvg="http://schemas.microsoft.com/office/drawing/2016/SVG/main" r:embed="R146e315ea30847f2"/>
              </a:ext>
            </a:extLst>
          </a:blip>
          <a:srcRect xmlns:a="http://schemas.openxmlformats.org/drawingml/2006/main" l="-2667" t="-16667" r="-2667" b="-16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9625" y="3600450"/>
            <a:ext cx="93345" cy="106680"/>
          </a:xfrm>
          <a:prstGeom xmlns:a="http://schemas.openxmlformats.org/drawingml/2006/main" prst="rect">
            <a:avLst/>
          </a:prstGeom>
        </p:spPr>
      </p:pic>
      <p:sp>
        <p:nvSpPr>
          <p:cNvPr id="48" name="文本框 47">
            <a:extLst xmlns:a="http://schemas.openxmlformats.org/drawingml/2006/main">
              <a:ext uri="{FF2B5EF4-FFF2-40B4-BE49-F238E27FC236}">
                <a16:creationId xmlns:a16="http://schemas.microsoft.com/office/drawing/2014/main" id="{B14D0727-DCD2-4303-B1DF-67D7DE5D8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1560" y="3516630"/>
            <a:ext cx="3869690" cy="5886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9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重大事件提前规划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，子女婚嫁、创业等大额支出应提前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6-12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个月与顾问沟通，制定最优提领方案</a:t>
            </a:r>
          </a:p>
        </p:txBody>
      </p:sp>
      <p:sp>
        <p:nvSpPr>
          <p:cNvPr id="49" name="任意多边形 48">
            <a:extLst xmlns:a="http://schemas.openxmlformats.org/drawingml/2006/main">
              <a:ext uri="{FF2B5EF4-FFF2-40B4-BE49-F238E27FC236}">
                <a16:creationId xmlns:a16="http://schemas.microsoft.com/office/drawing/2014/main" id="{A273BFE3-5C90-4088-86C6-0BDD9B669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155" y="4114165"/>
            <a:ext cx="248285" cy="2476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0" name="图片 4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78983b3dd64185">
            <a:extLst>
              <a:ext uri="{96DAC541-7B7A-43D3-8B79-37D633B846F1}">
                <asvg:svgBlip xmlns:asvg="http://schemas.microsoft.com/office/drawing/2016/SVG/main" r:embed="R146e315ea30847f2"/>
              </a:ext>
            </a:extLst>
          </a:blip>
          <a:srcRect xmlns:a="http://schemas.openxmlformats.org/drawingml/2006/main" l="-2667" t="-16667" r="-2667" b="-16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9625" y="4184650"/>
            <a:ext cx="93345" cy="106045"/>
          </a:xfrm>
          <a:prstGeom xmlns:a="http://schemas.openxmlformats.org/drawingml/2006/main" prst="rect">
            <a:avLst/>
          </a:prstGeom>
        </p:spPr>
      </p:pic>
      <p:sp>
        <p:nvSpPr>
          <p:cNvPr id="51" name="文本框 50">
            <a:extLst xmlns:a="http://schemas.openxmlformats.org/drawingml/2006/main">
              <a:ext uri="{FF2B5EF4-FFF2-40B4-BE49-F238E27FC236}">
                <a16:creationId xmlns:a16="http://schemas.microsoft.com/office/drawing/2014/main" id="{70967363-C470-4DD4-BEC3-A09EC419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1560" y="4098925"/>
            <a:ext cx="3855720" cy="604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9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应急通道常备不懈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，建议预留</a:t>
            </a:r>
            <a:r>
              <a:rPr sz="1465" b="1" spc="-13">
                <a:solidFill>
                  <a:srgbClr val="000000"/>
                </a:solidFill>
                <a:latin typeface="MiSans"/>
                <a:ea typeface="MiSans"/>
                <a:cs typeface="MiSans"/>
              </a:rPr>
              <a:t>10%-15%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现金价值作为应急储备，确保突发情况下快速响应</a:t>
            </a:r>
          </a:p>
        </p:txBody>
      </p:sp>
      <p:sp>
        <p:nvSpPr>
          <p:cNvPr id="52" name="任意多边形 51">
            <a:extLst xmlns:a="http://schemas.openxmlformats.org/drawingml/2006/main">
              <a:ext uri="{FF2B5EF4-FFF2-40B4-BE49-F238E27FC236}">
                <a16:creationId xmlns:a16="http://schemas.microsoft.com/office/drawing/2014/main" id="{ED327CE1-4100-4260-A49A-59ADBEA21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2155" y="5560060"/>
            <a:ext cx="4175125" cy="62420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3" name="任意多边形 52">
            <a:extLst xmlns:a="http://schemas.openxmlformats.org/drawingml/2006/main">
              <a:ext uri="{FF2B5EF4-FFF2-40B4-BE49-F238E27FC236}">
                <a16:creationId xmlns:a16="http://schemas.microsoft.com/office/drawing/2014/main" id="{9952AB09-A6C7-40E7-8B39-630951DB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2155" y="5560060"/>
            <a:ext cx="4175125" cy="889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8DDD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5" name="文本框 54">
            <a:extLst xmlns:a="http://schemas.openxmlformats.org/drawingml/2006/main">
              <a:ext uri="{FF2B5EF4-FFF2-40B4-BE49-F238E27FC236}">
                <a16:creationId xmlns:a16="http://schemas.microsoft.com/office/drawing/2014/main" id="{C018068B-F582-4FF1-A3F5-3D3E924E5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790" y="5661025"/>
            <a:ext cx="4174490" cy="530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250" i="1">
                <a:solidFill>
                  <a:srgbClr val="7A6A5A"/>
                </a:solidFill>
                <a:latin typeface="MiSans"/>
                <a:ea typeface="MiSans"/>
                <a:cs typeface="MiSans"/>
              </a:rPr>
              <a:t>专业顾问将根据家族实际情况，综合考虑现金流需求、税务优化与长期增值目标，为您制定最优提领策略</a:t>
            </a:r>
          </a:p>
        </p:txBody>
      </p:sp>
    </p:spTree>
    <p:extLst>
      <p:ext uri="{BB962C8B-B14F-4D97-AF65-F5344CB8AC3E}">
        <p14:creationId xmlns:p14="http://schemas.microsoft.com/office/powerpoint/2010/main" val="164169690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43864A17-4832-4784-9B34-66E494DBC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2B666741-7FB1-41FF-B725-C0533C13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16CCBF4A-6530-454B-B53F-B1F1A645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灵活提领路径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8603CBAD-A10E-4F6B-8F35-26AE0B02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109345"/>
            <a:ext cx="11039475" cy="426847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525" cmpd="sng">
            <a:solidFill>
              <a:srgbClr val="E2D4C4"/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BC592D82-9333-4A5B-A531-9242DDE5E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1114425"/>
            <a:ext cx="11029950" cy="537845"/>
          </a:xfrm>
          <a:custGeom xmlns:a="http://schemas.openxmlformats.org/drawingml/2006/main">
            <a:pathLst>
              <a:path w="17370" h="847">
                <a:moveTo>
                  <a:pt x="240" y="0"/>
                </a:moveTo>
                <a:lnTo>
                  <a:pt x="17130" y="0"/>
                </a:lnTo>
                <a:cubicBezTo>
                  <a:pt x="17263" y="0"/>
                  <a:pt x="17370" y="107"/>
                  <a:pt x="17370" y="240"/>
                </a:cubicBezTo>
                <a:lnTo>
                  <a:pt x="17370" y="847"/>
                </a:lnTo>
                <a:lnTo>
                  <a:pt x="0" y="847"/>
                </a:lnTo>
                <a:lnTo>
                  <a:pt x="0" y="240"/>
                </a:lnTo>
                <a:cubicBezTo>
                  <a:pt x="0" y="107"/>
                  <a:pt x="107" y="0"/>
                  <a:pt x="24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任意多边形 8">
            <a:extLst xmlns:a="http://schemas.openxmlformats.org/drawingml/2006/main">
              <a:ext uri="{FF2B5EF4-FFF2-40B4-BE49-F238E27FC236}">
                <a16:creationId xmlns:a16="http://schemas.microsoft.com/office/drawing/2014/main" id="{7AC54E09-4DEC-418A-9F89-991C83C0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1642745"/>
            <a:ext cx="11029950" cy="9525"/>
          </a:xfrm>
          <a:custGeom xmlns:a="http://schemas.openxmlformats.org/drawingml/2006/main">
            <a:pathLst>
              <a:path w="17370" h="15">
                <a:moveTo>
                  <a:pt x="17370" y="0"/>
                </a:moveTo>
                <a:lnTo>
                  <a:pt x="17370" y="15"/>
                </a:lnTo>
                <a:lnTo>
                  <a:pt x="0" y="1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5A3E0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9DEBB5F2-A7A7-4730-B537-1FE41E29D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228725"/>
            <a:ext cx="1829991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传承工具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F157CAC3-96D6-43E5-883C-21815E0EB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3789" y="1228725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定期定额提领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098A14F7-2056-4BFC-A407-4C877BDC9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2802" y="1228725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适合教育金与家庭现金流安排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3B464B24-0F13-4FA4-ADEE-C44C2B275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6124" y="1228725"/>
            <a:ext cx="9144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流动性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D8254A01-3567-47EC-844C-0782C5D3A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6536" y="1228725"/>
            <a:ext cx="13716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日常开支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8B9C18B3-B55C-4484-8156-67C05311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59" y="1228725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第6年起每年领取 US$35,000</a:t>
            </a:r>
          </a:p>
        </p:txBody>
      </p:sp>
      <p:sp>
        <p:nvSpPr>
          <p:cNvPr id="17" name="任意多边形 16">
            <a:extLst xmlns:a="http://schemas.openxmlformats.org/drawingml/2006/main">
              <a:ext uri="{FF2B5EF4-FFF2-40B4-BE49-F238E27FC236}">
                <a16:creationId xmlns:a16="http://schemas.microsoft.com/office/drawing/2014/main" id="{EA1091D8-D89F-46D3-A354-B2AB6333B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37" y="1652270"/>
            <a:ext cx="11029926" cy="3720465"/>
          </a:xfrm>
          <a:custGeom xmlns:a="http://schemas.openxmlformats.org/drawingml/2006/main">
            <a:rect l="l" t="t" r="r" b="b"/>
            <a:pathLst>
              <a:path w="17370" h="5859">
                <a:moveTo>
                  <a:pt x="17370" y="0"/>
                </a:moveTo>
                <a:lnTo>
                  <a:pt x="17370" y="5619"/>
                </a:lnTo>
                <a:cubicBezTo>
                  <a:pt x="17370" y="5752"/>
                  <a:pt x="17263" y="5859"/>
                  <a:pt x="17130" y="5859"/>
                </a:cubicBezTo>
                <a:lnTo>
                  <a:pt x="240" y="5859"/>
                </a:lnTo>
                <a:cubicBezTo>
                  <a:pt x="107" y="5859"/>
                  <a:pt x="0" y="5752"/>
                  <a:pt x="0" y="5619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任意多边形 17">
            <a:extLst xmlns:a="http://schemas.openxmlformats.org/drawingml/2006/main">
              <a:ext uri="{FF2B5EF4-FFF2-40B4-BE49-F238E27FC236}">
                <a16:creationId xmlns:a16="http://schemas.microsoft.com/office/drawing/2014/main" id="{AB161835-EC72-45E0-A0AA-B8D280809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1652270"/>
            <a:ext cx="11029950" cy="930275"/>
          </a:xfrm>
          <a:custGeom xmlns:a="http://schemas.openxmlformats.org/drawingml/2006/main">
            <a:pathLst>
              <a:path w="17370" h="1465">
                <a:moveTo>
                  <a:pt x="17370" y="0"/>
                </a:moveTo>
                <a:lnTo>
                  <a:pt x="17370" y="1465"/>
                </a:lnTo>
                <a:lnTo>
                  <a:pt x="0" y="146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任意多边形 18">
            <a:extLst xmlns:a="http://schemas.openxmlformats.org/drawingml/2006/main">
              <a:ext uri="{FF2B5EF4-FFF2-40B4-BE49-F238E27FC236}">
                <a16:creationId xmlns:a16="http://schemas.microsoft.com/office/drawing/2014/main" id="{CDEA3A07-3CE4-47BA-AB15-456F04EB5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2573020"/>
            <a:ext cx="11029950" cy="9525"/>
          </a:xfrm>
          <a:custGeom xmlns:a="http://schemas.openxmlformats.org/drawingml/2006/main">
            <a:pathLst>
              <a:path w="17370" h="15">
                <a:moveTo>
                  <a:pt x="17370" y="0"/>
                </a:moveTo>
                <a:lnTo>
                  <a:pt x="17370" y="15"/>
                </a:lnTo>
                <a:lnTo>
                  <a:pt x="0" y="1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EFE4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阶段提领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23762D5F-F23B-4B3D-A953-BCB5FFEFB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986629"/>
            <a:ext cx="1829991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第20年累计 US$525,000，第30年累计 US$875,000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A41B010B-52BE-4FA1-A493-63682BF4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539" y="198662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优秀</a:t>
            </a:r>
          </a:p>
        </p:txBody>
      </p:sp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772F421E-E8BD-40EF-88AA-238DB673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552" y="198662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养老补充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86792DEC-60F5-43E7-9BD9-3D21A3AB9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574" y="198662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长期领取后仍保有退保价值与灵活性</a:t>
            </a: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1700DC4A-9539-42B0-A931-654FE635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1836" y="1986629"/>
            <a:ext cx="381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高</a:t>
            </a: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46330C46-346E-44A0-AD6E-4F11DA6E5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640" y="1974215"/>
            <a:ext cx="533400" cy="2762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FD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C4F7A78A-0D5F-4336-9138-614E0658C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8959" y="2012823"/>
            <a:ext cx="4572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4D3A06"/>
                </a:solidFill>
                <a:latin typeface="MiSans"/>
                <a:ea typeface="MiSans"/>
                <a:cs typeface="MiSans"/>
              </a:rPr>
              <a:t>较高</a:t>
            </a:r>
          </a:p>
        </p:txBody>
      </p:sp>
      <p:sp>
        <p:nvSpPr>
          <p:cNvPr id="28" name="任意多边形 27">
            <a:extLst xmlns:a="http://schemas.openxmlformats.org/drawingml/2006/main">
              <a:ext uri="{FF2B5EF4-FFF2-40B4-BE49-F238E27FC236}">
                <a16:creationId xmlns:a16="http://schemas.microsoft.com/office/drawing/2014/main" id="{248AB517-4497-4E5F-9064-E3990FE96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2582545"/>
            <a:ext cx="11029950" cy="929640"/>
          </a:xfrm>
          <a:custGeom xmlns:a="http://schemas.openxmlformats.org/drawingml/2006/main">
            <a:pathLst>
              <a:path w="17370" h="1464">
                <a:moveTo>
                  <a:pt x="17370" y="0"/>
                </a:moveTo>
                <a:lnTo>
                  <a:pt x="17370" y="1464"/>
                </a:lnTo>
                <a:lnTo>
                  <a:pt x="0" y="1464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2431338D-B202-4515-97A6-E39FC549F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3502660"/>
            <a:ext cx="11029950" cy="9525"/>
          </a:xfrm>
          <a:custGeom xmlns:a="http://schemas.openxmlformats.org/drawingml/2006/main">
            <a:pathLst>
              <a:path w="17370" h="15">
                <a:moveTo>
                  <a:pt x="17370" y="0"/>
                </a:moveTo>
                <a:lnTo>
                  <a:pt x="17370" y="15"/>
                </a:lnTo>
                <a:lnTo>
                  <a:pt x="0" y="1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EFE4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EDFC72B9-5A6F-46EB-979F-6C6B6024F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916726"/>
            <a:ext cx="1829991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人寿保险</a:t>
            </a: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90004696-B1EA-40DD-9085-F6979E7D8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539" y="2916726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优秀</a:t>
            </a:r>
          </a:p>
        </p:txBody>
      </p:sp>
      <p:sp>
        <p:nvSpPr>
          <p:cNvPr id="33" name="文本框 32">
            <a:extLst xmlns:a="http://schemas.openxmlformats.org/drawingml/2006/main">
              <a:ext uri="{FF2B5EF4-FFF2-40B4-BE49-F238E27FC236}">
                <a16:creationId xmlns:a16="http://schemas.microsoft.com/office/drawing/2014/main" id="{DC7A74CE-7253-4B23-AD2D-CACA8B233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552" y="2916726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优秀</a:t>
            </a: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3C500447-DFD1-4015-A3B1-B67FB9741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574" y="2916726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较高</a:t>
            </a: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15CA5A97-1CEC-4B50-AEE8-D7CDAD511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1836" y="2916726"/>
            <a:ext cx="381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高</a:t>
            </a:r>
          </a:p>
        </p:txBody>
      </p:sp>
      <p:sp>
        <p:nvSpPr>
          <p:cNvPr id="36" name="任意多边形 35">
            <a:extLst xmlns:a="http://schemas.openxmlformats.org/drawingml/2006/main">
              <a:ext uri="{FF2B5EF4-FFF2-40B4-BE49-F238E27FC236}">
                <a16:creationId xmlns:a16="http://schemas.microsoft.com/office/drawing/2014/main" id="{1B68F9AA-3AF7-4AC6-AB61-6B67BD9A7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640" y="2904490"/>
            <a:ext cx="533400" cy="2762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CF3E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文本框 36">
            <a:extLst xmlns:a="http://schemas.openxmlformats.org/drawingml/2006/main">
              <a:ext uri="{FF2B5EF4-FFF2-40B4-BE49-F238E27FC236}">
                <a16:creationId xmlns:a16="http://schemas.microsoft.com/office/drawing/2014/main" id="{B7EBB8B6-7A51-4860-96A1-E49C459CC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8959" y="2942920"/>
            <a:ext cx="4572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F4D33"/>
                </a:solidFill>
                <a:latin typeface="MiSans"/>
                <a:ea typeface="MiSans"/>
                <a:cs typeface="MiSans"/>
              </a:rPr>
              <a:t>适中</a:t>
            </a:r>
          </a:p>
        </p:txBody>
      </p:sp>
      <p:sp>
        <p:nvSpPr>
          <p:cNvPr id="38" name="任意多边形 37">
            <a:extLst xmlns:a="http://schemas.openxmlformats.org/drawingml/2006/main">
              <a:ext uri="{FF2B5EF4-FFF2-40B4-BE49-F238E27FC236}">
                <a16:creationId xmlns:a16="http://schemas.microsoft.com/office/drawing/2014/main" id="{FA9174FA-C3A8-4669-B137-81389E720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3512185"/>
            <a:ext cx="11029950" cy="930275"/>
          </a:xfrm>
          <a:custGeom xmlns:a="http://schemas.openxmlformats.org/drawingml/2006/main">
            <a:pathLst>
              <a:path w="17370" h="1465">
                <a:moveTo>
                  <a:pt x="17370" y="0"/>
                </a:moveTo>
                <a:lnTo>
                  <a:pt x="17370" y="1465"/>
                </a:lnTo>
                <a:lnTo>
                  <a:pt x="0" y="146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任意多边形 38">
            <a:extLst xmlns:a="http://schemas.openxmlformats.org/drawingml/2006/main">
              <a:ext uri="{FF2B5EF4-FFF2-40B4-BE49-F238E27FC236}">
                <a16:creationId xmlns:a16="http://schemas.microsoft.com/office/drawing/2014/main" id="{84100B02-387F-41E6-9003-ADFF57883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4432935"/>
            <a:ext cx="11029950" cy="9525"/>
          </a:xfrm>
          <a:custGeom xmlns:a="http://schemas.openxmlformats.org/drawingml/2006/main">
            <a:pathLst>
              <a:path w="17370" h="15">
                <a:moveTo>
                  <a:pt x="17370" y="0"/>
                </a:moveTo>
                <a:lnTo>
                  <a:pt x="17370" y="15"/>
                </a:lnTo>
                <a:lnTo>
                  <a:pt x="0" y="1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EFE4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1" name="文本框 40">
            <a:extLst xmlns:a="http://schemas.openxmlformats.org/drawingml/2006/main">
              <a:ext uri="{FF2B5EF4-FFF2-40B4-BE49-F238E27FC236}">
                <a16:creationId xmlns:a16="http://schemas.microsoft.com/office/drawing/2014/main" id="{B5A0786C-CE86-4E64-B7EB-EDA6740F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846833"/>
            <a:ext cx="1829991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遗嘱继承</a:t>
            </a: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3C3B9E95-3C25-439A-A8D2-8F28DDC0A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539" y="3846833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较弱</a:t>
            </a:r>
          </a:p>
        </p:txBody>
      </p:sp>
      <p:sp>
        <p:nvSpPr>
          <p:cNvPr id="43" name="文本框 42">
            <a:extLst xmlns:a="http://schemas.openxmlformats.org/drawingml/2006/main">
              <a:ext uri="{FF2B5EF4-FFF2-40B4-BE49-F238E27FC236}">
                <a16:creationId xmlns:a16="http://schemas.microsoft.com/office/drawing/2014/main" id="{380F3E30-D2E8-447E-82C0-2B65F1935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552" y="3846833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较弱</a:t>
            </a:r>
          </a:p>
        </p:txBody>
      </p:sp>
      <p:sp>
        <p:nvSpPr>
          <p:cNvPr id="44" name="文本框 43">
            <a:extLst xmlns:a="http://schemas.openxmlformats.org/drawingml/2006/main">
              <a:ext uri="{FF2B5EF4-FFF2-40B4-BE49-F238E27FC236}">
                <a16:creationId xmlns:a16="http://schemas.microsoft.com/office/drawing/2014/main" id="{7FD34983-C448-422A-8BCF-170C4942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824" y="3846833"/>
            <a:ext cx="381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高</a:t>
            </a:r>
          </a:p>
        </p:txBody>
      </p:sp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3FEA3DCD-0B5F-4821-80F0-4D6FCFA6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6586" y="3846833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较低</a:t>
            </a:r>
          </a:p>
        </p:txBody>
      </p:sp>
      <p:sp>
        <p:nvSpPr>
          <p:cNvPr id="46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FA9B5152-D2B2-4D7A-9DE1-882641E48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0840" y="3834765"/>
            <a:ext cx="381000" cy="2762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CF3E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7" name="文本框 46">
            <a:extLst xmlns:a="http://schemas.openxmlformats.org/drawingml/2006/main">
              <a:ext uri="{FF2B5EF4-FFF2-40B4-BE49-F238E27FC236}">
                <a16:creationId xmlns:a16="http://schemas.microsoft.com/office/drawing/2014/main" id="{5AB53FDA-8F72-4BE5-949F-75C730162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5159" y="3873027"/>
            <a:ext cx="304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F4D33"/>
                </a:solidFill>
                <a:latin typeface="MiSans"/>
                <a:ea typeface="MiSans"/>
                <a:cs typeface="MiSans"/>
              </a:rPr>
              <a:t>低</a:t>
            </a:r>
          </a:p>
        </p:txBody>
      </p:sp>
      <p:sp>
        <p:nvSpPr>
          <p:cNvPr id="48" name="任意多边形 47">
            <a:extLst xmlns:a="http://schemas.openxmlformats.org/drawingml/2006/main">
              <a:ext uri="{FF2B5EF4-FFF2-40B4-BE49-F238E27FC236}">
                <a16:creationId xmlns:a16="http://schemas.microsoft.com/office/drawing/2014/main" id="{B5A92992-1A81-46E5-A773-D991966D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37" y="4442460"/>
            <a:ext cx="11029926" cy="930275"/>
          </a:xfrm>
          <a:custGeom xmlns:a="http://schemas.openxmlformats.org/drawingml/2006/main">
            <a:rect l="l" t="t" r="r" b="b"/>
            <a:pathLst>
              <a:path w="17370" h="1465">
                <a:moveTo>
                  <a:pt x="17370" y="0"/>
                </a:moveTo>
                <a:lnTo>
                  <a:pt x="17370" y="1225"/>
                </a:lnTo>
                <a:cubicBezTo>
                  <a:pt x="17370" y="1358"/>
                  <a:pt x="17263" y="1465"/>
                  <a:pt x="17130" y="1465"/>
                </a:cubicBezTo>
                <a:lnTo>
                  <a:pt x="240" y="1465"/>
                </a:lnTo>
                <a:cubicBezTo>
                  <a:pt x="107" y="1465"/>
                  <a:pt x="0" y="1358"/>
                  <a:pt x="0" y="1225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9" name="文本框 48">
            <a:extLst xmlns:a="http://schemas.openxmlformats.org/drawingml/2006/main">
              <a:ext uri="{FF2B5EF4-FFF2-40B4-BE49-F238E27FC236}">
                <a16:creationId xmlns:a16="http://schemas.microsoft.com/office/drawing/2014/main" id="{862DAB37-3FEE-4C24-9DC8-6774DF299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81769"/>
            <a:ext cx="1829991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赠与传承</a:t>
            </a:r>
          </a:p>
        </p:txBody>
      </p:sp>
      <p:sp>
        <p:nvSpPr>
          <p:cNvPr id="50" name="文本框 49">
            <a:extLst xmlns:a="http://schemas.openxmlformats.org/drawingml/2006/main">
              <a:ext uri="{FF2B5EF4-FFF2-40B4-BE49-F238E27FC236}">
                <a16:creationId xmlns:a16="http://schemas.microsoft.com/office/drawing/2014/main" id="{029DEB4C-EA43-4901-AAC9-49FAF8A77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539" y="478176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较弱</a:t>
            </a:r>
          </a:p>
        </p:txBody>
      </p:sp>
      <p:sp>
        <p:nvSpPr>
          <p:cNvPr id="51" name="文本框 50">
            <a:extLst xmlns:a="http://schemas.openxmlformats.org/drawingml/2006/main">
              <a:ext uri="{FF2B5EF4-FFF2-40B4-BE49-F238E27FC236}">
                <a16:creationId xmlns:a16="http://schemas.microsoft.com/office/drawing/2014/main" id="{95168A47-74A3-4391-AA2E-694B30B03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552" y="478176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较弱</a:t>
            </a:r>
          </a:p>
        </p:txBody>
      </p:sp>
      <p:sp>
        <p:nvSpPr>
          <p:cNvPr id="52" name="文本框 51">
            <a:extLst xmlns:a="http://schemas.openxmlformats.org/drawingml/2006/main">
              <a:ext uri="{FF2B5EF4-FFF2-40B4-BE49-F238E27FC236}">
                <a16:creationId xmlns:a16="http://schemas.microsoft.com/office/drawing/2014/main" id="{827D9360-7149-4B23-BB5D-36C730586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824" y="4781769"/>
            <a:ext cx="381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高</a:t>
            </a:r>
          </a:p>
        </p:txBody>
      </p:sp>
      <p:sp>
        <p:nvSpPr>
          <p:cNvPr id="53" name="文本框 52">
            <a:extLst xmlns:a="http://schemas.openxmlformats.org/drawingml/2006/main">
              <a:ext uri="{FF2B5EF4-FFF2-40B4-BE49-F238E27FC236}">
                <a16:creationId xmlns:a16="http://schemas.microsoft.com/office/drawing/2014/main" id="{F7FCFF45-6071-41AC-912C-4F32045BE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6586" y="478176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较低</a:t>
            </a:r>
          </a:p>
        </p:txBody>
      </p:sp>
      <p:sp>
        <p:nvSpPr>
          <p:cNvPr id="54" name="任意多边形 53">
            <a:extLst xmlns:a="http://schemas.openxmlformats.org/drawingml/2006/main">
              <a:ext uri="{FF2B5EF4-FFF2-40B4-BE49-F238E27FC236}">
                <a16:creationId xmlns:a16="http://schemas.microsoft.com/office/drawing/2014/main" id="{E466C827-FAE4-4189-BE86-EAE2FC404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640" y="4769485"/>
            <a:ext cx="533400" cy="2762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CF3E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5" name="文本框 54">
            <a:extLst xmlns:a="http://schemas.openxmlformats.org/drawingml/2006/main">
              <a:ext uri="{FF2B5EF4-FFF2-40B4-BE49-F238E27FC236}">
                <a16:creationId xmlns:a16="http://schemas.microsoft.com/office/drawing/2014/main" id="{A192A9B0-ACA7-4CF2-BCC8-729B2AB00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8959" y="4807963"/>
            <a:ext cx="4572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F4D33"/>
                </a:solidFill>
                <a:latin typeface="MiSans"/>
                <a:ea typeface="MiSans"/>
                <a:cs typeface="MiSans"/>
              </a:rPr>
              <a:t>适中</a:t>
            </a:r>
          </a:p>
        </p:txBody>
      </p:sp>
      <p:sp>
        <p:nvSpPr>
          <p:cNvPr id="57" name="任意多边形 56">
            <a:extLst xmlns:a="http://schemas.openxmlformats.org/drawingml/2006/main">
              <a:ext uri="{FF2B5EF4-FFF2-40B4-BE49-F238E27FC236}">
                <a16:creationId xmlns:a16="http://schemas.microsoft.com/office/drawing/2014/main" id="{3B3CDE9E-7444-4637-B21A-827A54E3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96560"/>
            <a:ext cx="11049000" cy="98044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AB87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8" name="任意多边形 57">
            <a:extLst xmlns:a="http://schemas.openxmlformats.org/drawingml/2006/main">
              <a:ext uri="{FF2B5EF4-FFF2-40B4-BE49-F238E27FC236}">
                <a16:creationId xmlns:a16="http://schemas.microsoft.com/office/drawing/2014/main" id="{D64D601D-47B7-4996-8308-4580256F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7723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9" name="图片 5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1e7bbbc05e4b3a"/>
          <a:srcRect xmlns:a="http://schemas.openxmlformats.org/drawingml/2006/main" l="25348" t="0" r="253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3285" y="5886450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60" name="文本框 59">
            <a:extLst xmlns:a="http://schemas.openxmlformats.org/drawingml/2006/main">
              <a:ext uri="{FF2B5EF4-FFF2-40B4-BE49-F238E27FC236}">
                <a16:creationId xmlns:a16="http://schemas.microsoft.com/office/drawing/2014/main" id="{F38D4420-68EF-42ED-A9E3-D258A77A2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524" y="5667823"/>
            <a:ext cx="8953500" cy="633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3000"/>
              </a:lnSpc>
              <a:buNone/>
            </a:pPr>
            <a:r>
              <a:rPr sz="15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人寿保险在资产隔离、税务优化、流动性和传承确定性方面表现均衡，是家族财富传承的理想工具之一。结合家族信托使用，可构建更完善的传承架构。</a:t>
            </a:r>
          </a:p>
        </p:txBody>
      </p:sp>
      <p:sp>
        <p:nvSpPr>
          <p:cNvPr id="61" name="任意多边形 60">
            <a:extLst xmlns:a="http://schemas.openxmlformats.org/drawingml/2006/main">
              <a:ext uri="{FF2B5EF4-FFF2-40B4-BE49-F238E27FC236}">
                <a16:creationId xmlns:a16="http://schemas.microsoft.com/office/drawing/2014/main" id="{96174D98-971A-4924-8474-90A2CA2F7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4965" y="5810250"/>
            <a:ext cx="914400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14118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2" name="文本框 61">
            <a:extLst xmlns:a="http://schemas.openxmlformats.org/drawingml/2006/main">
              <a:ext uri="{FF2B5EF4-FFF2-40B4-BE49-F238E27FC236}">
                <a16:creationId xmlns:a16="http://schemas.microsoft.com/office/drawing/2014/main" id="{D2C02EBA-1513-4900-9FE1-23C68F152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7924" y="5886898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理想工具</a:t>
            </a:r>
          </a:p>
        </p:txBody>
      </p:sp>
    </p:spTree>
    <p:extLst>
      <p:ext uri="{BB962C8B-B14F-4D97-AF65-F5344CB8AC3E}">
        <p14:creationId xmlns:p14="http://schemas.microsoft.com/office/powerpoint/2010/main" val="199490463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E99218FD-B7F1-45D0-8C52-CF65B1FC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90AD2F91-CF0E-4337-94E1-2971214B8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E76CA89A-A8C8-477A-9CD9-0D37A785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方案总结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47BB4C0-DD07-44E5-AE43-F50DAFD65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9300" y="1331576"/>
            <a:ext cx="1980009" cy="8353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3</a:t>
            </a: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倍</a:t>
            </a: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+</a:t>
            </a: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79A666BF-CA4A-439C-8787-070DF1AD7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909" y="1675428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长期增值</a:t>
            </a:r>
          </a:p>
        </p:txBody>
      </p:sp>
      <p:sp>
        <p:nvSpPr>
          <p:cNvPr id="9" name="任意多边形 8">
            <a:extLst xmlns:a="http://schemas.openxmlformats.org/drawingml/2006/main">
              <a:ext uri="{FF2B5EF4-FFF2-40B4-BE49-F238E27FC236}">
                <a16:creationId xmlns:a16="http://schemas.microsoft.com/office/drawing/2014/main" id="{9B7FC948-5BD9-4903-B20B-3D836F6B9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685" y="2284730"/>
            <a:ext cx="139255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FF6F7A8D-A309-4750-BE8A-99F0E7D4F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0217" y="2375516"/>
            <a:ext cx="64740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第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10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年</a:t>
            </a: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3039693A-6862-4702-89C1-49C10A014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321" y="2361228"/>
            <a:ext cx="650157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85%+</a:t>
            </a: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1BB9CB22-BE22-4A19-8676-474AAFDEE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2740" y="2284730"/>
            <a:ext cx="134429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储蓄险定制输出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26DC4BE1-B377-4C86-A5D0-B08F61C18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3529" y="2375516"/>
            <a:ext cx="64740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公司资料 + 官方保单 + 双路径分析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D4627024-7B72-49EF-99DF-36038DC2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6634" y="2361228"/>
            <a:ext cx="60186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2.1</a:t>
            </a: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倍</a:t>
            </a:r>
          </a:p>
        </p:txBody>
      </p:sp>
      <p:sp>
        <p:nvSpPr>
          <p:cNvPr id="15" name="任意多边形 14">
            <a:extLst xmlns:a="http://schemas.openxmlformats.org/drawingml/2006/main">
              <a:ext uri="{FF2B5EF4-FFF2-40B4-BE49-F238E27FC236}">
                <a16:creationId xmlns:a16="http://schemas.microsoft.com/office/drawing/2014/main" id="{002982E8-32E6-41DE-832A-D30250F85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7535" y="2284730"/>
            <a:ext cx="141414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A0318783-A135-4AE7-9448-984E4667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8539" y="2375516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长期持有</a:t>
            </a: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3B3128BF-DA5B-450A-9404-0C1CD23C3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6316" y="2361228"/>
            <a:ext cx="556917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3</a:t>
            </a: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倍</a:t>
            </a: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+</a:t>
            </a:r>
          </a:p>
        </p:txBody>
      </p:sp>
      <p:sp>
        <p:nvSpPr>
          <p:cNvPr id="18" name="任意多边形 17">
            <a:extLst xmlns:a="http://schemas.openxmlformats.org/drawingml/2006/main">
              <a:ext uri="{FF2B5EF4-FFF2-40B4-BE49-F238E27FC236}">
                <a16:creationId xmlns:a16="http://schemas.microsoft.com/office/drawing/2014/main" id="{44E3D5B8-F5AD-42BB-B502-8C5E86597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3164840"/>
            <a:ext cx="5400675" cy="330708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客户沟通重点</a:t>
            </a: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5EF8D012-0EDE-43FA-BC84-E73ACDEA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360391"/>
            <a:ext cx="50101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数字可追溯、页面可解释、结构可复用</a:t>
            </a:r>
          </a:p>
        </p:txBody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26F47E4A-52B2-4768-9C83-ADFFCF60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146550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14AB8BD6-B0D5-4E8C-98D6-1EE1A12C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63295"/>
            <a:ext cx="3157538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积累期（第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1-10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年）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1A8E8EF9-AE4D-4623-916B-DC8F80E2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15708"/>
            <a:ext cx="33289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稳步积累，第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10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年末达已交保费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85%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以上</a:t>
            </a: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BDD4A495-79E0-46C6-80C2-EFF90C1E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968240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88D218B7-AFEA-4D6E-BB82-055738ED2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85274"/>
            <a:ext cx="2530373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增长期（第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11-25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年）</a:t>
            </a: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194F60C4-2873-4D4E-9B5C-B4056433A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37687"/>
            <a:ext cx="2701833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复利效应显著，第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25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年末达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2.1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倍</a:t>
            </a: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43C72151-091A-4177-93F5-74C7A873F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79056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B067DB8F-BD73-4384-8D18-5384331A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607253"/>
            <a:ext cx="250738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传承期（第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26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年及以后）</a:t>
            </a: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20397CFA-2505-4D2F-B012-5B79CEF25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859666"/>
            <a:ext cx="267883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持续稳健增长，长期可达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3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倍以上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4FD303A8-E124-4522-AFA1-375783E9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3164840"/>
            <a:ext cx="5400675" cy="20307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CAA3846D-A700-45D1-9E39-F20106F9C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360391"/>
            <a:ext cx="50101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后续可按客户目标自动切换教育金/养老金叙事</a:t>
            </a: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ABC8F639-9D54-4F5D-8DFD-C3158EA9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04558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D383B34D-C991-4165-84E8-A88953F29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976983"/>
            <a:ext cx="3048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时间复利</a:t>
            </a: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的力量让财富跨越式增长</a:t>
            </a:r>
          </a:p>
        </p:txBody>
      </p:sp>
      <p:sp>
        <p:nvSpPr>
          <p:cNvPr id="33" name="任意多边形 32">
            <a:extLst xmlns:a="http://schemas.openxmlformats.org/drawingml/2006/main">
              <a:ext uri="{FF2B5EF4-FFF2-40B4-BE49-F238E27FC236}">
                <a16:creationId xmlns:a16="http://schemas.microsoft.com/office/drawing/2014/main" id="{EA35732D-58F0-4E75-BBEC-4126B2F16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61454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8D30A9F8-308D-4B3C-BB19-312CD58DC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545959"/>
            <a:ext cx="2667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为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家族传承</a:t>
            </a: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奠定坚实物质基础</a:t>
            </a:r>
          </a:p>
        </p:txBody>
      </p:sp>
      <p:sp>
        <p:nvSpPr>
          <p:cNvPr id="35" name="任意多边形 34">
            <a:extLst xmlns:a="http://schemas.openxmlformats.org/drawingml/2006/main">
              <a:ext uri="{FF2B5EF4-FFF2-40B4-BE49-F238E27FC236}">
                <a16:creationId xmlns:a16="http://schemas.microsoft.com/office/drawing/2014/main" id="{F23C3881-758D-46F5-970C-668B75F35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5395595"/>
            <a:ext cx="5400675" cy="10763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AB871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FFD1D563-267A-489A-8967-536F7BC79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459" y="5576888"/>
            <a:ext cx="4839891" cy="7096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"</a:t>
            </a: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时间复利的力量让您的财富在稳健中实现跨越式增长，为家族传承奠定坚实的物质基础。</a:t>
            </a: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197947593"/>
      </p:ext>
    </p:extLst>
  </p:cSld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2026-06-01T18:15:46.6420000Z</dcterms:created>
  <dcterms:modified xsi:type="dcterms:W3CDTF">2026-06-01T18:15:46.6420000Z</dcterms:modified>
</coreProperties>
</file>