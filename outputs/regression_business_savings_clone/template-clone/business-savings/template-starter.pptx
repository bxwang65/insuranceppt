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4ed70e1f549f3" /><Relationship Type="http://schemas.openxmlformats.org/officeDocument/2006/relationships/extended-properties" Target="/docProps/app.xml" Id="Rf0715a57ff5344f6" /><Relationship Type="http://schemas.openxmlformats.org/officeDocument/2006/relationships/officeDocument" Target="/ppt/presentation.xml" Id="R57c2aea2a0ee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8ad92595cf460d"/>
  </p:sldMasterIdLst>
  <p:notesMasterIdLst>
    <p:notesMasterId xmlns:r="http://schemas.openxmlformats.org/officeDocument/2006/relationships" r:id="R6e92d2f4034f4417"/>
  </p:notesMasterIdLst>
  <p:sldIdLst>
    <p:sldId xmlns:r="http://schemas.openxmlformats.org/officeDocument/2006/relationships" id="256" r:id="Rc29ff4bf9bbc4bd5"/>
    <p:sldId xmlns:r="http://schemas.openxmlformats.org/officeDocument/2006/relationships" id="257" r:id="Rf1fea2e739b54c35"/>
    <p:sldId xmlns:r="http://schemas.openxmlformats.org/officeDocument/2006/relationships" id="258" r:id="R08c14630652641a6"/>
    <p:sldId xmlns:r="http://schemas.openxmlformats.org/officeDocument/2006/relationships" id="259" r:id="R6e67b76c29974620"/>
    <p:sldId xmlns:r="http://schemas.openxmlformats.org/officeDocument/2006/relationships" id="260" r:id="R2ffa03bf222448ba"/>
    <p:sldId xmlns:r="http://schemas.openxmlformats.org/officeDocument/2006/relationships" id="261" r:id="R4ba2451785834b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ad92595cf460d" /><Relationship Type="http://schemas.openxmlformats.org/officeDocument/2006/relationships/theme" Target="/ppt/theme/theme1.xml" Id="R2e6a39cc6b664cdc" /><Relationship Type="http://schemas.openxmlformats.org/officeDocument/2006/relationships/notesMaster" Target="/ppt/notesMasters/notesMaster1.xml" Id="R6e92d2f4034f4417" /><Relationship Type="http://schemas.openxmlformats.org/officeDocument/2006/relationships/presProps" Target="/ppt/presProps.xml" Id="R142a5ac9d6d5430b" /><Relationship Type="http://schemas.openxmlformats.org/officeDocument/2006/relationships/viewProps" Target="/ppt/viewProps.xml" Id="Re56756e218414d06" /><Relationship Type="http://schemas.openxmlformats.org/officeDocument/2006/relationships/tableStyles" Target="/ppt/tableStyles.xml" Id="R2fbcb07803184ad5" /><Relationship Type="http://schemas.openxmlformats.org/officeDocument/2006/relationships/slide" Target="/ppt/slides/slide1.xml" Id="Rc29ff4bf9bbc4bd5" /><Relationship Type="http://schemas.openxmlformats.org/officeDocument/2006/relationships/slide" Target="/ppt/slides/slide2.xml" Id="Rf1fea2e739b54c35" /><Relationship Type="http://schemas.openxmlformats.org/officeDocument/2006/relationships/slide" Target="/ppt/slides/slide3.xml" Id="R08c14630652641a6" /><Relationship Type="http://schemas.openxmlformats.org/officeDocument/2006/relationships/slide" Target="/ppt/slides/slide4.xml" Id="R6e67b76c29974620" /><Relationship Type="http://schemas.openxmlformats.org/officeDocument/2006/relationships/slide" Target="/ppt/slides/slide5.xml" Id="R2ffa03bf222448ba" /><Relationship Type="http://schemas.openxmlformats.org/officeDocument/2006/relationships/slide" Target="/ppt/slides/slide6.xml" Id="R4ba245178583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51684bbd87749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4ae6c07f84ccf" /><Relationship Type="http://schemas.openxmlformats.org/officeDocument/2006/relationships/notesMaster" Target="/ppt/notesMasters/notesMaster1.xml" Id="R773203b295e84c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51b802435142f8" /><Relationship Type="http://schemas.openxmlformats.org/officeDocument/2006/relationships/notesMaster" Target="/ppt/notesMasters/notesMaster1.xml" Id="R4852b6992aa349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c55386a444313" /><Relationship Type="http://schemas.openxmlformats.org/officeDocument/2006/relationships/notesMaster" Target="/ppt/notesMasters/notesMaster1.xml" Id="Rb75cc33b6ad547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f105fba924d21" /><Relationship Type="http://schemas.openxmlformats.org/officeDocument/2006/relationships/notesMaster" Target="/ppt/notesMasters/notesMaster1.xml" Id="R833cc208089d43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2f649afad9478c" /><Relationship Type="http://schemas.openxmlformats.org/officeDocument/2006/relationships/notesMaster" Target="/ppt/notesMasters/notesMaster1.xml" Id="Re3e3bd61e96c4d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d041dfa76426e" /><Relationship Type="http://schemas.openxmlformats.org/officeDocument/2006/relationships/notesMaster" Target="/ppt/notesMasters/notesMaster1.xml" Id="Rf5d3e069e757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b11fc614341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f6e55e9f646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21c2463e543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f2154324f4b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852bac3f144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2950a24b7454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161d80f864f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ad93d62ba4fb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93e229ac048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ab95c083e457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beeadd51640c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49c1e407e420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202bbc2134dd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1547fcbc84ad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4f5b255d9460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a36333215458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ed1fc8da0422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a74d22b0641d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02d72efad4e8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0ba0d136d445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7138482f449c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c405febc54ff9" /></Relationships>
</file>

<file path=ppt/slideLayouts/slideLayout2.xml><?xml version="1.0" encoding="utf-8"?>
<p:sldLayout xmlns:p="http://schemas.openxmlformats.org/presentationml/2006/main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102E6684-A32F-4AA5-AEAA-44202BA2465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DD92A493-C5BE-4A9C-8839-BFECB31A53D6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4C8E2A2B-0037-4A64-95F1-A362CAA0A89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titleOnly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B7BD537-FE76-4A98-B7CD-0F3FC2A720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83F4B20-DF78-42B7-A6AA-F373C1F7DC9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7FAF5E7-FB41-4130-BAFB-8772F1BB23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59404F9-090D-41E5-9EEB-312F6815BE7B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21DB09E2-0C2A-4C64-855F-E48D5B7A285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241AC9A-EADF-4F4E-8AFC-B5E2E907AC4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5D93B9-0D7A-490E-8780-B95BCFD4CCA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4ECF7B-9857-40F7-901A-FF470A8C77C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04309D-3AFD-4F1C-BB5B-7AF16975ABD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3031B84-D543-4DBD-A2BE-64C3C0273D1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7319516-F38C-4BCA-B949-4E8E640AA0F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49E264C-DDDF-460D-96A8-AD83F10F02C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391F88E-D102-4BA8-A8B8-DF1BA2AC99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702CDF8-895D-4905-AFCE-E5A20A2623E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D8BEBD9-C5F9-4F87-AF38-54E91D27B2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427F05D-A626-4E1C-82A4-E15F9A9248E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6756DEA-9DC1-4AA5-825C-08A803F8B4E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5674F8-1CE9-471A-97E4-26A674C2B31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64D4D8C-1A2D-4D74-A354-DE0A7D39E11E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2266741-5BEA-4A12-A375-45195B419E81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9A36330-DE83-4304-B1D3-4C4D69D4CB4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8A35DD2-E824-4413-913D-C219FE21E1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56B7C1F-E38E-4198-A7C6-9920A82234F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0DD30909-7764-4424-96C8-9FF37727112F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9E72CB9-6991-46A4-8A30-6967C134AAD7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3C4DDE3-A7F1-4C29-B67C-D27A1C0159B9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DCB443-6253-415F-AE60-4180460E84D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A26CD40-3E0D-47AD-AE22-48F6EE251F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85B0CB0-C18B-4404-A956-501C4B6494C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8BCECF4-DE41-4D99-8994-8A390F11C06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blank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15CFC8F5-524E-4B2E-AF4C-8AF543F9E10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8068034-C10C-498C-94C5-80D0CA3E237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7A7800-1559-474B-88FE-510002F0D2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EC6D1E-177A-4708-9CBC-C7C3A89DCAA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CFDB3E-501B-4A0E-A21F-69702DE847B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F1A1F4-7A09-4C43-A898-332918BA855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D523FD-0FBD-4896-9B2F-9DCC45B4E0F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E4A122DA-4895-462A-B169-F2546358A8A3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AF0302A-2C34-448F-8040-54CD9ECEF101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B6658A1-2BFE-4783-8B70-35D1EF9335B8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1E1BBDE-D933-42F5-BB19-6C39C78C7358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0B62FF02-6480-4E7B-B321-D3808ED71019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D23855C-51EA-43DB-8365-E5CA4E60289C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19484BC-7075-4A79-8996-779220368386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A1F9EFAA-DEAA-468B-A981-C250C5381DDB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4DBDD5C-58BF-4550-AB55-FA3DF8B82810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F917FA0-48AE-4D99-A3F5-7C4DA7C1C060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E301CD41-AE58-4540-80BA-703F5E629159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9A47EE6-696E-449D-9930-208F9F388FF5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BB76A54-0AF0-402C-9D41-6D7263C406AB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802D3EEB-D01C-4FE3-A0A2-5D9612A84D9D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1E9372AD-D5EC-4A7B-8219-949C01982D27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AB938DE3-4380-4068-8088-DEAA711D439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AD182EE4-C0E7-4C11-A968-02B88C911517}"/>
              </a:ext>
            </a:extLst>
          </p:cNvPr>
          <p:cNvSpPr/>
          <p:nvPr>
            <p:ph type="title" idx="16385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E43794D-8C73-443D-A418-AFAA0B6697B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53A424-C214-49C2-9C6A-289C8FD8AFC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0B7E012-EAEC-44EA-A455-9FD41BF39310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DB19A3-323E-4CE3-BD96-CF8A43CBA3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30F92A-CAE7-4E91-A96C-B971608834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A65FF5C-DD13-4A78-A2AD-95345641FE9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A74B367-F68B-4B9B-868D-E99973C35D5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3BCBE9B-52C5-4FC1-A8FC-95C9620630D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8E81C0-9CA7-4E4C-9F77-E3BB820A040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AE24F0-FCF8-47F5-8298-9B411690FC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BB2EA6-233C-4E3C-8880-05C9D9D802E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C4D513-E3D2-41B1-93F9-012F36BB3F1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991D8B7-BA55-41BC-B495-E5D8E2F4401B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31DB14A-4489-43EC-9EF2-9BEF7AF9E614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9F6C13E-FAE1-4147-BCDC-2117E2483A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0861C1E-065E-4275-B0D1-D62AAF92854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88F57DF-D1FE-49D1-8730-CB1530E8B38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C88C340-64A5-41E2-AF89-0F0C9869EF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81E9F9B-A5F6-4184-B8B1-B0BCD23FE19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72607B8-7659-438B-95AC-DACFE96F59E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3AB9AB3-1226-45B5-A807-4CFA1CDAA1B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535D98-0869-4536-AF03-F9ADDC3D9AA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4842479-EF6E-4C79-9DF9-0D9C2195D57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B26CB01-E0DF-45DD-8D06-67DDEE55F88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4BA567-EB78-4764-9767-BF3CBD8684B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B1488E0-32F9-4BC7-87B9-9F43460F2AE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4F919D-94DB-448B-A0B1-D1CC3384B4FC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34C3167-87BD-4EEA-8006-48499EADB8D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2C508BD-823C-427E-94A6-7FE6FCABD63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D17647-37F4-4A5D-9C1B-07514CF13DE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11F0B15-89E9-4C56-8156-8C0C9B178A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FD8F1E5-A5A5-4070-B426-88CBABC66C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B89553-585F-4BA3-9BC9-866AC16913B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3AD059-4118-4C45-AD30-4F0C92D0D7B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56693EE-8D85-4822-9052-3C61322698D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421FC3C-B1EB-4702-8FE9-042B0E556A6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225797-0F30-46CB-AAA0-DD8B26C6B7C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1A7D8A9-9911-49A8-A517-A078AE86030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2E70F7-9E05-46A1-A5F1-2D7D3E4694F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98E5FD-A106-4921-A150-F03CFA44B80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998124D-178C-4911-A1FB-7B841F9C692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45771A-17C1-40B8-AF18-4BC4005BF3F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1CF9308-6027-4A15-88D4-8D2A6EF9234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31C177-D910-4BC4-A85E-87312D89B57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7BD19C9-40D9-485D-997C-9C47F0155F4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15EE2E-D775-4939-835C-40E3B412E3B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06B922-69DC-42FD-AEAC-2CB15352CD7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C1D3ADC-B22D-4203-8902-0718B0B6D5F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71D98F6-D843-4687-849D-2D54F0D6A7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0DB519B-8426-4BA1-B7BB-A3F1C6A7A7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054E79F-9355-4E23-8138-B31E0CB1C42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AB287D99-32A4-442C-AC41-55C1E7D93667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ABC521-9223-4CB7-A539-9B38B4B9ACE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12A5C8-48A1-40C5-9EF4-432792D03C6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175BE2-6550-4023-8F3B-601CBCA40F1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DE079FA-A44D-434A-953B-B775794E751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BEF9E09-54AC-4E05-A566-43482361767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4434d6272b4e3d" /><Relationship Type="http://schemas.openxmlformats.org/officeDocument/2006/relationships/slideLayout" Target="/ppt/slideLayouts/slideLayout2.xml" Id="R4cf843db278b4ab2" /><Relationship Type="http://schemas.openxmlformats.org/officeDocument/2006/relationships/slideLayout" Target="/ppt/slideLayouts/slideLayout3.xml" Id="R574886b1102843ea" /><Relationship Type="http://schemas.openxmlformats.org/officeDocument/2006/relationships/slideLayout" Target="/ppt/slideLayouts/slideLayout4.xml" Id="R5ce56212239c4720" /><Relationship Type="http://schemas.openxmlformats.org/officeDocument/2006/relationships/slideLayout" Target="/ppt/slideLayouts/slideLayout5.xml" Id="R3451900bf9284c79" /><Relationship Type="http://schemas.openxmlformats.org/officeDocument/2006/relationships/slideLayout" Target="/ppt/slideLayouts/slideLayout6.xml" Id="R4039d06c7cb44431" /><Relationship Type="http://schemas.openxmlformats.org/officeDocument/2006/relationships/slideLayout" Target="/ppt/slideLayouts/slideLayout7.xml" Id="R4ec726607d3d4ae9" /><Relationship Type="http://schemas.openxmlformats.org/officeDocument/2006/relationships/slideLayout" Target="/ppt/slideLayouts/slideLayout8.xml" Id="R02b7c89f62254c03" /><Relationship Type="http://schemas.openxmlformats.org/officeDocument/2006/relationships/slideLayout" Target="/ppt/slideLayouts/slideLayout9.xml" Id="Rfb561daf282b4321" /><Relationship Type="http://schemas.openxmlformats.org/officeDocument/2006/relationships/slideLayout" Target="/ppt/slideLayouts/slideLayout10.xml" Id="R1604f4acf7884d42" /><Relationship Type="http://schemas.openxmlformats.org/officeDocument/2006/relationships/slideLayout" Target="/ppt/slideLayouts/slideLayout11.xml" Id="R9a141b7ac90e4e2f" /><Relationship Type="http://schemas.openxmlformats.org/officeDocument/2006/relationships/slideLayout" Target="/ppt/slideLayouts/slideLayout12.xml" Id="R9fa78cee4f7b4644" /><Relationship Type="http://schemas.openxmlformats.org/officeDocument/2006/relationships/slideLayout" Target="/ppt/slideLayouts/slideLayout13.xml" Id="Rdac632a5d90744dc" /><Relationship Type="http://schemas.openxmlformats.org/officeDocument/2006/relationships/slideLayout" Target="/ppt/slideLayouts/slideLayout14.xml" Id="Rc65694c2d8764408" /><Relationship Type="http://schemas.openxmlformats.org/officeDocument/2006/relationships/slideLayout" Target="/ppt/slideLayouts/slideLayout15.xml" Id="R2e3bf12358614427" /><Relationship Type="http://schemas.openxmlformats.org/officeDocument/2006/relationships/slideLayout" Target="/ppt/slideLayouts/slideLayout16.xml" Id="R1c5c42eed2ef4c2f" /><Relationship Type="http://schemas.openxmlformats.org/officeDocument/2006/relationships/slideLayout" Target="/ppt/slideLayouts/slideLayout17.xml" Id="Rf802133145fd4fad" /><Relationship Type="http://schemas.openxmlformats.org/officeDocument/2006/relationships/slideLayout" Target="/ppt/slideLayouts/slideLayout18.xml" Id="Ra3dbd895c1b34d32" /><Relationship Type="http://schemas.openxmlformats.org/officeDocument/2006/relationships/slideLayout" Target="/ppt/slideLayouts/slideLayout19.xml" Id="Rfaa565cfe1f543ca" /><Relationship Type="http://schemas.openxmlformats.org/officeDocument/2006/relationships/slideLayout" Target="/ppt/slideLayouts/slideLayout20.xml" Id="Rd7c9ddd595a34b28" /><Relationship Type="http://schemas.openxmlformats.org/officeDocument/2006/relationships/slideLayout" Target="/ppt/slideLayouts/slideLayout21.xml" Id="R8a73092ccd3d4cdb" /><Relationship Type="http://schemas.openxmlformats.org/officeDocument/2006/relationships/slideLayout" Target="/ppt/slideLayouts/slideLayout22.xml" Id="R7739ecb2b3d6434f" /><Relationship Type="http://schemas.openxmlformats.org/officeDocument/2006/relationships/slideLayout" Target="/ppt/slideLayouts/slideLayout23.xml" Id="R94b74244deea434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68D674-AE1F-49F5-B357-7AB64869A5D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3E7805-F2B0-4995-AF73-1F2EDD8F88D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A4A0F5-9F6F-47E9-8801-1A7C5E51B2A8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2CB5C9F-1EBC-4C4B-AF8B-CF33136FB6D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BFE4D7B-5860-4638-8FF4-9CE1A72030D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45CB911-6461-439A-AE35-6B0C94794BD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6E1038-6E8C-4E67-A62E-58D05B8A40F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378E0F9-3E79-4E3B-943A-49FF4BA0B87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05B833D-6699-4062-BB54-CA026DB0CDB7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8EADCB-6326-46D6-9BBE-C1B4D930E75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843db278b4ab2"/>
    <p:sldLayoutId xmlns:r="http://schemas.openxmlformats.org/officeDocument/2006/relationships" id="2147483650" r:id="R574886b1102843ea"/>
    <p:sldLayoutId xmlns:r="http://schemas.openxmlformats.org/officeDocument/2006/relationships" id="2147483651" r:id="R5ce56212239c4720"/>
    <p:sldLayoutId xmlns:r="http://schemas.openxmlformats.org/officeDocument/2006/relationships" id="2147483652" r:id="R3451900bf9284c79"/>
    <p:sldLayoutId xmlns:r="http://schemas.openxmlformats.org/officeDocument/2006/relationships" id="2147483653" r:id="R4039d06c7cb44431"/>
    <p:sldLayoutId xmlns:r="http://schemas.openxmlformats.org/officeDocument/2006/relationships" id="2147483654" r:id="R4ec726607d3d4ae9"/>
    <p:sldLayoutId xmlns:r="http://schemas.openxmlformats.org/officeDocument/2006/relationships" id="2147483655" r:id="R02b7c89f62254c03"/>
    <p:sldLayoutId xmlns:r="http://schemas.openxmlformats.org/officeDocument/2006/relationships" id="2147483656" r:id="Rfb561daf282b4321"/>
    <p:sldLayoutId xmlns:r="http://schemas.openxmlformats.org/officeDocument/2006/relationships" id="2147483657" r:id="R1604f4acf7884d42"/>
    <p:sldLayoutId xmlns:r="http://schemas.openxmlformats.org/officeDocument/2006/relationships" id="2147483658" r:id="R9a141b7ac90e4e2f"/>
    <p:sldLayoutId xmlns:r="http://schemas.openxmlformats.org/officeDocument/2006/relationships" id="2147483659" r:id="R9fa78cee4f7b4644"/>
    <p:sldLayoutId xmlns:r="http://schemas.openxmlformats.org/officeDocument/2006/relationships" id="2147483660" r:id="Rdac632a5d90744dc"/>
    <p:sldLayoutId xmlns:r="http://schemas.openxmlformats.org/officeDocument/2006/relationships" id="2147483661" r:id="Rc65694c2d8764408"/>
    <p:sldLayoutId xmlns:r="http://schemas.openxmlformats.org/officeDocument/2006/relationships" id="2147483662" r:id="R2e3bf12358614427"/>
    <p:sldLayoutId xmlns:r="http://schemas.openxmlformats.org/officeDocument/2006/relationships" id="2147483663" r:id="R1c5c42eed2ef4c2f"/>
    <p:sldLayoutId xmlns:r="http://schemas.openxmlformats.org/officeDocument/2006/relationships" id="2147483664" r:id="Rf802133145fd4fad"/>
    <p:sldLayoutId xmlns:r="http://schemas.openxmlformats.org/officeDocument/2006/relationships" id="2147483665" r:id="Ra3dbd895c1b34d32"/>
    <p:sldLayoutId xmlns:r="http://schemas.openxmlformats.org/officeDocument/2006/relationships" id="2147483666" r:id="Rfaa565cfe1f543ca"/>
    <p:sldLayoutId xmlns:r="http://schemas.openxmlformats.org/officeDocument/2006/relationships" id="2147483667" r:id="Rd7c9ddd595a34b28"/>
    <p:sldLayoutId xmlns:r="http://schemas.openxmlformats.org/officeDocument/2006/relationships" id="2147483668" r:id="R8a73092ccd3d4cdb"/>
    <p:sldLayoutId xmlns:r="http://schemas.openxmlformats.org/officeDocument/2006/relationships" id="2147483669" r:id="R7739ecb2b3d6434f"/>
    <p:sldLayoutId xmlns:r="http://schemas.openxmlformats.org/officeDocument/2006/relationships" id="2147483670" r:id="R94b74244deea43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a619a6a60a4273" /><Relationship Type="http://schemas.openxmlformats.org/officeDocument/2006/relationships/image" Target="/ppt/media/image.png" Id="Rcf7b51eaa9944c4e" /><Relationship Type="http://schemas.openxmlformats.org/officeDocument/2006/relationships/image" Target="/ppt/media/image.svg" Id="R56e099856c6e4544" /><Relationship Type="http://schemas.openxmlformats.org/officeDocument/2006/relationships/image" Target="/ppt/media/image2.png" Id="R3babc98cfed34c94" /><Relationship Type="http://schemas.openxmlformats.org/officeDocument/2006/relationships/image" Target="/ppt/media/image2.svg" Id="R23fb015bb9c84bf9" /><Relationship Type="http://schemas.openxmlformats.org/officeDocument/2006/relationships/image" Target="/ppt/media/image3.png" Id="R049d72bf76e84d14" /><Relationship Type="http://schemas.openxmlformats.org/officeDocument/2006/relationships/image" Target="/ppt/media/image3.svg" Id="Rb85ce341f0364143" /><Relationship Type="http://schemas.openxmlformats.org/officeDocument/2006/relationships/image" Target="/ppt/media/image4.png" Id="R1f5e8131c1474441" /><Relationship Type="http://schemas.openxmlformats.org/officeDocument/2006/relationships/image" Target="/ppt/media/image4.svg" Id="R11178e6fd3204881" /><Relationship Type="http://schemas.openxmlformats.org/officeDocument/2006/relationships/image" Target="/ppt/media/image5.png" Id="R0ce9d27a829840dd" /><Relationship Type="http://schemas.openxmlformats.org/officeDocument/2006/relationships/image" Target="/ppt/media/image5.svg" Id="R7e9ebd68767a493a" /><Relationship Type="http://schemas.openxmlformats.org/officeDocument/2006/relationships/image" Target="/ppt/media/image6.png" Id="R2ab1a54171644499" /><Relationship Type="http://schemas.openxmlformats.org/officeDocument/2006/relationships/image" Target="/ppt/media/image6.svg" Id="R1d2869c29f0b482c" /><Relationship Type="http://schemas.openxmlformats.org/officeDocument/2006/relationships/notesSlide" Target="/ppt/notesSlides/notesSlide1.xml" Id="R36bbd987bff0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ae4a3cdbc854535" /><Relationship Type="http://schemas.openxmlformats.org/officeDocument/2006/relationships/image" Target="/ppt/media/image7.png" Id="Rfb807f84c8c3489d" /><Relationship Type="http://schemas.openxmlformats.org/officeDocument/2006/relationships/image" Target="/ppt/media/image7.svg" Id="Rf772ed3750e84741" /><Relationship Type="http://schemas.openxmlformats.org/officeDocument/2006/relationships/image" Target="/ppt/media/image8.png" Id="R2a141e6ac55546bf" /><Relationship Type="http://schemas.openxmlformats.org/officeDocument/2006/relationships/image" Target="/ppt/media/image8.svg" Id="R6f364c8909ad4f2f" /><Relationship Type="http://schemas.openxmlformats.org/officeDocument/2006/relationships/image" Target="/ppt/media/image9.png" Id="R1f11495cc1164f7a" /><Relationship Type="http://schemas.openxmlformats.org/officeDocument/2006/relationships/image" Target="/ppt/media/image9.svg" Id="Rc4a531673ada4f4b" /><Relationship Type="http://schemas.openxmlformats.org/officeDocument/2006/relationships/image" Target="/ppt/media/image10.png" Id="R14ece6296c8c4af9" /><Relationship Type="http://schemas.openxmlformats.org/officeDocument/2006/relationships/image" Target="/ppt/media/image10.svg" Id="Ra2c2fcf52b274a61" /><Relationship Type="http://schemas.openxmlformats.org/officeDocument/2006/relationships/image" Target="/ppt/media/image11.png" Id="R0a34704fb93c410c" /><Relationship Type="http://schemas.openxmlformats.org/officeDocument/2006/relationships/image" Target="/ppt/media/image11.svg" Id="R78d16ca068474812" /><Relationship Type="http://schemas.openxmlformats.org/officeDocument/2006/relationships/notesSlide" Target="/ppt/notesSlides/notesSlide2.xml" Id="Rc9d8c831818741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0744d94b684de9" /><Relationship Type="http://schemas.openxmlformats.org/officeDocument/2006/relationships/notesSlide" Target="/ppt/notesSlides/notesSlide3.xml" Id="R4f66063af9f945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d58273095a4845" /><Relationship Type="http://schemas.openxmlformats.org/officeDocument/2006/relationships/image" Target="/ppt/media/image12.png" Id="R2ed955a121874587" /><Relationship Type="http://schemas.openxmlformats.org/officeDocument/2006/relationships/image" Target="/ppt/media/image12.svg" Id="R04c9242c0aad413b" /><Relationship Type="http://schemas.openxmlformats.org/officeDocument/2006/relationships/notesSlide" Target="/ppt/notesSlides/notesSlide4.xml" Id="Rb5c43cd911f144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e4662a17fc4372" /><Relationship Type="http://schemas.openxmlformats.org/officeDocument/2006/relationships/image" Target="/ppt/media/image13.png" Id="R5c659fa0cdac48c2" /><Relationship Type="http://schemas.openxmlformats.org/officeDocument/2006/relationships/image" Target="/ppt/media/image13.svg" Id="R8fe9d6c447a84cfa" /><Relationship Type="http://schemas.openxmlformats.org/officeDocument/2006/relationships/notesSlide" Target="/ppt/notesSlides/notesSlide5.xml" Id="R59a3dc4a8e4340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9176a7f74540de" /><Relationship Type="http://schemas.openxmlformats.org/officeDocument/2006/relationships/notesSlide" Target="/ppt/notesSlides/notesSlide6.xml" Id="R626158d4620d4f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88C62E3-86AE-472C-8C41-5C24D8A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6CBF734-C1B7-41F6-A539-0BB7FEB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9D3E6B5-27B4-40B1-BAF1-BF3F368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2CF8543-F26B-443B-B7BE-221E03C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CB90900C-BA5C-4D20-8754-1F3EF714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b51eaa9944c4e">
            <a:extLst>
              <a:ext uri="{96DAC541-7B7A-43D3-8B79-37D633B846F1}">
                <asvg:svgBlip xmlns:asvg="http://schemas.microsoft.com/office/drawing/2016/SVG/main" r:embed="R56e099856c6e4544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EEA4B5A-E5EC-44D1-A0DC-68582EE6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692186B-AB4B-4758-AF70-254FC1F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2752B9A-ED60-436F-9408-E74544B6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bc98cfed34c94">
            <a:extLst>
              <a:ext uri="{96DAC541-7B7A-43D3-8B79-37D633B846F1}">
                <asvg:svgBlip xmlns:asvg="http://schemas.microsoft.com/office/drawing/2016/SVG/main" r:embed="R23fb015bb9c84bf9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3C79834-7065-41F9-A207-60855FA8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35D682E-BEB8-4F50-9235-EA79F091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EEA3340-9636-4CF6-8D66-859D3A36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0067A29E-B6DE-4B29-B7E4-EED415E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7807876-DDFD-4610-B885-646FC57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d72bf76e84d14">
            <a:extLst>
              <a:ext uri="{96DAC541-7B7A-43D3-8B79-37D633B846F1}">
                <asvg:svgBlip xmlns:asvg="http://schemas.microsoft.com/office/drawing/2016/SVG/main" r:embed="Rb85ce341f0364143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443616B-AD49-48F9-9FBF-70A31C9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F90822D-76CE-476C-A702-E3E11FB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8E933AC-F23F-4A8A-9AB4-C1F2DB0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3FC7C0A-DC28-4332-8041-72109A4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EA3EA50-2932-4E31-B190-F191F68C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e8131c1474441">
            <a:extLst>
              <a:ext uri="{96DAC541-7B7A-43D3-8B79-37D633B846F1}">
                <asvg:svgBlip xmlns:asvg="http://schemas.microsoft.com/office/drawing/2016/SVG/main" r:embed="R11178e6fd3204881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1EE6FBFA-DBB6-4B6D-8E12-8841287B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ED58987-DF7C-4BE5-9B60-D443D00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9D07BF7-FA05-46F3-8B2E-5B658D1D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D2155DBD-3A69-48EA-99CE-CC152259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9d27a829840dd">
            <a:extLst>
              <a:ext uri="{96DAC541-7B7A-43D3-8B79-37D633B846F1}">
                <asvg:svgBlip xmlns:asvg="http://schemas.microsoft.com/office/drawing/2016/SVG/main" r:embed="R7e9ebd68767a493a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34D498C-1FED-4A7A-A678-79E372F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1a54171644499">
            <a:extLst>
              <a:ext uri="{96DAC541-7B7A-43D3-8B79-37D633B846F1}">
                <asvg:svgBlip xmlns:asvg="http://schemas.microsoft.com/office/drawing/2016/SVG/main" r:embed="R1d2869c29f0b482c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889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F20F169-57EE-4D4F-866C-848F762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34EE162-89EB-4C36-ACB6-1778B4F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9FCFD3D-DA7C-469A-887C-2F50A3C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759AE960-750E-4025-9874-21E66AD7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F87558F-11CA-4F9A-A692-C66D75B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1C76FDF-9A28-485C-BFF6-5CD4C3DC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02A16CEA-EB5D-4CDE-B588-999D155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07f84c8c3489d">
            <a:extLst>
              <a:ext uri="{96DAC541-7B7A-43D3-8B79-37D633B846F1}">
                <asvg:svgBlip xmlns:asvg="http://schemas.microsoft.com/office/drawing/2016/SVG/main" r:embed="Rf772ed3750e84741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900410C-FD03-46A7-949F-A3BE80C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7C72139-46D9-4827-B312-720F3A1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E57E9DD-613D-45B7-9F3B-106E989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0F3C56A-AFF1-4566-BAB2-A4A85EC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DD6544F-4143-48DF-B5DD-A41A41E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0ACB6F2E-808C-4E54-B36A-28F3F41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41e6ac55546bf">
            <a:extLst>
              <a:ext uri="{96DAC541-7B7A-43D3-8B79-37D633B846F1}">
                <asvg:svgBlip xmlns:asvg="http://schemas.microsoft.com/office/drawing/2016/SVG/main" r:embed="R6f364c8909ad4f2f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28B2C07-C814-4442-A92E-2469EE5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AA6EA2C-EBA4-4C97-BCE4-7705248C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B08C0FB-96F6-46BD-8604-41CEB42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2B9F16A-1FCC-4F10-87FA-7A2C958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96084F60-01E5-454A-80CA-E4E8728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E50F087-B246-49A2-9A25-A6F03E3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5A2D60C-FB62-4415-B927-B7BDDA4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A3B06CAA-58AD-456F-A8C9-C4B113B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2B90AB02-3779-4D2B-A066-1AC590B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1495cc1164f7a">
            <a:extLst>
              <a:ext uri="{96DAC541-7B7A-43D3-8B79-37D633B846F1}">
                <asvg:svgBlip xmlns:asvg="http://schemas.microsoft.com/office/drawing/2016/SVG/main" r:embed="Rc4a531673ada4f4b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3A84F34D-30B0-49FA-BBDA-D8E27DB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F3F1C62-8981-406D-AB1B-188060F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391F45C-4DEA-483B-953E-608A690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833AD3A-F361-4E7D-AFC0-3C0EDA0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2463CC4-BC7B-43E0-8A2E-ED1B35D8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142B776B-1082-4471-93A3-F17C2B1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774609CB-32C4-48EA-8790-0948D14D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ce6296c8c4af9">
            <a:extLst>
              <a:ext uri="{96DAC541-7B7A-43D3-8B79-37D633B846F1}">
                <asvg:svgBlip xmlns:asvg="http://schemas.microsoft.com/office/drawing/2016/SVG/main" r:embed="Ra2c2fcf52b274a61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31BF9D4C-9288-497E-8B7B-18C7F48D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0B38E93-DE90-4989-9F63-85618C3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0C0E580-8521-4C83-89E3-73953286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18A982E-DAF6-4CF9-9610-47F5896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E8B7CC1B-D4C0-4146-9FAF-665F2C12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C9B7DEA8-E296-4BEE-9736-0389013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B5A0FEF8-DDD7-4778-931C-C3C7E2D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FF19AB2C-B408-424A-BBC8-CCE6392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5783C85-6463-49A1-AF65-AC13CAF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4704fb93c410c">
            <a:extLst>
              <a:ext uri="{96DAC541-7B7A-43D3-8B79-37D633B846F1}">
                <asvg:svgBlip xmlns:asvg="http://schemas.microsoft.com/office/drawing/2016/SVG/main" r:embed="R78d16ca068474812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9704DE34-C276-4C57-B300-5CDA3FC0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7F5A3CD4-1244-4F18-B993-60DA4FFA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2D07D2CA-DFB8-492D-8AA7-44887B0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9A88B12-C3E2-4B8C-AD4C-85FDFB71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75CE26A-DE08-46C2-90B7-A170BDC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D65FE896-A97A-4E4F-BE9A-1BB419F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8A872517-6A92-45C6-8BB2-9CCD0FA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32BA8A1F-460B-4E42-B750-6893C4A7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08A4DD27-2CF3-4C89-802D-92935B7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8E2EE9D8-2991-4911-B765-BBC2B14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FBBBDDAC-B4F0-41DD-A4DE-A0BAD6F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B17F5D8E-6191-4B1F-80A3-39AE4D14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6880840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9218FD-B7F1-45D0-8C52-CF65B1F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0AD2F91-CF0E-4337-94E1-2971214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76CA89A-A8C8-477A-9CD9-0D37A78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47BB4C0-DD07-44E5-AE43-F50DAFD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9A666BF-CA4A-439C-8787-070DF1A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9B7FC948-5BD9-4903-B20B-3D836F6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6F7A8D-A309-4750-BE8A-99F0E7D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039693A-6862-4702-89C1-49C10A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BB9CB22-BE22-4A19-8676-474AAFD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6DC4BE1-B377-4C86-A5D0-B08F61C1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4627024-7B72-49EF-99DF-36038DC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02982E8-32E6-41DE-832A-D30250F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318783-A135-4AE7-9448-984E466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B3128BF-DA5B-450A-9404-0C1CD23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4E3D5B8-F5AD-42BB-B502-8C5E865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EF8D012-0EDE-43FA-BC84-E73ACDE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6F47E4A-52B2-4768-9C83-ADFFCF60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4AB8BD6-B0D5-4E8C-98D6-1EE1A12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A8E8EF9-AE4D-4623-916B-DC8F80E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DD4A495-79E0-46C6-80C2-EFF90C1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8D218B7-AFEA-4D6E-BB82-055738E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94F60C4-2873-4D4E-9B5C-B405643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43C72151-091A-4177-93F5-74C7A873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067DB8F-BD73-4384-8D18-5384331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0397CFA-2505-4D2F-B012-5B79CEF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FD303A8-E124-4522-AFA1-375783E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AA3846D-A700-45D1-9E39-F20106F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BC8F639-9D54-4F5D-8DFD-C3158EA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383B34D-C991-4165-84E8-A88953F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EA35732D-58F0-4E75-BBEC-4126B2F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D30A9F8-308D-4B3C-BB19-312CD58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23C3881-758D-46F5-970C-668B75F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FFD1D563-267A-489A-8967-536F7BC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7947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B58BFAE-8B51-4FAA-956C-FF362EE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6D21DA2-A299-470D-AEE0-4506855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A75136-EBBE-4804-8E27-EAF338BD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7C0E611-D94B-4326-9E1F-B874B9A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DAFBDDEE-7317-44F1-8D60-0C49F49F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E1FE3F2-106C-4165-83CE-DDBEC8A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A88FBB1D-0D49-43DA-9E99-8CAC451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BCB38FD-0BA8-4463-B52E-0FAB09C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43108AB-6EA9-46F7-922B-3C74B43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14E6F46-3919-4F1B-BB79-954E963C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F6B9D39F-77E5-4106-A10A-51A4D15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41EA04E-3FBF-4AA2-B0BC-363B8FC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E515440-FB09-48EA-A578-40049C6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FAE5E44-12B8-4444-97FE-80687CE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75EBA58B-12C1-4E7E-A656-3C57A81D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E2EA6EEC-8468-4BFE-9844-7D7F40E5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FEC2156-B39A-4237-B432-60708085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79BED48-5EEF-4032-9B5E-911C92DD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42D13C4-01D9-45A9-8EC4-72A881FD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346A732B-FE7C-4FB1-BC3B-7DBEEE9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FEC54AC-FFC1-4B81-923E-CCA22FBC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F4AEAD4-A545-42CF-BB62-FC6442E6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824E083-0853-4238-A266-E1296D0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416D3B4A-1C83-4734-9573-6C93DF6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713FD27-9501-41DD-8EB9-F3BCF6B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8A0A33-4AE9-4CA0-A4AE-3DEBCD0C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4E929005-B1A0-4845-982F-17128824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0A2F605-FBE7-4F6E-B066-9583B08E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8D7B761-F862-407E-B221-9A99813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3660DD6-9855-41DF-AC88-92D6C70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23DD515F-E79A-41FE-B9A2-A6736D76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8D20B29-927B-4EBD-8720-F7B2362D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4AE9EC5B-50CE-409B-BCBD-49144789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83AC5F71-A1B6-4D1D-8530-852B257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643DEFFB-6033-4CEA-8D62-FA41BBB4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E02922E-0C62-4B2C-A96B-76B7274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0B432861-9351-4378-87EB-B0BA11B2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6706C377-DAA6-4FED-897B-6EAC63E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7048D5E5-C7ED-4343-9561-2418E770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955a121874587">
            <a:extLst>
              <a:ext uri="{96DAC541-7B7A-43D3-8B79-37D633B846F1}">
                <asvg:svgBlip xmlns:asvg="http://schemas.microsoft.com/office/drawing/2016/SVG/main" r:embed="R04c9242c0aad413b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126DADF2-9463-465B-816C-5166253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C5EC61FC-0B43-4179-B2EC-432A5B9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955a121874587">
            <a:extLst>
              <a:ext uri="{96DAC541-7B7A-43D3-8B79-37D633B846F1}">
                <asvg:svgBlip xmlns:asvg="http://schemas.microsoft.com/office/drawing/2016/SVG/main" r:embed="R04c9242c0aad413b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14D0727-DCD2-4303-B1DF-67D7DE5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A273BFE3-5C90-4088-86C6-0BDD9B6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955a121874587">
            <a:extLst>
              <a:ext uri="{96DAC541-7B7A-43D3-8B79-37D633B846F1}">
                <asvg:svgBlip xmlns:asvg="http://schemas.microsoft.com/office/drawing/2016/SVG/main" r:embed="R04c9242c0aad413b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70967363-C470-4DD4-BEC3-A09EC41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ED327CE1-4100-4260-A49A-59ADBEA2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9952AB09-A6C7-40E7-8B39-630951D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C018068B-F582-4FF1-A3F5-3D3E924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6416969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3864A17-4832-4784-9B34-66E494D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B666741-7FB1-41FF-B725-C0533C1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6CCBF4A-6530-454B-B53F-B1F1A645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603CBAD-A10E-4F6B-8F35-26AE0B0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C592D82-9333-4A5B-A531-9242DDE5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7AC54E09-4DEC-418A-9F89-991C83C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DEBB5F2-A7A7-4730-B537-1FE41E29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157CAC3-96D6-43E5-883C-21815E0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98A14F7-2056-4BFC-A407-4C877BDC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464B24-0F13-4FA4-ADEE-C44C2B2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8254A01-3567-47EC-844C-0782C5D3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B9C18B3-B55C-4484-8156-67C0531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A1091D8-D89F-46D3-A354-B2AB633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AB161835-EC72-45E0-A0AA-B8D2808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CDEA3A07-3CE4-47BA-AB15-456F04EB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3762D5F-F23B-4B3D-A953-BCB5FFE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41B010B-52BE-4FA1-A493-63682BF4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72F421E-E8BD-40EF-88AA-238DB67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6792DEC-60F5-43E7-9BD9-3D21A3A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00DC4A-9539-42B0-A931-654FE63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46330C46-346E-44A0-AD6E-4F11DA6E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4F7A78A-0D5F-4336-9138-614E0658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248AB517-4497-4E5F-9064-E3990FE9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2431338D-B202-4515-97A6-E39FC54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DFC72B9-5A6F-46EB-979F-6C6B6024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0004696-B1EA-40DD-9085-F6979E7D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DC7A74CE-7253-4B23-AD2D-CACA8B23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3C500447-DFD1-4015-A3B1-B67FB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5CA5A97-1CEC-4B50-AEE8-D7CDAD5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1B68F9AA-3AF7-4AC6-AB61-6B67BD9A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B7EBB8B6-7A51-4860-96A1-E49C459C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FA9174FA-C3A8-4669-B137-81389E72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84100B02-387F-41E6-9003-ADFF578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5A0786C-CE86-4E64-B7EB-EDA6740F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3B9E95-3C25-439A-A8D2-8F28DDC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380F3E30-D2E8-447E-82C0-2B65F193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7FD34983-C448-422A-8BCF-170C4942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FEA3DCD-0B5F-4821-80F0-4D6FCFA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A9B5152-D2B2-4D7A-9DE1-882641E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5AB53FDA-8F72-4BE5-949F-75C7301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B5A92992-1A81-46E5-A773-D991966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862DAB37-3FEE-4C24-9DC8-6774DF29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29DEB4C-EA43-4901-AAC9-49FAF8A7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5168A47-74A3-4391-AA2E-694B30B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827D9360-7149-4B23-BB5D-36C73058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F7FCFF45-6071-41AC-912C-4F32045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E466C827-FAE4-4189-BE86-EAE2FC40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192A9B0-ACA7-4CF2-BCC8-729B2AB0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3B3CDE9E-7444-4637-B21A-827A54E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D64D601D-47B7-4996-8308-4580256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59fa0cdac48c2">
            <a:extLst>
              <a:ext uri="{96DAC541-7B7A-43D3-8B79-37D633B846F1}">
                <asvg:svgBlip xmlns:asvg="http://schemas.microsoft.com/office/drawing/2016/SVG/main" r:embed="R8fe9d6c447a84cfa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F38D4420-68EF-42ED-A9E3-D258A77A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96174D98-971A-4924-8474-90A2CA2F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D2C02EBA-1513-4900-9FE1-23C68F1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9949046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9218FD-B7F1-45D0-8C52-CF65B1F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0AD2F91-CF0E-4337-94E1-2971214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76CA89A-A8C8-477A-9CD9-0D37A78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47BB4C0-DD07-44E5-AE43-F50DAFD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9A666BF-CA4A-439C-8787-070DF1A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9B7FC948-5BD9-4903-B20B-3D836F6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6F7A8D-A309-4750-BE8A-99F0E7D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039693A-6862-4702-89C1-49C10A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BB9CB22-BE22-4A19-8676-474AAFD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6DC4BE1-B377-4C86-A5D0-B08F61C1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4627024-7B72-49EF-99DF-36038DC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02982E8-32E6-41DE-832A-D30250F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318783-A135-4AE7-9448-984E466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B3128BF-DA5B-450A-9404-0C1CD23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4E3D5B8-F5AD-42BB-B502-8C5E865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EF8D012-0EDE-43FA-BC84-E73ACDE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6F47E4A-52B2-4768-9C83-ADFFCF60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4AB8BD6-B0D5-4E8C-98D6-1EE1A12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A8E8EF9-AE4D-4623-916B-DC8F80E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DD4A495-79E0-46C6-80C2-EFF90C1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8D218B7-AFEA-4D6E-BB82-055738E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94F60C4-2873-4D4E-9B5C-B405643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43C72151-091A-4177-93F5-74C7A873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067DB8F-BD73-4384-8D18-5384331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0397CFA-2505-4D2F-B012-5B79CEF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FD303A8-E124-4522-AFA1-375783E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AA3846D-A700-45D1-9E39-F20106F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BC8F639-9D54-4F5D-8DFD-C3158EA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383B34D-C991-4165-84E8-A88953F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EA35732D-58F0-4E75-BBEC-4126B2F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D30A9F8-308D-4B3C-BB19-312CD58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23C3881-758D-46F5-970C-668B75F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FFD1D563-267A-489A-8967-536F7BC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7947593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2026-06-01T18:15:36.6830000Z</dcterms:created>
  <dcterms:modified xsi:type="dcterms:W3CDTF">2026-06-01T18:15:36.6830000Z</dcterms:modified>
</coreProperties>
</file>