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0358497f048a0" /><Relationship Type="http://schemas.openxmlformats.org/officeDocument/2006/relationships/extended-properties" Target="/docProps/app.xml" Id="R2651d70a55df4bd0" /><Relationship Type="http://schemas.openxmlformats.org/officeDocument/2006/relationships/officeDocument" Target="/ppt/presentation.xml" Id="R47c94c95e84747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c25d6047884616"/>
    <p:sldMasterId xmlns:r="http://schemas.openxmlformats.org/officeDocument/2006/relationships" id="2147483659" r:id="Rfb162c09a8f44721"/>
  </p:sldMasterIdLst>
  <p:notesMasterIdLst>
    <p:notesMasterId xmlns:r="http://schemas.openxmlformats.org/officeDocument/2006/relationships" r:id="R4e92464cec47437a"/>
  </p:notesMasterIdLst>
  <p:sldIdLst>
    <p:sldId xmlns:r="http://schemas.openxmlformats.org/officeDocument/2006/relationships" id="256" r:id="R51699f06b2b34d9f"/>
    <p:sldId xmlns:r="http://schemas.openxmlformats.org/officeDocument/2006/relationships" id="257" r:id="R49b1bc408ce94ce2"/>
    <p:sldId xmlns:r="http://schemas.openxmlformats.org/officeDocument/2006/relationships" id="258" r:id="Ra5b8b44567434a18"/>
    <p:sldId xmlns:r="http://schemas.openxmlformats.org/officeDocument/2006/relationships" id="259" r:id="R6b5841c07ab4414d"/>
    <p:sldId xmlns:r="http://schemas.openxmlformats.org/officeDocument/2006/relationships" id="260" r:id="Re484471633754573"/>
    <p:sldId xmlns:r="http://schemas.openxmlformats.org/officeDocument/2006/relationships" id="261" r:id="Refe187ce23eb42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40ba05b81a409f" /><Relationship Type="http://schemas.openxmlformats.org/officeDocument/2006/relationships/slideMaster" Target="/ppt/slideMasters/slideMaster1.xml" Id="R8ac25d6047884616" /><Relationship Type="http://schemas.openxmlformats.org/officeDocument/2006/relationships/slideMaster" Target="/ppt/slideMasters/slideMaster2.xml" Id="Rfb162c09a8f44721" /><Relationship Type="http://schemas.openxmlformats.org/officeDocument/2006/relationships/notesMaster" Target="/ppt/notesMasters/notesMaster1.xml" Id="R4e92464cec47437a" /><Relationship Type="http://schemas.openxmlformats.org/officeDocument/2006/relationships/presProps" Target="/ppt/presProps.xml" Id="R2648663db7834ca1" /><Relationship Type="http://schemas.openxmlformats.org/officeDocument/2006/relationships/viewProps" Target="/ppt/viewProps.xml" Id="Rcca5ae1f42264b9f" /><Relationship Type="http://schemas.openxmlformats.org/officeDocument/2006/relationships/tableStyles" Target="/ppt/tableStyles.xml" Id="R48cb5a05cdb24839" /><Relationship Type="http://schemas.openxmlformats.org/officeDocument/2006/relationships/slide" Target="/ppt/slides/slide1.xml" Id="R51699f06b2b34d9f" /><Relationship Type="http://schemas.openxmlformats.org/officeDocument/2006/relationships/slide" Target="/ppt/slides/slide2.xml" Id="R49b1bc408ce94ce2" /><Relationship Type="http://schemas.openxmlformats.org/officeDocument/2006/relationships/slide" Target="/ppt/slides/slide3.xml" Id="Ra5b8b44567434a18" /><Relationship Type="http://schemas.openxmlformats.org/officeDocument/2006/relationships/slide" Target="/ppt/slides/slide4.xml" Id="R6b5841c07ab4414d" /><Relationship Type="http://schemas.openxmlformats.org/officeDocument/2006/relationships/slide" Target="/ppt/slides/slide5.xml" Id="Re484471633754573" /><Relationship Type="http://schemas.openxmlformats.org/officeDocument/2006/relationships/slide" Target="/ppt/slides/slide6.xml" Id="Refe187ce23eb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d02af3b128b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15f62044f480a" /><Relationship Type="http://schemas.openxmlformats.org/officeDocument/2006/relationships/notesMaster" Target="/ppt/notesMasters/notesMaster1.xml" Id="Rb903b37646d34a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9a5bfc6534e4a" /><Relationship Type="http://schemas.openxmlformats.org/officeDocument/2006/relationships/notesMaster" Target="/ppt/notesMasters/notesMaster1.xml" Id="Rfb494ebc831b45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6dfbe75d44445a" /><Relationship Type="http://schemas.openxmlformats.org/officeDocument/2006/relationships/notesMaster" Target="/ppt/notesMasters/notesMaster1.xml" Id="R42b18f679c6448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3b4a81f86649bf" /><Relationship Type="http://schemas.openxmlformats.org/officeDocument/2006/relationships/notesMaster" Target="/ppt/notesMasters/notesMaster1.xml" Id="R1d01276112a4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7248bd96744583" /><Relationship Type="http://schemas.openxmlformats.org/officeDocument/2006/relationships/notesMaster" Target="/ppt/notesMasters/notesMaster1.xml" Id="Rb18ee396a8b046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6e92e414b403c" /><Relationship Type="http://schemas.openxmlformats.org/officeDocument/2006/relationships/notesMaster" Target="/ppt/notesMasters/notesMaster1.xml" Id="R013863fb46be44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42c8c421744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1d2efbb994b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48b1821ef45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72f4fc4024f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e8bc200214c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70053504e4c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35b3362594e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970e21dd448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453851d61476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55f3366d54b8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c0f3aef41741d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18c137b9af4f4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ed98e2d2e548a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7545047f094da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80c394afd841b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acd85f96674be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22a6945e9440c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7f3ed104bd4c7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84413a28814ff9" /><Relationship Type="http://schemas.openxmlformats.org/officeDocument/2006/relationships/image" Target="/ppt/media/image.png" Id="Ra0f93569a11a4f77" /><Relationship Type="http://schemas.openxmlformats.org/officeDocument/2006/relationships/image" Target="/ppt/media/image.svg" Id="R78811c4a8c9a4d8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aa0e6bb34341a6" /><Relationship Type="http://schemas.openxmlformats.org/officeDocument/2006/relationships/image" Target="/ppt/media/image.png" Id="Rb81fe24b9fea492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00eaf7daeb453d" /><Relationship Type="http://schemas.openxmlformats.org/officeDocument/2006/relationships/image" Target="/ppt/media/image.png" Id="Rcce12957e46a46f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24239186d547d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0A2085B-BC25-497D-96FC-D4573F4D5E8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5DC2A8-3C32-4288-9565-564D188BE8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E380A-EF42-42C4-B4F3-7C4700DB0C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F110300-15E9-4956-B687-E2EBE639C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EC9BE6-892A-4A90-BF0C-94DE9E6BBC5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1216FB-D4ED-44F4-9C8D-DE876A562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547CDE4-98D2-4157-91AB-DAB34DD803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F86701-47B8-4317-A545-19727C6AA7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D7F518-0D6B-4A17-BC5B-0B809A9F25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A7399B-62E6-401F-B2FF-483BC0ACE5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591E2C1-DD4B-42D5-8062-537B1A5A7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854951B-33A3-4285-8E8D-EC35212511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98BF92-4E60-4081-BDEE-A1F41B3CF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2BDD12-A26D-427B-961A-FF2CD24680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10D3BB8-ABC5-4B1B-8AB4-30856C1A30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5FB626-2465-42B0-8E2B-210631988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2238FC0-136B-447F-9628-5424B36014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8A03A90-A41B-40E3-9A9C-7C3A5234B1A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691182B-C8DB-46B4-8110-8BB4CAB375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22E9DF1-B1B2-40C3-B47C-63C174EBB2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9290746-3C08-4E8B-B58E-FAAE226A96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42573F6-E231-4FA8-B66C-99D638B33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6CCA668-9E80-44C9-A331-CFD172D5E0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DFA3BC7-960B-4AB3-83BD-28A53D1157B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18CAE19-C87A-4D0E-A0DD-5069525748B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FCDD516-B120-41CD-A54F-8524674333F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15AF4C-2B05-412F-BE56-246CB422F0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87C0D29-6D15-44E3-8AFB-BB2A0ECA6D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5A71C5A-F231-4B87-8B71-A07F40315A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0ED85D3-1755-41BC-B022-94C4857EB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E0FD215-AF22-476F-B0C4-3E3A7295E2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5FCD40D-2789-47E8-A4D8-C3B59E9095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8C89F63-892C-42CD-9910-5642F9867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8E7D852-64C9-486C-B763-DA196305EB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2F8503B-C12A-4D66-90FC-8524A928C5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4BAB3B6-78A8-4A9D-91DC-46F8AE4A9F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6A47FB-43C5-43A7-8B57-A49265615D4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D32B103-3042-43EE-9175-0CBE3792D27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7D361AE-146B-46E0-A10B-1FC7D2D2C5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C6ABBB2-BB4C-46AF-88B0-C37487EE47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6D3406C-054E-413E-8F38-DE035FA428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BC479B4-E929-4DD7-BD67-A2DB9C7F0D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A3D9291-F23A-43C5-962D-899E14654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D3AE617-A031-4FB8-A184-EFE490C121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EEED67-AE68-4603-ADE7-77165A5AD8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AC38B2-6B3F-4779-A2A8-7D2770051F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9486BA1-3BF8-4741-9783-5348A8A381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6418CBC-8576-4AA9-850E-F0DA933C30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631981B-8D4C-4F20-AD0F-402004350F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695FD5F-66FB-4DF5-A00C-2BC102C082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ECA6C769-7119-4A94-B40C-26EF6F32CEB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A788674A-1BC0-4620-8C0C-0219249D2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AB17F43-A074-4BC2-9AD5-E0FF7EDADA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EDEA61-BE74-4774-A420-ED1F4EA77B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B7404F8-835F-48B7-86E2-0984901508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C0F87F6-83A5-432D-9E68-4578731430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E44A20E8-5D82-4DCD-9DCF-7720BF82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9D9BF607-A673-4376-8E7D-F06AF086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534014CA-185B-404F-850C-727174C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D53453E4-A1CC-4D4D-B72A-A526A35D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29EAEB54-6346-4BDE-A8CD-D79C20AE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F5F1C342-0EC8-40E6-8767-B8E20F2A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0497CE8D-A118-48A0-B616-40EDD20C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B9E3DFCE-EDF8-437C-9FBB-7EC8E1FB780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7ED2DF3-823E-454D-88E8-DEE1187313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DBC29B-F16B-4485-8094-5CBFB63E6B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1E3AC0-F4AA-4697-B713-3D8C532440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A236CE1-3EC7-43E6-9A10-9BFFC4D8BD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ED45750-5B3D-4FEA-9FDD-7D005EEA68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71C47FC-964E-4384-9678-E467AE2B6B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FAB2F5B-2804-4E26-AC19-E242A6894B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F4CF9BF-DCC3-4953-A8D1-F3D7D9725D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9E05EC47-BA90-4145-BE51-2A5C11CE2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769DF5D-F111-41B0-9310-AF2B50ED2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D505760-B8F1-4EED-8ED2-B390CA105A8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5B5E78E-0C3C-45A4-8BB5-43694BB690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D32A2BA-ACF1-4AE7-A217-C9B61CBC82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551BED0-CCB2-463F-BAA5-97E674CEBA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4EEBCC1-D188-4F8C-B0D9-DBF3B97567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9BA7871-1E11-4D40-988D-550EE56D6C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9E03688C-E9C0-4A8C-B240-825C0F791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BCED88-2F0F-4B95-9BC3-0E736F6B73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250D2FE-93B0-436B-A626-DD7B3F0BC9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7E9E3E9-3178-4382-9382-4465C7E3B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E43E6B5C-8814-4986-B375-418A6D2A46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71F8059-9B18-401D-8E7B-56EACAE4B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7B84CE5-9CD5-4E0E-AA6B-67EB86F4AD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9CEB223-B301-45D9-A838-715C90C20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0CA8933-5BFF-4924-A437-A88AAD82E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8FD7950-5282-4C89-BDAA-B44C777638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0FBC0D1-A413-467F-ABBD-B128FDE79D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DEE2C73-4D94-4112-BCC6-3A22FB3543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FA085D3-A1DF-4AAB-B970-25A66C64A8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10E22AD-532F-45E6-B9B4-0621492394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4AB6667-1D17-47C8-93AE-826860397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FEE3816-C0B2-4CE6-95C6-62EA862FC08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9F0CE4BE-DE40-4024-ABE3-9A36821DA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74312DBA-1D97-4467-8867-ECDAA714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E72A2C68-D769-4E61-A0A4-525877A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29E509A3-51C3-4847-A3AB-91195C4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f93569a11a4f77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4A41D203-7CEB-44C0-B503-719B6BFAF584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99011B99-891B-4FD3-B415-F8C4C0D95ECB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FEC3830C-B504-4303-BCCA-2A18FDC5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A46C5BF1-B7F4-43BF-B4D9-4D402E3F8EEC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93569a11a4f77">
            <a:extLst>
              <a:ext uri="{96DAC541-7B7A-43D3-8B79-37D633B846F1}">
                <asvg:svgBlip xmlns:asvg="http://schemas.microsoft.com/office/drawing/2016/SVG/main" r:embed="R78811c4a8c9a4d8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099BC4-8D90-4F98-A8BA-03758463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837D3532-B70A-4C31-84A3-E23E80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2C06A0AE-5679-4CF8-9C07-946A9733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16C38D15-829D-4782-AC33-767DCFCF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CA96B5A2-50C4-4DA3-BA6A-CD9E49CD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503B7BFD-B98B-4B19-B656-E8A40A14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BC4A9C89-F6DC-447D-8C5A-CEF4F41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26FBC9BF-C53D-45C8-9A81-85235AB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C611D377-1ADF-4B1D-A67F-8A4C5EA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49B64FB9-E527-436C-9F07-B74A3AB6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16F39210-5453-4EE4-B466-6088533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1fe24b9fea492a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9E5AC996-CED2-4A97-981D-8195194B3731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F9A6FB6-8CC8-4D05-AA7C-8FC8D79EBC62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B948E13-C46D-4977-B24F-124BD0E4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9ACE5D9E-05F0-4C57-BBBB-FA65B90B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ACDD71E5-5C41-4344-A638-7CD7FB81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E4F04659-62C5-4873-8EF5-62D22429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e12957e46a46f7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0D153A1A-FE22-4B98-AEB1-5D4904C99257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3994CE94-A3B6-4B92-B77E-B5DCE4AD1A19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B2BC8B9-DFFF-46A4-A1E4-9917DD27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55DC5119-365F-4CCA-8762-DDB2BC45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B4F59909-67E8-4788-A8E0-7E585EA5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5D45F603-2526-4F4D-914C-AA6372FD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1C74CA4B-57CE-4F7B-AA22-FDA3AACE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388DC9D9-DBAD-456C-B191-6B4CE499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880F75-8359-4ADC-BA2B-B1CE3EB489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92E705-8615-481A-8D04-63AE469EDE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B918235-8B1F-4043-B1EE-E09FA9244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DB992428-397D-4257-A4BE-54C7BDBE79A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6E4D40D5-6C94-4141-A528-0E4F19A35CC2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77F1617-DB44-40F0-86B0-4A7B0E5F0548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B39F2118-2AF5-49D8-A861-E2C472EB7710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08D15CF4-1ED7-466D-A7E1-653E0C359A9E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4B3361BC-48BF-4E4F-B8BC-AF2BF71F566A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BC32251-AA90-4659-99E6-47F5B6E5F033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31F49A6C-A717-434C-8AB2-C3B7840C10B4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F10C9A42-661D-49EE-820A-E4CDA7C6582E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BEB23DCC-61D8-43F4-B25D-D400658D6CB4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7D39660B-7E77-4F0D-B28B-CE9F3221F56A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18B06439-F687-4ED6-8576-4605B91D0F72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932C4F8E-4DB0-4A25-9BF3-DD2566A61818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0A9159D4-0044-4F5C-BC89-05CD6C0230B3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81c26ec3304288" /><Relationship Type="http://schemas.openxmlformats.org/officeDocument/2006/relationships/slideLayout" Target="/ppt/slideLayouts/slideLayout1.xml" Id="R339548725e864473" /><Relationship Type="http://schemas.openxmlformats.org/officeDocument/2006/relationships/slideLayout" Target="/ppt/slideLayouts/slideLayout2.xml" Id="R048e449f592c40c1" /><Relationship Type="http://schemas.openxmlformats.org/officeDocument/2006/relationships/slideLayout" Target="/ppt/slideLayouts/slideLayout3.xml" Id="Ra50ed2ddc67449e8" /><Relationship Type="http://schemas.openxmlformats.org/officeDocument/2006/relationships/slideLayout" Target="/ppt/slideLayouts/slideLayout4.xml" Id="Rb9bb258951f742f3" /><Relationship Type="http://schemas.openxmlformats.org/officeDocument/2006/relationships/slideLayout" Target="/ppt/slideLayouts/slideLayout5.xml" Id="R7f8f1b9191e44a0d" /><Relationship Type="http://schemas.openxmlformats.org/officeDocument/2006/relationships/slideLayout" Target="/ppt/slideLayouts/slideLayout6.xml" Id="Ra56d203d7a6a4ae8" /><Relationship Type="http://schemas.openxmlformats.org/officeDocument/2006/relationships/slideLayout" Target="/ppt/slideLayouts/slideLayout7.xml" Id="R008fa3496e33495a" /><Relationship Type="http://schemas.openxmlformats.org/officeDocument/2006/relationships/slideLayout" Target="/ppt/slideLayouts/slideLayout8.xml" Id="R1286b7f558194253" /><Relationship Type="http://schemas.openxmlformats.org/officeDocument/2006/relationships/slideLayout" Target="/ppt/slideLayouts/slideLayout9.xml" Id="Rdfaab6fa929a42c9" /><Relationship Type="http://schemas.openxmlformats.org/officeDocument/2006/relationships/slideLayout" Target="/ppt/slideLayouts/slideLayout10.xml" Id="R7c9e54b4a25f41d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b16cfcc88c34265" /><Relationship Type="http://schemas.openxmlformats.org/officeDocument/2006/relationships/slideLayout" Target="/ppt/slideLayouts/slideLayout11.xml" Id="R3b23401a48044b2c" /><Relationship Type="http://schemas.openxmlformats.org/officeDocument/2006/relationships/slideLayout" Target="/ppt/slideLayouts/slideLayout12.xml" Id="R54405664e308419c" /><Relationship Type="http://schemas.openxmlformats.org/officeDocument/2006/relationships/slideLayout" Target="/ppt/slideLayouts/slideLayout13.xml" Id="Rb327533188654c0d" /><Relationship Type="http://schemas.openxmlformats.org/officeDocument/2006/relationships/slideLayout" Target="/ppt/slideLayouts/slideLayout14.xml" Id="Rf39fc186bf754a2b" /><Relationship Type="http://schemas.openxmlformats.org/officeDocument/2006/relationships/slideLayout" Target="/ppt/slideLayouts/slideLayout15.xml" Id="Re7b2419c74a24a72" /><Relationship Type="http://schemas.openxmlformats.org/officeDocument/2006/relationships/slideLayout" Target="/ppt/slideLayouts/slideLayout16.xml" Id="R8ed392af4834492d" /><Relationship Type="http://schemas.openxmlformats.org/officeDocument/2006/relationships/slideLayout" Target="/ppt/slideLayouts/slideLayout17.xml" Id="R2cca85ee07aa4463" /><Relationship Type="http://schemas.openxmlformats.org/officeDocument/2006/relationships/slideLayout" Target="/ppt/slideLayouts/slideLayout18.xml" Id="R9028df7f833647e2" /><Relationship Type="http://schemas.openxmlformats.org/officeDocument/2006/relationships/slideLayout" Target="/ppt/slideLayouts/slideLayout19.xml" Id="R875f0eb310284dde" /><Relationship Type="http://schemas.openxmlformats.org/officeDocument/2006/relationships/slideLayout" Target="/ppt/slideLayouts/slideLayout20.xml" Id="R5ecb050062554f7b" /><Relationship Type="http://schemas.openxmlformats.org/officeDocument/2006/relationships/slideLayout" Target="/ppt/slideLayouts/slideLayout21.xml" Id="R6e765880cc034ecd" /><Relationship Type="http://schemas.openxmlformats.org/officeDocument/2006/relationships/slideLayout" Target="/ppt/slideLayouts/slideLayout22.xml" Id="R79d42e16f0be426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E53519C-FB5C-4762-B4FA-77D1CD58D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84A2C16-EAF3-4344-87D8-F465AA88E7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94BDFA7-E22D-4B1C-82BD-D3671AAECE8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127CEC-3DD0-40FD-943B-B74BDCF28D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83979C-D397-49DB-9B0B-B97E1E91D2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9548725e864473"/>
    <p:sldLayoutId xmlns:r="http://schemas.openxmlformats.org/officeDocument/2006/relationships" id="2147483650" r:id="R048e449f592c40c1"/>
    <p:sldLayoutId xmlns:r="http://schemas.openxmlformats.org/officeDocument/2006/relationships" id="2147483651" r:id="Ra50ed2ddc67449e8"/>
    <p:sldLayoutId xmlns:r="http://schemas.openxmlformats.org/officeDocument/2006/relationships" id="2147483652" r:id="Rb9bb258951f742f3"/>
    <p:sldLayoutId xmlns:r="http://schemas.openxmlformats.org/officeDocument/2006/relationships" id="2147483653" r:id="R7f8f1b9191e44a0d"/>
    <p:sldLayoutId xmlns:r="http://schemas.openxmlformats.org/officeDocument/2006/relationships" id="2147483654" r:id="Ra56d203d7a6a4ae8"/>
    <p:sldLayoutId xmlns:r="http://schemas.openxmlformats.org/officeDocument/2006/relationships" id="2147483655" r:id="R008fa3496e33495a"/>
    <p:sldLayoutId xmlns:r="http://schemas.openxmlformats.org/officeDocument/2006/relationships" id="2147483656" r:id="R1286b7f558194253"/>
    <p:sldLayoutId xmlns:r="http://schemas.openxmlformats.org/officeDocument/2006/relationships" id="2147483657" r:id="Rdfaab6fa929a42c9"/>
    <p:sldLayoutId xmlns:r="http://schemas.openxmlformats.org/officeDocument/2006/relationships" id="2147483658" r:id="R7c9e54b4a25f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18A7928B-B58C-4F30-89DC-152331D9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5B15AFF-5602-4A8E-959F-D06585D3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FDAF7ED-385E-4C09-ACBE-103C2F53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CE7630B-AC72-4E21-A459-C0D80A87C0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6C7D34-4779-472E-B7A0-8702E2FDF22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C224A42-5F2B-4738-BE32-B61ECA0C875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90BB5AB-D9F8-447D-81C5-6D6D1E7F33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2D33B24-E632-4758-9A88-4996A8A3A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133F6CFD-2EC5-4337-81F6-4FBA6009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3b23401a48044b2c"/>
    <p:sldLayoutId xmlns:r="http://schemas.openxmlformats.org/officeDocument/2006/relationships" id="2147483661" r:id="R54405664e308419c"/>
    <p:sldLayoutId xmlns:r="http://schemas.openxmlformats.org/officeDocument/2006/relationships" id="2147483662" r:id="Rb327533188654c0d"/>
    <p:sldLayoutId xmlns:r="http://schemas.openxmlformats.org/officeDocument/2006/relationships" id="2147483663" r:id="Rf39fc186bf754a2b"/>
    <p:sldLayoutId xmlns:r="http://schemas.openxmlformats.org/officeDocument/2006/relationships" id="2147483664" r:id="Re7b2419c74a24a72"/>
    <p:sldLayoutId xmlns:r="http://schemas.openxmlformats.org/officeDocument/2006/relationships" id="2147483665" r:id="R8ed392af4834492d"/>
    <p:sldLayoutId xmlns:r="http://schemas.openxmlformats.org/officeDocument/2006/relationships" id="2147483666" r:id="R2cca85ee07aa4463"/>
    <p:sldLayoutId xmlns:r="http://schemas.openxmlformats.org/officeDocument/2006/relationships" id="2147483667" r:id="R9028df7f833647e2"/>
    <p:sldLayoutId xmlns:r="http://schemas.openxmlformats.org/officeDocument/2006/relationships" id="2147483668" r:id="R875f0eb310284dde"/>
    <p:sldLayoutId xmlns:r="http://schemas.openxmlformats.org/officeDocument/2006/relationships" id="2147483669" r:id="R5ecb050062554f7b"/>
    <p:sldLayoutId xmlns:r="http://schemas.openxmlformats.org/officeDocument/2006/relationships" id="2147483670" r:id="R6e765880cc034ecd"/>
    <p:sldLayoutId xmlns:r="http://schemas.openxmlformats.org/officeDocument/2006/relationships" id="2147483671" r:id="R79d42e16f0be42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debc51bd1034085" /><Relationship Type="http://schemas.openxmlformats.org/officeDocument/2006/relationships/image" Target="/ppt/media/image2.png" Id="Rc960a0756ce34f53" /><Relationship Type="http://schemas.openxmlformats.org/officeDocument/2006/relationships/image" Target="/ppt/media/image2.svg" Id="R514b2a13d8ad4eb7" /><Relationship Type="http://schemas.openxmlformats.org/officeDocument/2006/relationships/image" Target="/ppt/media/image3.png" Id="Rc7a7cb3b40e24471" /><Relationship Type="http://schemas.openxmlformats.org/officeDocument/2006/relationships/image" Target="/ppt/media/image3.svg" Id="R426a99a1a0ff40cc" /><Relationship Type="http://schemas.openxmlformats.org/officeDocument/2006/relationships/image" Target="/ppt/media/image4.png" Id="Re8f0ac8226dd421b" /><Relationship Type="http://schemas.openxmlformats.org/officeDocument/2006/relationships/image" Target="/ppt/media/image4.svg" Id="R7cea517e4ee142e2" /><Relationship Type="http://schemas.openxmlformats.org/officeDocument/2006/relationships/image" Target="/ppt/media/image5.png" Id="R84ed119173ce4298" /><Relationship Type="http://schemas.openxmlformats.org/officeDocument/2006/relationships/image" Target="/ppt/media/image5.svg" Id="Rdc3de14295cc456c" /><Relationship Type="http://schemas.openxmlformats.org/officeDocument/2006/relationships/image" Target="/ppt/media/image6.png" Id="R75cf661eea8b445c" /><Relationship Type="http://schemas.openxmlformats.org/officeDocument/2006/relationships/image" Target="/ppt/media/image6.svg" Id="R31baf06a42c347e3" /><Relationship Type="http://schemas.openxmlformats.org/officeDocument/2006/relationships/image" Target="/ppt/media/image7.png" Id="R03d1a05338c84616" /><Relationship Type="http://schemas.openxmlformats.org/officeDocument/2006/relationships/image" Target="/ppt/media/image7.svg" Id="R6ef033cfbd4c4429" /><Relationship Type="http://schemas.openxmlformats.org/officeDocument/2006/relationships/notesSlide" Target="/ppt/notesSlides/notesSlide1.xml" Id="R42662ecf348a48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7defa7d1c0246fe" /><Relationship Type="http://schemas.openxmlformats.org/officeDocument/2006/relationships/image" Target="/ppt/media/image8.png" Id="Re0d540129a794f83" /><Relationship Type="http://schemas.openxmlformats.org/officeDocument/2006/relationships/image" Target="/ppt/media/image8.svg" Id="R5932015045ad44b7" /><Relationship Type="http://schemas.openxmlformats.org/officeDocument/2006/relationships/image" Target="/ppt/media/image9.png" Id="Rc21388831acb4d74" /><Relationship Type="http://schemas.openxmlformats.org/officeDocument/2006/relationships/image" Target="/ppt/media/image9.svg" Id="Rb898f8f60810441e" /><Relationship Type="http://schemas.openxmlformats.org/officeDocument/2006/relationships/image" Target="/ppt/media/image10.png" Id="R382f1e48a7264307" /><Relationship Type="http://schemas.openxmlformats.org/officeDocument/2006/relationships/image" Target="/ppt/media/image10.svg" Id="R3d585aeabde54b85" /><Relationship Type="http://schemas.openxmlformats.org/officeDocument/2006/relationships/image" Target="/ppt/media/image11.png" Id="R440beedaa04e4a99" /><Relationship Type="http://schemas.openxmlformats.org/officeDocument/2006/relationships/image" Target="/ppt/media/image11.svg" Id="R38ce44250f5d4bf9" /><Relationship Type="http://schemas.openxmlformats.org/officeDocument/2006/relationships/image" Target="/ppt/media/image12.png" Id="R4af8820bb7e04f43" /><Relationship Type="http://schemas.openxmlformats.org/officeDocument/2006/relationships/image" Target="/ppt/media/image12.svg" Id="R3878a2ad6b79416a" /><Relationship Type="http://schemas.openxmlformats.org/officeDocument/2006/relationships/notesSlide" Target="/ppt/notesSlides/notesSlide2.xml" Id="Rdc256e54e22a45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36324a8fb1844f8" /><Relationship Type="http://schemas.openxmlformats.org/officeDocument/2006/relationships/notesSlide" Target="/ppt/notesSlides/notesSlide3.xml" Id="R418070e9de64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f2f088563894a61" /><Relationship Type="http://schemas.openxmlformats.org/officeDocument/2006/relationships/image" Target="/ppt/media/image13.png" Id="Rb7686f0de9b242ae" /><Relationship Type="http://schemas.openxmlformats.org/officeDocument/2006/relationships/image" Target="/ppt/media/image13.svg" Id="R40e028cc4c3e489c" /><Relationship Type="http://schemas.openxmlformats.org/officeDocument/2006/relationships/notesSlide" Target="/ppt/notesSlides/notesSlide4.xml" Id="R3c4b63a2e7014d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a66b8466e604f8f" /><Relationship Type="http://schemas.openxmlformats.org/officeDocument/2006/relationships/image" Target="/ppt/media/image14.png" Id="R6ea8311b20194d1c" /><Relationship Type="http://schemas.openxmlformats.org/officeDocument/2006/relationships/image" Target="/ppt/media/image14.svg" Id="R45ae3a9b4d854b44" /><Relationship Type="http://schemas.openxmlformats.org/officeDocument/2006/relationships/notesSlide" Target="/ppt/notesSlides/notesSlide5.xml" Id="Rbde052c4c6b645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e401310700a44d9" /><Relationship Type="http://schemas.openxmlformats.org/officeDocument/2006/relationships/notesSlide" Target="/ppt/notesSlides/notesSlide6.xml" Id="Rb8633159986d4e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4A90D8E-49FB-4901-BC4E-C11ABAB3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D1110FE-4FC3-4E9A-B02B-D87738C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D97DAA5-6C55-4DCA-81D8-0B7564B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VIP 先生 家庭资产保障综合方案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BDA4216-0EDE-4879-A1A8-74A5489D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6B2DDD2F-6B83-4E9A-8CDE-36C5D9C9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0a0756ce34f53">
            <a:extLst>
              <a:ext uri="{96DAC541-7B7A-43D3-8B79-37D633B846F1}">
                <asvg:svgBlip xmlns:asvg="http://schemas.microsoft.com/office/drawing/2016/SVG/main" r:embed="R514b2a13d8ad4eb7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9B7DD08-B983-4181-9F71-50B12E7F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友邦保险 · 储蓄险 + 重疾险 + IUL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4899FF4-AABC-440E-813F-7425AC2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E2D5AE4-F164-4ACB-ABF4-25EEB6C4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7cb3b40e24471">
            <a:extLst>
              <a:ext uri="{96DAC541-7B7A-43D3-8B79-37D633B846F1}">
                <asvg:svgBlip xmlns:asvg="http://schemas.microsoft.com/office/drawing/2016/SVG/main" r:embed="R426a99a1a0ff40cc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30CA438-B81A-483D-9734-016B7F95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88F31A2-FA3C-4963-B378-9838406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0E88FF0-D241-4E86-9696-9EAD2CFB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FBE3509-900D-4568-8F90-A881C8CF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7E1CB8D8-292F-4E67-803E-FF402ED2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0ac8226dd421b">
            <a:extLst>
              <a:ext uri="{96DAC541-7B7A-43D3-8B79-37D633B846F1}">
                <asvg:svgBlip xmlns:asvg="http://schemas.microsoft.com/office/drawing/2016/SVG/main" r:embed="R7cea517e4ee142e2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36F99CA3-568E-4A88-AE8C-4CA8D3DD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22163A5-2312-4793-8F44-B7200186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E8904E7-5CF6-4674-92D6-664E5C1C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397E03F4-BD27-45F9-8919-9519F88C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415C75B9-53F7-4E30-8F4F-4137AA2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d119173ce4298">
            <a:extLst>
              <a:ext uri="{96DAC541-7B7A-43D3-8B79-37D633B846F1}">
                <asvg:svgBlip xmlns:asvg="http://schemas.microsoft.com/office/drawing/2016/SVG/main" r:embed="Rdc3de14295cc456c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3CF9CE1E-C4A8-4F58-B705-C099D482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EEA1E57-AA83-4A1E-85CC-38A51492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C679603-BE58-431C-9DA1-F0FB7DFE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44054F5-16BB-4ED9-B9C2-5226F145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f661eea8b445c">
            <a:extLst>
              <a:ext uri="{96DAC541-7B7A-43D3-8B79-37D633B846F1}">
                <asvg:svgBlip xmlns:asvg="http://schemas.microsoft.com/office/drawing/2016/SVG/main" r:embed="R31baf06a42c347e3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C54D9DF-67B7-4367-9A13-54810263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Savings + CI + IUL Bundle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1a05338c84616">
            <a:extLst>
              <a:ext uri="{96DAC541-7B7A-43D3-8B79-37D633B846F1}">
                <asvg:svgBlip xmlns:asvg="http://schemas.microsoft.com/office/drawing/2016/SVG/main" r:embed="R6ef033cfbd4c4429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263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BFD1AAE1-74AE-443D-AB82-B880429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772B1F6B-37F7-4128-85AD-3BE09A18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12DA8A7-2FEC-4FE4-B2C6-3D3893B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三产品协同方案结构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21F4D966-11BE-44AB-A9C1-E64FDF15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3B7A47C-FDFD-496A-B786-1F5CF6D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7D98733F-FA76-4AB1-A04E-DD3A42B1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69889CB8-1CB9-4939-A235-FCB394FA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储蓄资产增长 + 重疾风险保障 + IUL传承杠杆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540129a794f83">
            <a:extLst>
              <a:ext uri="{96DAC541-7B7A-43D3-8B79-37D633B846F1}">
                <asvg:svgBlip xmlns:asvg="http://schemas.microsoft.com/office/drawing/2016/SVG/main" r:embed="R5932015045ad44b7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6CF798E-DB74-4F2B-8A27-02FBFDB3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0BD3FCF-BC1E-4C76-92FD-912A8114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59F6BC6-B51F-40B3-AF42-AE5E76E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资料来源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5B8D538-9DB3-4BB9-AF00-C56435E2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官方计划书 + 公司公开资料 + 可追溯页码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719D692-29AB-4852-88BD-2FC84EEF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137160FD-3482-46D0-B480-2621FF2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388831acb4d74">
            <a:extLst>
              <a:ext uri="{96DAC541-7B7A-43D3-8B79-37D633B846F1}">
                <asvg:svgBlip xmlns:asvg="http://schemas.microsoft.com/office/drawing/2016/SVG/main" r:embed="Rb898f8f60810441e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2B8109B-4F71-485F-9A21-4393714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9A04E1D-82F8-45EB-95B2-BB45AD19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客户目标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32642F4-AEE7-4CC7-BF97-BC5B4551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覆盖家庭风险底线并提升中长期资产效率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92CD249E-9845-4452-9615-B5E03218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D6A01054-12F9-4EEB-B3B2-1F70F5B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57803FF-E21C-4C91-888C-7913F41F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7D78692-5775-41E8-9F73-7CEF8F21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6F965E41-13E9-44E1-AF1C-B17A3703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C7E36917-0BB2-4EA6-83EE-2DC7564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f1e48a7264307">
            <a:extLst>
              <a:ext uri="{96DAC541-7B7A-43D3-8B79-37D633B846F1}">
                <asvg:svgBlip xmlns:asvg="http://schemas.microsoft.com/office/drawing/2016/SVG/main" r:embed="R3d585aeabde54b85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79C3A3B8-C9A6-4106-90A8-DA154BC7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808C50CE-83C4-4BC8-B74B-C5698DB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392FD51-2B9A-4F93-B662-456F8F12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4AC7D0EA-C0D2-4087-9196-C0876D65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B6704386-4707-4E4C-8CA5-9F9BD8D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356DC7A3-F6B5-4492-855A-036B186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074D9333-5E88-40F0-9EDA-5C608C15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beedaa04e4a99">
            <a:extLst>
              <a:ext uri="{96DAC541-7B7A-43D3-8B79-37D633B846F1}">
                <asvg:svgBlip xmlns:asvg="http://schemas.microsoft.com/office/drawing/2016/SVG/main" r:embed="R38ce44250f5d4bf9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ECC63F38-FBFD-4018-A25E-D2264B11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524207C-8FEF-4823-83CD-056DC594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6DCBE2C-947C-4F7F-8E56-FDF1BBAA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0B9CAD45-F669-4AE2-BD29-EDA61D58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7ADA707E-CD3C-40AA-B8C3-18A886C7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CDD7902F-201D-4851-9843-E936D9C7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1797CAB6-D232-45C2-A781-5745B1EA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779729DF-4B23-4C2A-A257-D985D6F6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7CB1B184-94FD-4AE9-B169-FD503E0C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8820bb7e04f43">
            <a:extLst>
              <a:ext uri="{96DAC541-7B7A-43D3-8B79-37D633B846F1}">
                <asvg:svgBlip xmlns:asvg="http://schemas.microsoft.com/office/drawing/2016/SVG/main" r:embed="R3878a2ad6b79416a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01685A79-CA84-4B85-8D0A-CFA26DBF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9CFEFB7-2F59-40BF-B389-4611E82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751C3C24-38BE-43C2-89B1-B9C48600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B4449AA4-EF6A-4F02-8F09-856CECEA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CDB10C25-2E12-4358-8144-94D4A50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3B10B5D4-2984-4EDB-909F-0D33173F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5BC41DC1-59D2-4B61-8031-D81CFDC6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96A51A98-8DCB-4757-A2CA-9FC79CA1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A068F347-93E8-41B5-AFED-D19C14DE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5A860F6F-407E-4DA7-B022-B6B0626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EE532B47-51ED-464B-B25E-6A83AD8C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E38770B3-9A2E-461B-8902-434BCA7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20656766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09D4CF5-D6DE-4FEB-869B-0A9BEB4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E42F047-3C0E-4262-91FC-4DF1AF87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B750C7-04FF-4858-8C9A-C0805C24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储蓄险资产底盘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0637879-F961-4F59-829F-26A4C04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0639587-80E3-4545-932D-5565B7FB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07D7F5C-C79A-443D-9D07-915DFDE6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9D79F22-022F-4088-87CB-6E15DA4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1B92EF8-1522-492C-B973-2DEE25DA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2F43F44-00E5-40E3-8DC4-7FF64A0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总缴保费约 US$500,000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CBC7431-2C24-475F-8C29-8DFDFA5A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20年现金价值约 2.72 倍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E5A8288-5AF6-40CD-BC29-6460280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30年现金价值约 5.85 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56B04F8E-4144-4FF9-B320-7113C0A7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8D35D29-0918-472A-AC01-7511C675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C743EB3-9A15-4A05-B6FD-52553321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F91E689-FF6A-425B-BD11-4AE0EDC4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8503638-2E3A-48FF-B2A4-FFCEF77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承担教育金/养老金与家庭现金流弹性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DF178EA-FA9C-48F7-A532-82DED40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ED8614F6-2D19-4ECA-A342-FD13756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9ECCD867-8A80-404A-8479-F753710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0DFBE8D4-AC74-4FD8-85AA-7A4E86D5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1EEDB31-4E7B-4417-80FA-ED65B4F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关键数字均可追溯到官方利益演示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7204EF5-BCB8-44F0-8FBE-08BF193F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968BCA3-8580-4E95-BAA3-AA1CC06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DD438F4-D7F3-4CFD-9C22-01E2975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16351D7-1DF8-43A4-A5F8-4AC23270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762D390E-F2BC-4935-9E08-4D398B43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81FB7C7-D34A-4521-8A69-05D6D4C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长期复利增长作为家庭资产底仓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9D5235A1-1904-4761-A211-F1B107A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3748E31-4C8B-4EAB-A849-EE84FF2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A889C1B-76F2-4093-A4DB-F6A76892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7962995-F490-4E2C-AB73-A24E9E08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80839C5A-2831-434C-8EC0-F0C67DF3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401BED8-577A-49F5-9B26-86A8523B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800450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5F19B80-22E4-4F7A-92BD-86908D06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F383811-B170-4D7F-AF96-3759B3B6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C31A81-7BD5-4A58-8FB6-B37A9572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重疾险风险底线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299BE14E-844D-4C57-9E13-8D0AC76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10D408C-531D-44CC-89C3-B769030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4C24D6B-B8E8-4783-B258-3E88FB5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F6C718D7-B167-44B1-9496-8070DD3C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保额约 US$500,000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B5A45E1-252F-4EBF-9BD8-CC07DF93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年缴约 US$4,949 / 缴费 10 年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3794883-F8AC-466E-93DE-AEC64BCC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15CD194-6322-4575-9050-617FBA66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核心保障责任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BDAEB6E1-1B21-4B96-AD93-8C5CE89E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恶性肿瘤重度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04F88275-859D-4601-BBD7-A06B7905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662B75D-BB47-476E-9278-C01E8724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EFB1BC4-21B0-4A9A-9ED6-8B080964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970B5BD1-8346-4E33-AB66-6BDECAB8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严重疾病多重赔付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FD7DB42-11E0-4517-9070-C148C98B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用于覆盖家庭重大健康风险冲击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1497187-F537-4BDF-8B64-5995F478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4C29B71-9902-4F37-A89B-0809EE01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E9DE469-167C-475B-8590-2F80B5C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18BE5F7-AB46-4780-811E-389EB658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9B01F76-E930-4AA0-8AFE-A284271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32C48783-4BF5-48EB-BF8F-3A4449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保障端降低突发事件对资产计划侵蚀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01C05AB5-2A0B-461C-8A86-ACADCF14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与储蓄险形成风险-收益互补结构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A5B20646-7476-4222-BF2C-35420FFA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3FB7159F-EDF3-4F00-B63B-AADCC53D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87585BEF-149F-4381-B771-E50E7990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A5262EE8-1930-456F-97CD-6B55381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责任条款均可回溯至官方保障页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C51ABC1-72B6-467F-AF6B-C1BDF55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B19481D-7C24-4728-8EEB-C479738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49E2E768-6950-496C-83D3-26EE14D4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4E910417-71CE-4D4C-9852-EFFC011D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561956D6-4285-49BC-87A8-D05A1AE2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5BD9C37A-2F7C-4B68-9719-F3C9A5DE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B1734F17-095E-4CA6-B550-162CB16F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CE5E3773-1988-47DC-8473-DE31257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BFDF761-76EF-4227-BD22-50F8C8F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6E6832F-7FFC-4D86-AF66-EBC3A6E9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8584FEBB-C393-47D3-A247-A008551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C29CC6AF-1D01-4957-BB7A-9A5DE7BA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86f0de9b242ae">
            <a:extLst>
              <a:ext uri="{96DAC541-7B7A-43D3-8B79-37D633B846F1}">
                <asvg:svgBlip xmlns:asvg="http://schemas.microsoft.com/office/drawing/2016/SVG/main" r:embed="R40e028cc4c3e489c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481D12C-5EF1-43C4-B592-4013908E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4F5316A5-7C29-438A-9886-A8351985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86f0de9b242ae">
            <a:extLst>
              <a:ext uri="{96DAC541-7B7A-43D3-8B79-37D633B846F1}">
                <asvg:svgBlip xmlns:asvg="http://schemas.microsoft.com/office/drawing/2016/SVG/main" r:embed="R40e028cc4c3e489c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65E955F9-8E74-4190-94DD-C171E315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CF628023-E799-441F-9A52-A8107D07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86f0de9b242ae">
            <a:extLst>
              <a:ext uri="{96DAC541-7B7A-43D3-8B79-37D633B846F1}">
                <asvg:svgBlip xmlns:asvg="http://schemas.microsoft.com/office/drawing/2016/SVG/main" r:embed="R40e028cc4c3e489c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4AB59CEF-7921-482B-A58D-0CBCFC9F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740835B9-1BAB-45ED-915E-DCE55EB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9EDFDF99-834C-457D-A17E-9C58C049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737D9ADE-ADDD-4AF7-AB98-DB208A5A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8654200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A9ABD34-0878-4E57-A419-6056BDAD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F3A2F32-7160-4D35-A4E4-EB2E8F40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1E8DED4-E2DF-4BC0-B408-CE6F1B8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IUL 传承与弹性杠杆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BBF7AFC6-8C3B-4E2F-9AA3-92A9D00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72F6D5B4-3E20-4D18-9AD4-C6A0F12B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3A9C098A-3DF6-477F-AB2F-020C1CA7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EAB2486-5020-4EC9-877D-387435C6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3DE2113-7184-49CF-879D-C584073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基础保额约 US$600,000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4FCE56C-99C2-4E34-B24B-CBD5B9AC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年缴约 US$12,000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77B77AB7-4D36-4926-8BB0-29016B13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FA379CD-A847-4971-BB95-80E8A36C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第20年非保证现金值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AFFD4AB-EC56-4C5C-A897-6792189C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约 US$158,000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A811E38-E9D2-4AC6-80CE-DF1F96E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3BC7723-66A8-4959-B323-6B64F437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1149F50-119B-4E3B-8AD1-24382970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第20年非保证身故赔偿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9E97E115-2199-4DAD-9D38-6D5225C0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约 US$745,000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F22D802-0479-4D9B-B668-93AFA8AF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1CC58AD6-B4E8-431F-B966-8C5C2998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指数账户参数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F7121BF-DCA3-4FCE-AAF9-CD2F178F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S&amp;P 指数账户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BF5EC45D-558B-4BDF-8D3B-9EE76AA0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A74308F0-65E5-424D-9E9D-5B6AD6B0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DBE3B5F3-EF2D-4E30-B497-295337C6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E5442227-45E8-47A4-B2E2-90E76FC3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5CA5D75-7381-494A-8DD8-8283B93C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B696730-C8A0-4AF6-9B66-B23D4691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4F5FCE7-AA7E-482D-892A-AF4914A9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69520C3F-5271-4BBF-910D-885051C7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B2AC0866-6DFA-4CF0-B24E-872C9D7B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3883E8C-B750-4D53-95E8-4FA7D68E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4E233D94-6109-432D-9379-5B5D67E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2E43E653-89B5-4808-8738-73FE8BC1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F5EE6EFC-B26E-461D-BC06-57BFF5C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43F25ED9-73F9-402A-A3B9-61595B06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509FF0B0-2C89-4EB1-84FD-0AB30634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C4415122-3CFB-489D-96E7-1C09F52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F31C3947-493B-4B54-8793-ED2D69B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9158368E-7486-4A5B-B53F-45C1145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2C3253E-C1E5-4F6A-B5BA-C224E43E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05DB898D-94AE-4618-9051-B58AF063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F1DA27C0-7465-4417-8A4F-EDEBB2FF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42DE6542-9031-4E63-829D-30C3C5E8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ED3D33BD-69DA-4433-991F-6502DEAE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66CCA7CC-50C2-4876-AC97-41B7558B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6B4D37E8-4FA2-4751-ADDC-36AC257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0F8EB5F5-D85B-4EF3-8A3A-E269E7FC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C333F61F-A809-4312-B1D5-0A31A3D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E397CEAD-A47D-4496-B055-5938981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AA96B83C-41AF-4D0D-B9F2-3A61E5AD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C2C15A56-D5D6-4FF8-8E32-4FF4E2E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30984985-2CA5-4038-B136-96DC6017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8311b20194d1c">
            <a:extLst>
              <a:ext uri="{96DAC541-7B7A-43D3-8B79-37D633B846F1}">
                <asvg:svgBlip xmlns:asvg="http://schemas.microsoft.com/office/drawing/2016/SVG/main" r:embed="R45ae3a9b4d854b44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EC3076EB-C0A7-42C8-9157-B1DC9066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D135BB72-5E31-4BCC-A283-C0098EDB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764C005A-3DC9-4AE8-BE57-5F010C72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3092070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09D4CF5-D6DE-4FEB-869B-0A9BEB4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E42F047-3C0E-4262-91FC-4DF1AF87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B750C7-04FF-4858-8C9A-C0805C24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组合执行建议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0637879-F961-4F59-829F-26A4C04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0639587-80E3-4545-932D-5565B7FB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07D7F5C-C79A-443D-9D07-915DFDE6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9D79F22-022F-4088-87CB-6E15DA4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1B92EF8-1522-492C-B973-2DEE25DA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2F43F44-00E5-40E3-8DC4-7FF64A0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先保障底线，再放大长期复利与传承杠杆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CBC7431-2C24-475F-8C29-8DFDFA5A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三产品比例按家庭现金流与风险承受动态复盘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E5A8288-5AF6-40CD-BC29-6460280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56B04F8E-4144-4FF9-B320-7113C0A7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8D35D29-0918-472A-AC01-7511C675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C743EB3-9A15-4A05-B6FD-52553321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F91E689-FF6A-425B-BD11-4AE0EDC4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交付结论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8503638-2E3A-48FF-B2A4-FFCEF77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数字可追溯、逻辑可解释、模块可规模化复用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DF178EA-FA9C-48F7-A532-82DED40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ED8614F6-2D19-4ECA-A342-FD13756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9ECCD867-8A80-404A-8479-F753710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0DFBE8D4-AC74-4FD8-85AA-7A4E86D5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1EEDB31-4E7B-4417-80FA-ED65B4F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7204EF5-BCB8-44F0-8FBE-08BF193F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968BCA3-8580-4E95-BAA3-AA1CC06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DD438F4-D7F3-4CFD-9C22-01E2975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16351D7-1DF8-43A4-A5F8-4AC23270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762D390E-F2BC-4935-9E08-4D398B43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81FB7C7-D34A-4521-8A69-05D6D4C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正式版禁用模拟数字与历史客户回填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9D5235A1-1904-4761-A211-F1B107A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3748E31-4C8B-4EAB-A849-EE84FF2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A889C1B-76F2-4093-A4DB-F6A76892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7962995-F490-4E2C-AB73-A24E9E08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80839C5A-2831-434C-8EC0-F0C67DF3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401BED8-577A-49F5-9B26-86A8523B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80045004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2026-06-02T00:03:42.2940000Z</dcterms:created>
  <dcterms:modified xsi:type="dcterms:W3CDTF">2026-06-02T00:03:42.2940000Z</dcterms:modified>
</coreProperties>
</file>