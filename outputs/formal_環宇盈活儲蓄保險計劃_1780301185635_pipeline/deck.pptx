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c07b52b89e4700" /><Relationship Type="http://schemas.openxmlformats.org/officeDocument/2006/relationships/extended-properties" Target="/docProps/app.xml" Id="R6dd15f231ea548e1" /><Relationship Type="http://schemas.openxmlformats.org/officeDocument/2006/relationships/officeDocument" Target="/ppt/presentation.xml" Id="R3e40e11a427d46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b26059587942b3"/>
  </p:sldMasterIdLst>
  <p:notesMasterIdLst>
    <p:notesMasterId xmlns:r="http://schemas.openxmlformats.org/officeDocument/2006/relationships" r:id="R28da5a6cfd7541df"/>
  </p:notesMasterIdLst>
  <p:sldIdLst>
    <p:sldId xmlns:r="http://schemas.openxmlformats.org/officeDocument/2006/relationships" id="256" r:id="R67c44b1c4e854d5a"/>
    <p:sldId xmlns:r="http://schemas.openxmlformats.org/officeDocument/2006/relationships" id="257" r:id="R9910a553ff09464f"/>
    <p:sldId xmlns:r="http://schemas.openxmlformats.org/officeDocument/2006/relationships" id="258" r:id="R638f8d27baac44e9"/>
    <p:sldId xmlns:r="http://schemas.openxmlformats.org/officeDocument/2006/relationships" id="259" r:id="Rb569a5114e2e4027"/>
    <p:sldId xmlns:r="http://schemas.openxmlformats.org/officeDocument/2006/relationships" id="260" r:id="Rfd56e3c39d2b4db4"/>
    <p:sldId xmlns:r="http://schemas.openxmlformats.org/officeDocument/2006/relationships" id="261" r:id="R213462d3f2dc46d4"/>
    <p:sldId xmlns:r="http://schemas.openxmlformats.org/officeDocument/2006/relationships" id="262" r:id="R4110f0968a6e4dff"/>
    <p:sldId xmlns:r="http://schemas.openxmlformats.org/officeDocument/2006/relationships" id="263" r:id="R531326a8739a435b"/>
    <p:sldId xmlns:r="http://schemas.openxmlformats.org/officeDocument/2006/relationships" id="264" r:id="Rfef15cfeed48402b"/>
    <p:sldId xmlns:r="http://schemas.openxmlformats.org/officeDocument/2006/relationships" id="265" r:id="Rf1315f196dde475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b26059587942b3" /><Relationship Type="http://schemas.openxmlformats.org/officeDocument/2006/relationships/theme" Target="/ppt/theme/theme1.xml" Id="R6214af5ac6e84d4d" /><Relationship Type="http://schemas.openxmlformats.org/officeDocument/2006/relationships/notesMaster" Target="/ppt/notesMasters/notesMaster1.xml" Id="R28da5a6cfd7541df" /><Relationship Type="http://schemas.openxmlformats.org/officeDocument/2006/relationships/presProps" Target="/ppt/presProps.xml" Id="R0537a38100934bd5" /><Relationship Type="http://schemas.openxmlformats.org/officeDocument/2006/relationships/viewProps" Target="/ppt/viewProps.xml" Id="R56de9ae171c34de6" /><Relationship Type="http://schemas.openxmlformats.org/officeDocument/2006/relationships/tableStyles" Target="/ppt/tableStyles.xml" Id="Re0f5b52fd7484de8" /><Relationship Type="http://schemas.openxmlformats.org/officeDocument/2006/relationships/slide" Target="/ppt/slides/slide1.xml" Id="R67c44b1c4e854d5a" /><Relationship Type="http://schemas.openxmlformats.org/officeDocument/2006/relationships/slide" Target="/ppt/slides/slide2.xml" Id="R9910a553ff09464f" /><Relationship Type="http://schemas.openxmlformats.org/officeDocument/2006/relationships/slide" Target="/ppt/slides/slide3.xml" Id="R638f8d27baac44e9" /><Relationship Type="http://schemas.openxmlformats.org/officeDocument/2006/relationships/slide" Target="/ppt/slides/slide4.xml" Id="Rb569a5114e2e4027" /><Relationship Type="http://schemas.openxmlformats.org/officeDocument/2006/relationships/slide" Target="/ppt/slides/slide5.xml" Id="Rfd56e3c39d2b4db4" /><Relationship Type="http://schemas.openxmlformats.org/officeDocument/2006/relationships/slide" Target="/ppt/slides/slide6.xml" Id="R213462d3f2dc46d4" /><Relationship Type="http://schemas.openxmlformats.org/officeDocument/2006/relationships/slide" Target="/ppt/slides/slide7.xml" Id="R4110f0968a6e4dff" /><Relationship Type="http://schemas.openxmlformats.org/officeDocument/2006/relationships/slide" Target="/ppt/slides/slide8.xml" Id="R531326a8739a435b" /><Relationship Type="http://schemas.openxmlformats.org/officeDocument/2006/relationships/slide" Target="/ppt/slides/slide9.xml" Id="Rfef15cfeed48402b" /><Relationship Type="http://schemas.openxmlformats.org/officeDocument/2006/relationships/slide" Target="/ppt/slides/slide10.xml" Id="Rf1315f196dde47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9347604bb974d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673cf74c7145c5" /><Relationship Type="http://schemas.openxmlformats.org/officeDocument/2006/relationships/notesMaster" Target="/ppt/notesMasters/notesMaster1.xml" Id="Rbc61b5ec05cb4a1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c622b25b9b428f" /><Relationship Type="http://schemas.openxmlformats.org/officeDocument/2006/relationships/notesMaster" Target="/ppt/notesMasters/notesMaster1.xml" Id="Rcb4a0ccc76fb42e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6ed4cc328e140f8" /><Relationship Type="http://schemas.openxmlformats.org/officeDocument/2006/relationships/notesMaster" Target="/ppt/notesMasters/notesMaster1.xml" Id="R47c9476e404940b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b74e53ee5c47cf" /><Relationship Type="http://schemas.openxmlformats.org/officeDocument/2006/relationships/notesMaster" Target="/ppt/notesMasters/notesMaster1.xml" Id="R6b973c6cf2374e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8b2478be7494b94" /><Relationship Type="http://schemas.openxmlformats.org/officeDocument/2006/relationships/notesMaster" Target="/ppt/notesMasters/notesMaster1.xml" Id="R96d94246c77a433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079b5e303e94b24" /><Relationship Type="http://schemas.openxmlformats.org/officeDocument/2006/relationships/notesMaster" Target="/ppt/notesMasters/notesMaster1.xml" Id="Ra477aace4523431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5a6f6a5c4af4a3a" /><Relationship Type="http://schemas.openxmlformats.org/officeDocument/2006/relationships/notesMaster" Target="/ppt/notesMasters/notesMaster1.xml" Id="R71b048d70d224ab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a4a1a7eec544e5a" /><Relationship Type="http://schemas.openxmlformats.org/officeDocument/2006/relationships/notesMaster" Target="/ppt/notesMasters/notesMaster1.xml" Id="R2e8b5d7eb05d4bd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124c377ddda427b" /><Relationship Type="http://schemas.openxmlformats.org/officeDocument/2006/relationships/notesMaster" Target="/ppt/notesMasters/notesMaster1.xml" Id="R8da87faaec9544a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72ae46efe114dc9" /><Relationship Type="http://schemas.openxmlformats.org/officeDocument/2006/relationships/notesMaster" Target="/ppt/notesMasters/notesMaster1.xml" Id="Rffd10bec988345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4b2b33c3d2459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e95540df4e4cf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6a7f6e0878460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893004875a4a1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22068e75234f3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8b522da6ea4a7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f54cdc5f224c4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c1e2bac0a0452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6e96191b9545b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7e5066cd5c4a7f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a4299a20524f73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efa02e924d49bb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26407a0ddb4a9f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124534a34b4254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f3444456a7494a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26ab28e6624362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c03d0bfe874a33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855353719845c5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070caa0b4f4e53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f7a743dd5c4a13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660b0476454cdc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9518231beb45f0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a3e6d983234a56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0a01be4aeb467d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30ffeee2244d69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4ed2a8d9464a96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8ca8e828334f41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f19e22319141cb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a651b2072f498c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46867b86cc40be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3b7a7b6ff74f73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95eb012dcd4c0b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6148603f794b31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182c7d6c044dee" /></Relationships>
</file>

<file path=ppt/slideLayouts/_rels/slideLayout3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f9dcd34de041c3" /></Relationships>
</file>

<file path=ppt/slideLayouts/_rels/slideLayout3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976f4e45ff4856" /></Relationships>
</file>

<file path=ppt/slideLayouts/_rels/slideLayout3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caf731b5824f5b" /></Relationships>
</file>

<file path=ppt/slideLayouts/_rels/slideLayout3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1b2e9f728043e3" /></Relationships>
</file>

<file path=ppt/slideLayouts/_rels/slideLayout4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013bc6e7ee4055" /></Relationships>
</file>

<file path=ppt/slideLayouts/_rels/slideLayout4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455f883c4840a2" /></Relationships>
</file>

<file path=ppt/slideLayouts/_rels/slideLayout4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8bb641cb264fe9" /></Relationships>
</file>

<file path=ppt/slideLayouts/_rels/slideLayout4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a3fa99cfc74a16" /></Relationships>
</file>

<file path=ppt/slideLayouts/slideLayout2.xml><?xml version="1.0" encoding="utf-8"?>
<p:sldLayout xmlns:p="http://schemas.openxmlformats.org/presentationml/2006/main">
  <p:cSld name="上左标下左内后右背景-有背景-有间隙-2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图片占位符 1">
            <a:extLst xmlns:a="http://schemas.openxmlformats.org/drawingml/2006/main">
              <a:ext uri="{FF2B5EF4-FFF2-40B4-BE49-F238E27FC236}">
                <a16:creationId xmlns:a16="http://schemas.microsoft.com/office/drawing/2014/main" id="{C7373D6E-F827-4EB4-A443-EEDB6BDE4350}"/>
              </a:ext>
            </a:extLst>
          </p:cNvPr>
          <p:cNvSpPr/>
          <p:nvPr>
            <p:ph type="pic" idx="10"/>
          </p:nvPr>
        </p:nvSpPr>
        <p:spPr>
          <a:xfrm xmlns:a="http://schemas.openxmlformats.org/drawingml/2006/main">
            <a:off x="6096000" y="0"/>
            <a:ext cx="6096000" cy="68580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3" name="标题 2">
            <a:extLst xmlns:a="http://schemas.openxmlformats.org/drawingml/2006/main">
              <a:ext uri="{FF2B5EF4-FFF2-40B4-BE49-F238E27FC236}">
                <a16:creationId xmlns:a16="http://schemas.microsoft.com/office/drawing/2014/main" id="{27186268-E391-43D1-87AB-D76DF4E8A938}"/>
              </a:ext>
            </a:extLst>
          </p:cNvPr>
          <p:cNvSpPr/>
          <p:nvPr>
            <p:ph type="title" idx="11"/>
          </p:nvPr>
        </p:nvSpPr>
        <p:spPr>
          <a:xfrm xmlns:a="http://schemas.openxmlformats.org/drawingml/2006/main">
            <a:off x="609600" y="482505"/>
            <a:ext cx="6858000" cy="7111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10000"/>
              </a:lnSpc>
              <a:buNone/>
              <a:defRPr sz="3600" b="1" i="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B90351BB-1B7A-491A-98CC-4455B2AC267F}"/>
              </a:ext>
            </a:extLst>
          </p:cNvPr>
          <p:cNvSpPr/>
          <p:nvPr>
            <p:ph idx="12"/>
          </p:nvPr>
        </p:nvSpPr>
        <p:spPr>
          <a:xfrm xmlns:a="http://schemas.openxmlformats.org/drawingml/2006/main">
            <a:off x="609600" y="1523711"/>
            <a:ext cx="6858000" cy="4724695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5pPr marL="1828800" indent="0" algn="l">
              <a:buNone/>
              <a:defRPr sz="12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上左标下左内后右背景-有背景-有间隙-2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图片占位符 1">
            <a:extLst xmlns:a="http://schemas.openxmlformats.org/drawingml/2006/main">
              <a:ext uri="{FF2B5EF4-FFF2-40B4-BE49-F238E27FC236}">
                <a16:creationId xmlns:a16="http://schemas.microsoft.com/office/drawing/2014/main" id="{7D938734-AED1-42CD-9340-B7FC3DAE417F}"/>
              </a:ext>
            </a:extLst>
          </p:cNvPr>
          <p:cNvSpPr/>
          <p:nvPr>
            <p:ph type="pic" idx="10"/>
          </p:nvPr>
        </p:nvSpPr>
        <p:spPr>
          <a:xfrm xmlns:a="http://schemas.openxmlformats.org/drawingml/2006/main">
            <a:off x="6096000" y="0"/>
            <a:ext cx="6096000" cy="68580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3" name="标题 2">
            <a:extLst xmlns:a="http://schemas.openxmlformats.org/drawingml/2006/main">
              <a:ext uri="{FF2B5EF4-FFF2-40B4-BE49-F238E27FC236}">
                <a16:creationId xmlns:a16="http://schemas.microsoft.com/office/drawing/2014/main" id="{41B311B4-EB68-4556-87F3-27318A2EE3C3}"/>
              </a:ext>
            </a:extLst>
          </p:cNvPr>
          <p:cNvSpPr/>
          <p:nvPr>
            <p:ph type="title" idx="11"/>
          </p:nvPr>
        </p:nvSpPr>
        <p:spPr>
          <a:xfrm xmlns:a="http://schemas.openxmlformats.org/drawingml/2006/main">
            <a:off x="609600" y="482505"/>
            <a:ext cx="6858000" cy="7111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10000"/>
              </a:lnSpc>
              <a:buNone/>
              <a:defRPr sz="3600" b="1" i="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3CB0D8F1-7E94-4D25-9FFD-8E21C695198D}"/>
              </a:ext>
            </a:extLst>
          </p:cNvPr>
          <p:cNvSpPr/>
          <p:nvPr>
            <p:ph idx="12"/>
          </p:nvPr>
        </p:nvSpPr>
        <p:spPr>
          <a:xfrm xmlns:a="http://schemas.openxmlformats.org/drawingml/2006/main">
            <a:off x="609600" y="1523711"/>
            <a:ext cx="6858000" cy="4724695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marL="0" indent="0" algn="l">
              <a:buNone/>
              <a:defRPr sz="12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上左标下左内后右背景-有背景-有间隙-1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图片占位符 1">
            <a:extLst xmlns:a="http://schemas.openxmlformats.org/drawingml/2006/main">
              <a:ext uri="{FF2B5EF4-FFF2-40B4-BE49-F238E27FC236}">
                <a16:creationId xmlns:a16="http://schemas.microsoft.com/office/drawing/2014/main" id="{A96BC375-F39A-4F45-8963-9DD5F445E7D2}"/>
              </a:ext>
            </a:extLst>
          </p:cNvPr>
          <p:cNvSpPr/>
          <p:nvPr>
            <p:ph type="pic" idx="10"/>
          </p:nvPr>
        </p:nvSpPr>
        <p:spPr>
          <a:xfrm xmlns:a="http://schemas.openxmlformats.org/drawingml/2006/main">
            <a:off x="4267200" y="0"/>
            <a:ext cx="7924800" cy="68580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3" name="标题 2">
            <a:extLst xmlns:a="http://schemas.openxmlformats.org/drawingml/2006/main">
              <a:ext uri="{FF2B5EF4-FFF2-40B4-BE49-F238E27FC236}">
                <a16:creationId xmlns:a16="http://schemas.microsoft.com/office/drawing/2014/main" id="{DF7145FE-F0D0-471D-A1FB-96A18862D629}"/>
              </a:ext>
            </a:extLst>
          </p:cNvPr>
          <p:cNvSpPr/>
          <p:nvPr>
            <p:ph type="title" idx="11"/>
          </p:nvPr>
        </p:nvSpPr>
        <p:spPr>
          <a:xfrm xmlns:a="http://schemas.openxmlformats.org/drawingml/2006/main">
            <a:off x="609600" y="482505"/>
            <a:ext cx="5257800" cy="7111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10000"/>
              </a:lnSpc>
              <a:buNone/>
              <a:defRPr sz="3600" b="1" i="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E30156C-C8D9-48C2-9D80-FAF2714A8DE6}"/>
              </a:ext>
            </a:extLst>
          </p:cNvPr>
          <p:cNvSpPr/>
          <p:nvPr>
            <p:ph idx="12"/>
          </p:nvPr>
        </p:nvSpPr>
        <p:spPr>
          <a:xfrm xmlns:a="http://schemas.openxmlformats.org/drawingml/2006/main">
            <a:off x="609600" y="1523711"/>
            <a:ext cx="5257800" cy="4724695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marL="0" indent="0" algn="l">
              <a:buNone/>
              <a:defRPr sz="12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上左标下左内后右背景-有背景-有间隙-1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图片占位符 1">
            <a:extLst xmlns:a="http://schemas.openxmlformats.org/drawingml/2006/main">
              <a:ext uri="{FF2B5EF4-FFF2-40B4-BE49-F238E27FC236}">
                <a16:creationId xmlns:a16="http://schemas.microsoft.com/office/drawing/2014/main" id="{F84F0C93-349C-4A42-8D42-B045CE261489}"/>
              </a:ext>
            </a:extLst>
          </p:cNvPr>
          <p:cNvSpPr/>
          <p:nvPr>
            <p:ph type="pic" idx="10"/>
          </p:nvPr>
        </p:nvSpPr>
        <p:spPr>
          <a:xfrm xmlns:a="http://schemas.openxmlformats.org/drawingml/2006/main">
            <a:off x="4267200" y="0"/>
            <a:ext cx="7924800" cy="68580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3" name="标题 2">
            <a:extLst xmlns:a="http://schemas.openxmlformats.org/drawingml/2006/main">
              <a:ext uri="{FF2B5EF4-FFF2-40B4-BE49-F238E27FC236}">
                <a16:creationId xmlns:a16="http://schemas.microsoft.com/office/drawing/2014/main" id="{0930CECF-36E7-4EAE-A473-19C6DB34FC7F}"/>
              </a:ext>
            </a:extLst>
          </p:cNvPr>
          <p:cNvSpPr/>
          <p:nvPr>
            <p:ph type="title" idx="11"/>
          </p:nvPr>
        </p:nvSpPr>
        <p:spPr>
          <a:xfrm xmlns:a="http://schemas.openxmlformats.org/drawingml/2006/main">
            <a:off x="609600" y="482505"/>
            <a:ext cx="5257800" cy="7111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10000"/>
              </a:lnSpc>
              <a:buNone/>
              <a:defRPr sz="3600" b="1" i="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9BD24C7-7F58-4102-BC3E-034FB942E984}"/>
              </a:ext>
            </a:extLst>
          </p:cNvPr>
          <p:cNvSpPr/>
          <p:nvPr>
            <p:ph idx="12"/>
          </p:nvPr>
        </p:nvSpPr>
        <p:spPr>
          <a:xfrm xmlns:a="http://schemas.openxmlformats.org/drawingml/2006/main">
            <a:off x="609600" y="1523711"/>
            <a:ext cx="5257800" cy="4724695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5pPr marL="1828800" indent="0" algn="l">
              <a:buNone/>
              <a:defRPr sz="12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vertTitleAndTx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BE2209A3-2DDC-4728-8129-A90CA7C8D976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10234800" y="914400"/>
            <a:ext cx="1044000" cy="5029200"/>
          </a:xfrm>
        </p:spPr>
        <p:txBody>
          <a:bodyPr xmlns:a="http://schemas.openxmlformats.org/drawingml/2006/main" vert="eaVert" lIns="90000" tIns="46800" rIns="90000" bIns="46800" anchor="ctr">
            <a:normAutofit/>
          </a:bodyPr>
          <a:lstStyle xmlns:a="http://schemas.openxmlformats.org/drawingml/2006/main">
            <a:lvl1pPr>
              <a:buNone/>
              <a:defRPr sz="2800"/>
            </a:lvl1pPr>
          </a:lstStyle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42D39AA0-2CE6-423A-9628-955ACEF8006B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914400" y="914400"/>
            <a:ext cx="9169200" cy="5029200"/>
          </a:xfrm>
        </p:spPr>
        <p:txBody>
          <a:bodyPr xmlns:a="http://schemas.openxmlformats.org/drawingml/2006/main" vert="eaVert" lIns="46800" tIns="46800" rIns="46800" bIns="46800"/>
          <a:lstStyle xmlns:a="http://schemas.openxmlformats.org/drawingml/2006/main">
            <a:lvl1pPr marL="228600" indent="-228600">
              <a:spcAft>
                <a:spcPts val="1000"/>
              </a:spcAft>
              <a:buNone/>
              <a:defRPr spc="300"/>
            </a:lvl1pPr>
            <a:lvl2pPr marL="685800" indent="-228600">
              <a:buNone/>
              <a:defRPr spc="300"/>
            </a:lvl2pPr>
            <a:lvl3pPr marL="1143000" indent="-228600">
              <a:buNone/>
              <a:defRPr spc="300"/>
            </a:lvl3pPr>
            <a:lvl4pPr marL="1600200" indent="-228600">
              <a:buNone/>
              <a:defRPr spc="300"/>
            </a:lvl4pPr>
            <a:lvl5pPr marL="2057400" indent="-228600">
              <a:buNone/>
              <a:defRPr spc="300"/>
            </a:lvl5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822B299-0CFE-4B30-BD69-F785733B7EDF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CEC0DE3-6AEA-41DE-A139-6B9FE225B797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45CC65D-7EA8-477D-9416-58C89406177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3051E1F0-1247-4958-B737-C3E8B380F52A}"/>
              </a:ext>
            </a:extLst>
          </p:cNvPr>
          <p:cNvSpPr/>
          <p:nvPr>
            <p:ph type="pic" idx="1"/>
          </p:nvPr>
        </p:nvSpPr>
        <p:spPr>
          <a:xfrm xmlns:a="http://schemas.openxmlformats.org/drawingml/2006/main">
            <a:off x="608400" y="1555200"/>
            <a:ext cx="5233077" cy="46080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>
            <a:lvl1pPr>
              <a:buNone/>
              <a:defRPr sz="1600"/>
            </a:lvl1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DF951F7C-1206-48D3-A703-567FF2C8DD9B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6350400" y="1555200"/>
            <a:ext cx="5227200" cy="46080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>
            <a:lvl1pPr>
              <a:buNone/>
              <a:defRPr sz="1600"/>
            </a:lvl1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803232BD-3D25-472C-BD7C-F7EA429D9327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8DA9F04-680F-48F7-90B8-AD2C008C938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78790076-4844-41EE-B61E-B0B7DBA99226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1ACD9423-58EE-4A5C-BC15-570DB90D18E5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A59A72E7-7F4A-4B01-9B84-CE0D80D35A6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BB942EE2-945B-49F8-AAD9-D224E7EDDED3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32177904-C5D2-462C-B9DD-A4D8728ECD89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A25CDDD-74C0-47B7-848D-8ADF205E6021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AF709E1C-177F-4314-87EC-0186E89DB5FF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C001F45E-CA5B-4D0D-A5C6-1D3C179AF022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51411298-D0AB-4CEE-9919-9B6B3A9FA6A2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55F6B13-229D-420C-BA01-9F35AE83CA21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A18187D7-7CA4-4894-8C83-0C69B6E4D3BD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608400" y="1429200"/>
            <a:ext cx="5342400" cy="381600"/>
          </a:xfrm>
        </p:spPr>
        <p:txBody>
          <a:bodyPr xmlns:a="http://schemas.openxmlformats.org/drawingml/2006/main" lIns="101600" tIns="38100" rIns="76200" bIns="38100" anchor="t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459E215C-ED89-4A40-8BA9-4BB90BA2F872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608400" y="1854000"/>
            <a:ext cx="5342400" cy="4395600"/>
          </a:xfrm>
        </p:spPr>
        <p:txBody>
          <a:bodyPr xmlns:a="http://schemas.openxmlformats.org/drawingml/2006/main" vert="horz" lIns="101600" tIns="0" rIns="82550" bIns="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AE1F1501-EB91-4706-A9A8-E7703FB76B86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6235750" y="1421729"/>
            <a:ext cx="5342400" cy="381600"/>
          </a:xfrm>
        </p:spPr>
        <p:txBody>
          <a:bodyPr xmlns:a="http://schemas.openxmlformats.org/drawingml/2006/main" vert="horz" lIns="101600" tIns="38100" rIns="76200" bIns="38100" anchor="t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4FDC99D5-1C98-40C6-B3E5-CC372B98640D}"/>
              </a:ext>
            </a:extLst>
          </p:cNvPr>
          <p:cNvSpPr/>
          <p:nvPr>
            <p:ph idx="4"/>
          </p:nvPr>
        </p:nvSpPr>
        <p:spPr>
          <a:xfrm xmlns:a="http://schemas.openxmlformats.org/drawingml/2006/main">
            <a:off x="6235750" y="1854000"/>
            <a:ext cx="5342400" cy="4395600"/>
          </a:xfrm>
        </p:spPr>
        <p:txBody>
          <a:bodyPr xmlns:a="http://schemas.openxmlformats.org/drawingml/2006/main" vert="horz" lIns="101600" tIns="0" rIns="82550" bIns="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27C5D9F5-8790-4328-9815-735BAB6821F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5867BE47-D879-401C-B122-7716BD9BF749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0F3CDCC3-631D-4E95-87E9-1F8AC4F4C32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934C5E0-088B-4419-B634-5F64ADBEEC86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50489D73-9CBF-464F-AFFB-BD8B423FE699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608400" y="1501200"/>
            <a:ext cx="5176800" cy="47484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161A841B-3E43-46EC-8CA5-1B7EBD58D4E2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6411600" y="1501200"/>
            <a:ext cx="5176800" cy="4748400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E95A244F-9367-4FED-960B-BB985858DEB7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BF1688DE-DF4B-4114-817F-EDE2E2202D8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D5CEC572-E2A5-4A5B-A791-16A9A546F57E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type="secHead">
  <p:cSld name="章节页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0144E5B-98B8-4355-9F83-5B69723EE74B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97F39AF-281E-44C2-A85A-99CB724381A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86F7748-C0B8-4506-832E-3EC2A3373C6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标题 7">
            <a:extLst xmlns:a="http://schemas.openxmlformats.org/drawingml/2006/main">
              <a:ext uri="{FF2B5EF4-FFF2-40B4-BE49-F238E27FC236}">
                <a16:creationId xmlns:a16="http://schemas.microsoft.com/office/drawing/2014/main" id="{BA733375-7C3A-45F8-A916-6E0C7837C202}"/>
              </a:ext>
            </a:extLst>
          </p:cNvPr>
          <p:cNvSpPr/>
          <p:nvPr>
            <p:ph type="ctrTitle" idx="13"/>
          </p:nvPr>
        </p:nvSpPr>
        <p:spPr>
          <a:xfrm xmlns:a="http://schemas.openxmlformats.org/drawingml/2006/main">
            <a:off x="3312795" y="3429635"/>
            <a:ext cx="7520305" cy="18408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r">
              <a:lnSpc>
                <a:spcPct val="104000"/>
              </a:lnSpc>
              <a:buNone/>
              <a:defRPr sz="4800" b="0">
                <a:solidFill>
                  <a:schemeClr val="tx1"/>
                </a:solidFill>
                <a:latin typeface="+mn-ea"/>
                <a:ea typeface="+mn-ea"/>
                <a:cs typeface="+mn-ea"/>
              </a:defRPr>
            </a:lvl1pPr>
          </a:lstStyle>
          <a:p xmlns:a="http://schemas.openxmlformats.org/drawingml/2006/main"/>
        </p:txBody>
      </p:sp>
      <p:sp>
        <p:nvSpPr>
          <p:cNvPr id="9" name="文本占位符 8">
            <a:extLst xmlns:a="http://schemas.openxmlformats.org/drawingml/2006/main">
              <a:ext uri="{FF2B5EF4-FFF2-40B4-BE49-F238E27FC236}">
                <a16:creationId xmlns:a16="http://schemas.microsoft.com/office/drawing/2014/main" id="{32AF7A66-CC87-4027-8664-7CE89EE8E284}"/>
              </a:ext>
            </a:extLst>
          </p:cNvPr>
          <p:cNvSpPr/>
          <p:nvPr>
            <p:ph type="body" idx="14"/>
          </p:nvPr>
        </p:nvSpPr>
        <p:spPr>
          <a:xfrm xmlns:a="http://schemas.openxmlformats.org/drawingml/2006/main">
            <a:off x="8568055" y="1193165"/>
            <a:ext cx="2239645" cy="22364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algn="r">
              <a:lnSpc>
                <a:spcPct val="109000"/>
              </a:lnSpc>
              <a:buNone/>
              <a:defRPr sz="10800" b="0">
                <a:solidFill>
                  <a:schemeClr val="accent1"/>
                </a:solidFill>
                <a:latin typeface="+mj-ea"/>
                <a:ea typeface="+mj-ea"/>
                <a:cs typeface="+mj-ea"/>
              </a:defRPr>
            </a:lvl1pPr>
            <a:lvl2pPr>
              <a:buNone/>
              <a:defRPr>
                <a:solidFill>
                  <a:schemeClr val="accent4"/>
                </a:solidFill>
              </a:defRPr>
            </a:lvl2pPr>
            <a:lvl3pPr>
              <a:buNone/>
              <a:defRPr>
                <a:solidFill>
                  <a:schemeClr val="accent4"/>
                </a:solidFill>
              </a:defRPr>
            </a:lvl3pPr>
            <a:lvl4pPr>
              <a:buNone/>
              <a:defRPr>
                <a:solidFill>
                  <a:schemeClr val="accent4"/>
                </a:solidFill>
              </a:defRPr>
            </a:lvl4pPr>
            <a:lvl5pPr>
              <a:buNone/>
              <a:defRPr>
                <a:solidFill>
                  <a:schemeClr val="accent4"/>
                </a:solidFill>
              </a:defRPr>
            </a:lvl5pPr>
          </a:lstStyle>
          <a:p xmlns:a="http://schemas.openxmlformats.org/drawingml/2006/main"/>
        </p:txBody>
      </p:sp>
    </p:spTree>
  </p:cSld>
</p:sldLayout>
</file>

<file path=ppt/slideLayouts/slideLayout13.xml><?xml version="1.0" encoding="utf-8"?>
<p:sldLayout xmlns:p="http://schemas.openxmlformats.org/presentationml/2006/main">
  <p:cSld name="结束页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234A0910-86AB-4E12-9B1B-56D116650C17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4AA017D9-6668-41C8-BF1A-F9B7615B9C9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070306CC-7D11-4AB7-8CA9-1D77A669C655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副标题 7">
            <a:extLst xmlns:a="http://schemas.openxmlformats.org/drawingml/2006/main">
              <a:ext uri="{FF2B5EF4-FFF2-40B4-BE49-F238E27FC236}">
                <a16:creationId xmlns:a16="http://schemas.microsoft.com/office/drawing/2014/main" id="{2CF5F316-A5F6-47F3-BFEE-319BB8F081E4}"/>
              </a:ext>
            </a:extLst>
          </p:cNvPr>
          <p:cNvSpPr/>
          <p:nvPr>
            <p:ph type="subTitle" idx="13"/>
          </p:nvPr>
        </p:nvSpPr>
        <p:spPr>
          <a:xfrm xmlns:a="http://schemas.openxmlformats.org/drawingml/2006/main">
            <a:off x="1689098" y="2158999"/>
            <a:ext cx="5524503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marL="0" indent="0" algn="ctr">
              <a:lnSpc>
                <a:spcPct val="125000"/>
              </a:lnSpc>
              <a:buNone/>
              <a:defRPr sz="2400" b="0">
                <a:solidFill>
                  <a:schemeClr val="accent1"/>
                </a:solidFill>
                <a:latin typeface="+mn-ea"/>
                <a:ea typeface="+mn-ea"/>
                <a:cs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5581A0B2-2153-4C1D-B5BE-ED48B1BFF00F}"/>
              </a:ext>
            </a:extLst>
          </p:cNvPr>
          <p:cNvSpPr/>
          <p:nvPr>
            <p:ph type="ctrTitle" idx="14"/>
          </p:nvPr>
        </p:nvSpPr>
        <p:spPr>
          <a:xfrm xmlns:a="http://schemas.openxmlformats.org/drawingml/2006/main">
            <a:off x="1631948" y="2682874"/>
            <a:ext cx="5638803" cy="1015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algn="ctr">
              <a:lnSpc>
                <a:spcPct val="111000"/>
              </a:lnSpc>
              <a:buNone/>
              <a:defRPr sz="6000" b="0">
                <a:solidFill>
                  <a:schemeClr val="tx1"/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4.xml><?xml version="1.0" encoding="utf-8"?>
<p:sldLayout xmlns:p="http://schemas.openxmlformats.org/presentationml/2006/main">
  <p:cSld name="正文页-42_17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DB991678-6B84-403B-B6D7-A873CEA8F55F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20E66C47-3CBD-400C-88E2-0E24652B702D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9C5BF2EB-C33D-4662-9A5D-98A66323652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DE49ABE1-65AD-4E15-8153-745B1979DA91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内容占位符 11">
            <a:extLst xmlns:a="http://schemas.openxmlformats.org/drawingml/2006/main">
              <a:ext uri="{FF2B5EF4-FFF2-40B4-BE49-F238E27FC236}">
                <a16:creationId xmlns:a16="http://schemas.microsoft.com/office/drawing/2014/main" id="{F1365FFC-62CF-443E-B1C2-94EF02360685}"/>
              </a:ext>
            </a:extLst>
          </p:cNvPr>
          <p:cNvSpPr/>
          <p:nvPr>
            <p:ph idx="16392"/>
          </p:nvPr>
        </p:nvSpPr>
        <p:spPr>
          <a:xfrm xmlns:a="http://schemas.openxmlformats.org/drawingml/2006/main">
            <a:off x="609600" y="1524000"/>
            <a:ext cx="10972800" cy="2235200"/>
          </a:xfrm>
          <a:custGeom xmlns:a="http://schemas.openxmlformats.org/drawingml/2006/main">
            <a:pathLst>
              <a:path w="10972800" h="2235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032000"/>
                </a:lnTo>
                <a:cubicBezTo>
                  <a:pt x="10972800" y="2144224"/>
                  <a:pt x="10881824" y="2235200"/>
                  <a:pt x="10769600" y="2235200"/>
                </a:cubicBezTo>
                <a:lnTo>
                  <a:pt x="203200" y="2235200"/>
                </a:lnTo>
                <a:cubicBezTo>
                  <a:pt x="90976" y="2235200"/>
                  <a:pt x="0" y="2144224"/>
                  <a:pt x="0" y="2032000"/>
                </a:cubicBez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装饰  2">
            <a:extLst xmlns:a="http://schemas.openxmlformats.org/drawingml/2006/main">
              <a:ext uri="{FF2B5EF4-FFF2-40B4-BE49-F238E27FC236}">
                <a16:creationId xmlns:a16="http://schemas.microsoft.com/office/drawing/2014/main" id="{8D73665B-4C54-4A19-82FE-FE3FEF8E8A91}"/>
              </a:ext>
            </a:extLst>
          </p:cNvPr>
          <p:cNvSpPr/>
          <p:nvPr>
            <p:ph type="body" idx="16393"/>
          </p:nvPr>
        </p:nvSpPr>
        <p:spPr>
          <a:xfrm xmlns:a="http://schemas.openxmlformats.org/drawingml/2006/main">
            <a:off x="609600" y="4216400"/>
            <a:ext cx="50800" cy="2032000"/>
          </a:xfrm>
          <a:custGeom xmlns:a="http://schemas.openxmlformats.org/drawingml/2006/main"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8B1107D9-A970-4C03-BC99-18A09AB075F7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762000" y="4216400"/>
            <a:ext cx="3098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CB04EDFA-49D7-4EB9-864E-24AFFA3F0643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762000" y="4724400"/>
            <a:ext cx="3098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6B8B5880-139B-4B5A-9B7F-B5500D0682E1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4470400" y="4216400"/>
            <a:ext cx="50800" cy="2032000"/>
          </a:xfrm>
          <a:custGeom xmlns:a="http://schemas.openxmlformats.org/drawingml/2006/main"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文本占位符 16">
            <a:extLst xmlns:a="http://schemas.openxmlformats.org/drawingml/2006/main">
              <a:ext uri="{FF2B5EF4-FFF2-40B4-BE49-F238E27FC236}">
                <a16:creationId xmlns:a16="http://schemas.microsoft.com/office/drawing/2014/main" id="{642DA475-C8E4-4841-BE65-E883F6700917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4622800" y="4216400"/>
            <a:ext cx="3098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C4D65919-39FF-4A02-B366-9CB6DDFA2AE6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4622800" y="4724400"/>
            <a:ext cx="3098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9" name="装饰  8">
            <a:extLst xmlns:a="http://schemas.openxmlformats.org/drawingml/2006/main">
              <a:ext uri="{FF2B5EF4-FFF2-40B4-BE49-F238E27FC236}">
                <a16:creationId xmlns:a16="http://schemas.microsoft.com/office/drawing/2014/main" id="{97AC8629-3429-460B-B86F-15CFF7783B93}"/>
              </a:ext>
            </a:extLst>
          </p:cNvPr>
          <p:cNvSpPr/>
          <p:nvPr>
            <p:ph type="body" idx="16395"/>
          </p:nvPr>
        </p:nvSpPr>
        <p:spPr>
          <a:xfrm xmlns:a="http://schemas.openxmlformats.org/drawingml/2006/main">
            <a:off x="8331200" y="4216400"/>
            <a:ext cx="50800" cy="2032000"/>
          </a:xfrm>
          <a:custGeom xmlns:a="http://schemas.openxmlformats.org/drawingml/2006/main"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 xmlns:a="http://schemas.openxmlformats.org/drawingml/2006/main"/>
        </p:txBody>
      </p:sp>
      <p:sp>
        <p:nvSpPr>
          <p:cNvPr id="20" name="文本占位符 19">
            <a:extLst xmlns:a="http://schemas.openxmlformats.org/drawingml/2006/main">
              <a:ext uri="{FF2B5EF4-FFF2-40B4-BE49-F238E27FC236}">
                <a16:creationId xmlns:a16="http://schemas.microsoft.com/office/drawing/2014/main" id="{2D053509-CF4B-4271-97E1-4E25B284D63E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8483600" y="4216400"/>
            <a:ext cx="3098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21" name="文本占位符 20">
            <a:extLst xmlns:a="http://schemas.openxmlformats.org/drawingml/2006/main">
              <a:ext uri="{FF2B5EF4-FFF2-40B4-BE49-F238E27FC236}">
                <a16:creationId xmlns:a16="http://schemas.microsoft.com/office/drawing/2014/main" id="{54ABE445-65EA-4DE1-BFA7-789CB0B119FE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8483600" y="4724400"/>
            <a:ext cx="3098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</p:spTree>
  </p:cSld>
</p:sldLayout>
</file>

<file path=ppt/slideLayouts/slideLayout15.xml><?xml version="1.0" encoding="utf-8"?>
<p:sldLayout xmlns:p="http://schemas.openxmlformats.org/presentationml/2006/main">
  <p:cSld name="正文页-10012_9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DA3E1A8F-59E1-4336-95BA-F472DE2F5C4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AF2F5F52-A18E-4A3B-AA1A-73F45DF86CF5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1CA877D7-6507-4B72-9B65-37EFE9CEEBE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3F38752A-1DF5-4231-8CF2-0C606916561A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内容占位符 11">
            <a:extLst xmlns:a="http://schemas.openxmlformats.org/drawingml/2006/main">
              <a:ext uri="{FF2B5EF4-FFF2-40B4-BE49-F238E27FC236}">
                <a16:creationId xmlns:a16="http://schemas.microsoft.com/office/drawing/2014/main" id="{A77E1308-1675-4D63-ABB9-B43265DB0D2C}"/>
              </a:ext>
            </a:extLst>
          </p:cNvPr>
          <p:cNvSpPr/>
          <p:nvPr>
            <p:ph idx="16390"/>
          </p:nvPr>
        </p:nvSpPr>
        <p:spPr>
          <a:xfrm xmlns:a="http://schemas.openxmlformats.org/drawingml/2006/main">
            <a:off x="609600" y="1524000"/>
            <a:ext cx="5486400" cy="4724400"/>
          </a:xfrm>
          <a:custGeom xmlns:a="http://schemas.openxmlformats.org/drawingml/2006/main">
            <a:pathLst>
              <a:path w="5486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文本占位符 12">
            <a:extLst xmlns:a="http://schemas.openxmlformats.org/drawingml/2006/main">
              <a:ext uri="{FF2B5EF4-FFF2-40B4-BE49-F238E27FC236}">
                <a16:creationId xmlns:a16="http://schemas.microsoft.com/office/drawing/2014/main" id="{53BE942B-20A4-4E3A-AC53-F182B0DA0B4D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6553200" y="2108200"/>
            <a:ext cx="5029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FA2FED93-D6A1-4B9B-99DF-C1339BCB8B13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6553200" y="2667000"/>
            <a:ext cx="50292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61DB9EED-D6DC-4294-9D7A-1674A6EF4B22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6553200" y="4191000"/>
            <a:ext cx="5029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文本占位符 15">
            <a:extLst xmlns:a="http://schemas.openxmlformats.org/drawingml/2006/main">
              <a:ext uri="{FF2B5EF4-FFF2-40B4-BE49-F238E27FC236}">
                <a16:creationId xmlns:a16="http://schemas.microsoft.com/office/drawing/2014/main" id="{76886EF5-7FF5-4615-99BE-631F1CDED65F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6553200" y="4749800"/>
            <a:ext cx="50292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6.xml><?xml version="1.0" encoding="utf-8"?>
<p:sldLayout xmlns:p="http://schemas.openxmlformats.org/presentationml/2006/main">
  <p:cSld name="正文页-51_47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DF1D0930-F024-4BF4-9E79-41F19F9FEE43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417341A3-FB4A-4D82-B653-7822F0D6AF1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E7002C6B-F594-4978-B2FB-C8F8D81F2D6D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E8F30B13-C164-4365-BC20-EED4FCA49D37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322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内容占位符 11">
            <a:extLst xmlns:a="http://schemas.openxmlformats.org/drawingml/2006/main">
              <a:ext uri="{FF2B5EF4-FFF2-40B4-BE49-F238E27FC236}">
                <a16:creationId xmlns:a16="http://schemas.microsoft.com/office/drawing/2014/main" id="{42960911-433F-4D3B-ABD3-15D4F96552FA}"/>
              </a:ext>
            </a:extLst>
          </p:cNvPr>
          <p:cNvSpPr/>
          <p:nvPr>
            <p:ph idx="16392"/>
          </p:nvPr>
        </p:nvSpPr>
        <p:spPr>
          <a:xfrm xmlns:a="http://schemas.openxmlformats.org/drawingml/2006/main">
            <a:off x="609600" y="609600"/>
            <a:ext cx="10972800" cy="2082800"/>
          </a:xfrm>
          <a:custGeom xmlns:a="http://schemas.openxmlformats.org/drawingml/2006/main">
            <a:pathLst>
              <a:path w="10972800" h="2082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879600"/>
                </a:lnTo>
                <a:cubicBezTo>
                  <a:pt x="10972800" y="1991824"/>
                  <a:pt x="10881824" y="2082800"/>
                  <a:pt x="107696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装饰  2">
            <a:extLst xmlns:a="http://schemas.openxmlformats.org/drawingml/2006/main">
              <a:ext uri="{FF2B5EF4-FFF2-40B4-BE49-F238E27FC236}">
                <a16:creationId xmlns:a16="http://schemas.microsoft.com/office/drawing/2014/main" id="{734844D2-825A-42DA-B25F-B881718F4256}"/>
              </a:ext>
            </a:extLst>
          </p:cNvPr>
          <p:cNvSpPr/>
          <p:nvPr>
            <p:ph type="body" idx="16393"/>
          </p:nvPr>
        </p:nvSpPr>
        <p:spPr>
          <a:xfrm xmlns:a="http://schemas.openxmlformats.org/drawingml/2006/main">
            <a:off x="609600" y="4216400"/>
            <a:ext cx="50800" cy="2032000"/>
          </a:xfrm>
          <a:custGeom xmlns:a="http://schemas.openxmlformats.org/drawingml/2006/main"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2848FDFA-EAD2-4B6C-B5FA-96F4970A891E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762000" y="4216400"/>
            <a:ext cx="3098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455B37B0-BE55-4AD1-904F-9331D9DF505B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762000" y="4724400"/>
            <a:ext cx="3098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2ACCF5DD-FB36-4D2D-ACED-4C2A28B7074E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4470400" y="4216400"/>
            <a:ext cx="50800" cy="2032000"/>
          </a:xfrm>
          <a:custGeom xmlns:a="http://schemas.openxmlformats.org/drawingml/2006/main"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文本占位符 16">
            <a:extLst xmlns:a="http://schemas.openxmlformats.org/drawingml/2006/main">
              <a:ext uri="{FF2B5EF4-FFF2-40B4-BE49-F238E27FC236}">
                <a16:creationId xmlns:a16="http://schemas.microsoft.com/office/drawing/2014/main" id="{D7AF3341-B916-4BC8-886D-A42B04515B0F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4622800" y="4216400"/>
            <a:ext cx="3098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345476DD-DCB2-4F09-A08E-BB82C66E07E2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4622800" y="4724400"/>
            <a:ext cx="3098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装饰  8">
            <a:extLst xmlns:a="http://schemas.openxmlformats.org/drawingml/2006/main">
              <a:ext uri="{FF2B5EF4-FFF2-40B4-BE49-F238E27FC236}">
                <a16:creationId xmlns:a16="http://schemas.microsoft.com/office/drawing/2014/main" id="{79C8D2EA-68A7-407A-B44E-26C00841A322}"/>
              </a:ext>
            </a:extLst>
          </p:cNvPr>
          <p:cNvSpPr/>
          <p:nvPr>
            <p:ph type="body" idx="16395"/>
          </p:nvPr>
        </p:nvSpPr>
        <p:spPr>
          <a:xfrm xmlns:a="http://schemas.openxmlformats.org/drawingml/2006/main">
            <a:off x="8331200" y="4216400"/>
            <a:ext cx="50800" cy="2032000"/>
          </a:xfrm>
          <a:custGeom xmlns:a="http://schemas.openxmlformats.org/drawingml/2006/main"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0" name="文本占位符 19">
            <a:extLst xmlns:a="http://schemas.openxmlformats.org/drawingml/2006/main">
              <a:ext uri="{FF2B5EF4-FFF2-40B4-BE49-F238E27FC236}">
                <a16:creationId xmlns:a16="http://schemas.microsoft.com/office/drawing/2014/main" id="{E122011D-F0A2-49C9-B529-1D45F8C25E23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8483600" y="4216400"/>
            <a:ext cx="3098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1" name="文本占位符 20">
            <a:extLst xmlns:a="http://schemas.openxmlformats.org/drawingml/2006/main">
              <a:ext uri="{FF2B5EF4-FFF2-40B4-BE49-F238E27FC236}">
                <a16:creationId xmlns:a16="http://schemas.microsoft.com/office/drawing/2014/main" id="{ACB08BA3-870E-43BD-9E77-0363B1CC9A57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8483600" y="4724400"/>
            <a:ext cx="3098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7.xml><?xml version="1.0" encoding="utf-8"?>
<p:sldLayout xmlns:p="http://schemas.openxmlformats.org/presentationml/2006/main">
  <p:cSld name="正文页-2_18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229A04DA-4B6B-4A24-914D-8CD4910255D1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74AB6483-AB8D-423A-8A0F-C40E963626FA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7A67800C-91AD-4A7F-B06A-4A042DF98F4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F4A8F454-C693-40CB-8902-8FFC19674C34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装饰  1">
            <a:extLst xmlns:a="http://schemas.openxmlformats.org/drawingml/2006/main">
              <a:ext uri="{FF2B5EF4-FFF2-40B4-BE49-F238E27FC236}">
                <a16:creationId xmlns:a16="http://schemas.microsoft.com/office/drawing/2014/main" id="{BAA08798-3629-4907-A334-AF2C3F73A29B}"/>
              </a:ext>
            </a:extLst>
          </p:cNvPr>
          <p:cNvSpPr/>
          <p:nvPr>
            <p:ph type="body" idx="16392"/>
          </p:nvPr>
        </p:nvSpPr>
        <p:spPr>
          <a:xfrm xmlns:a="http://schemas.openxmlformats.org/drawingml/2006/main">
            <a:off x="609600" y="3556000"/>
            <a:ext cx="3454400" cy="2692400"/>
          </a:xfrm>
          <a:custGeom xmlns:a="http://schemas.openxmlformats.org/drawingml/2006/main"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图片占位符 12">
            <a:extLst xmlns:a="http://schemas.openxmlformats.org/drawingml/2006/main">
              <a:ext uri="{FF2B5EF4-FFF2-40B4-BE49-F238E27FC236}">
                <a16:creationId xmlns:a16="http://schemas.microsoft.com/office/drawing/2014/main" id="{E3639023-2614-4580-9AFF-3BB3689411BC}"/>
              </a:ext>
            </a:extLst>
          </p:cNvPr>
          <p:cNvSpPr/>
          <p:nvPr>
            <p:ph type="pic" idx="16393"/>
          </p:nvPr>
        </p:nvSpPr>
        <p:spPr>
          <a:xfrm xmlns:a="http://schemas.openxmlformats.org/drawingml/2006/main">
            <a:off x="609600" y="1524000"/>
            <a:ext cx="3454400" cy="2032000"/>
          </a:xfrm>
          <a:custGeom xmlns:a="http://schemas.openxmlformats.org/drawingml/2006/main"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7A61561D-42A6-4867-9985-5EE98A444F26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914400" y="37592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A72CD3FC-5409-431D-95A8-387BB728D0D2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914400" y="4216400"/>
            <a:ext cx="284480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F30BAAA5-2E28-4B04-BDD4-BEE40916B136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4368800" y="3556000"/>
            <a:ext cx="3454400" cy="2692400"/>
          </a:xfrm>
          <a:custGeom xmlns:a="http://schemas.openxmlformats.org/drawingml/2006/main"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图片占位符 16">
            <a:extLst xmlns:a="http://schemas.openxmlformats.org/drawingml/2006/main">
              <a:ext uri="{FF2B5EF4-FFF2-40B4-BE49-F238E27FC236}">
                <a16:creationId xmlns:a16="http://schemas.microsoft.com/office/drawing/2014/main" id="{0754A8F2-5618-4451-A32D-6C3F7DC74B3F}"/>
              </a:ext>
            </a:extLst>
          </p:cNvPr>
          <p:cNvSpPr/>
          <p:nvPr>
            <p:ph type="pic" idx="16395"/>
          </p:nvPr>
        </p:nvSpPr>
        <p:spPr>
          <a:xfrm xmlns:a="http://schemas.openxmlformats.org/drawingml/2006/main">
            <a:off x="4368800" y="1524000"/>
            <a:ext cx="3454400" cy="2032000"/>
          </a:xfrm>
          <a:custGeom xmlns:a="http://schemas.openxmlformats.org/drawingml/2006/main"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1D95574C-9954-4240-81AC-A212D207901B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4673600" y="37592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文本占位符 18">
            <a:extLst xmlns:a="http://schemas.openxmlformats.org/drawingml/2006/main">
              <a:ext uri="{FF2B5EF4-FFF2-40B4-BE49-F238E27FC236}">
                <a16:creationId xmlns:a16="http://schemas.microsoft.com/office/drawing/2014/main" id="{E4C5FFC9-1558-4B75-BE63-40056C8F38EB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4673600" y="4216400"/>
            <a:ext cx="284480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0BA0FC12-2299-46C4-BB0E-94CF664ED582}"/>
              </a:ext>
            </a:extLst>
          </p:cNvPr>
          <p:cNvSpPr/>
          <p:nvPr>
            <p:ph type="body" idx="16396"/>
          </p:nvPr>
        </p:nvSpPr>
        <p:spPr>
          <a:xfrm xmlns:a="http://schemas.openxmlformats.org/drawingml/2006/main">
            <a:off x="8128000" y="3556000"/>
            <a:ext cx="3454400" cy="2692400"/>
          </a:xfrm>
          <a:custGeom xmlns:a="http://schemas.openxmlformats.org/drawingml/2006/main"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1" name="图片占位符 20">
            <a:extLst xmlns:a="http://schemas.openxmlformats.org/drawingml/2006/main">
              <a:ext uri="{FF2B5EF4-FFF2-40B4-BE49-F238E27FC236}">
                <a16:creationId xmlns:a16="http://schemas.microsoft.com/office/drawing/2014/main" id="{A990258C-2966-4D13-A649-6BFA807A35AB}"/>
              </a:ext>
            </a:extLst>
          </p:cNvPr>
          <p:cNvSpPr/>
          <p:nvPr>
            <p:ph type="pic" idx="16397"/>
          </p:nvPr>
        </p:nvSpPr>
        <p:spPr>
          <a:xfrm xmlns:a="http://schemas.openxmlformats.org/drawingml/2006/main">
            <a:off x="8128000" y="1524000"/>
            <a:ext cx="3454400" cy="2032000"/>
          </a:xfrm>
          <a:custGeom xmlns:a="http://schemas.openxmlformats.org/drawingml/2006/main"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22" name="文本占位符 21">
            <a:extLst xmlns:a="http://schemas.openxmlformats.org/drawingml/2006/main">
              <a:ext uri="{FF2B5EF4-FFF2-40B4-BE49-F238E27FC236}">
                <a16:creationId xmlns:a16="http://schemas.microsoft.com/office/drawing/2014/main" id="{6E0804F6-B209-4CBC-B403-7378FCA9A3C8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8432800" y="37592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3" name="文本占位符 22">
            <a:extLst xmlns:a="http://schemas.openxmlformats.org/drawingml/2006/main">
              <a:ext uri="{FF2B5EF4-FFF2-40B4-BE49-F238E27FC236}">
                <a16:creationId xmlns:a16="http://schemas.microsoft.com/office/drawing/2014/main" id="{13092783-3086-46DA-8CE1-4842CA7C83E8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8432800" y="4216400"/>
            <a:ext cx="284480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8.xml><?xml version="1.0" encoding="utf-8"?>
<p:sldLayout xmlns:p="http://schemas.openxmlformats.org/presentationml/2006/main">
  <p:cSld name="正文页-38_17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6D2B7361-62B7-444A-8C1A-02333E13502F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BC56B9DC-F704-403C-9178-E80276124A94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656B0090-8AE5-43D9-9346-37C01C102AB9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8E780101-ECEC-4A2E-A7A1-8C2ADEE2349F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装饰  1">
            <a:extLst xmlns:a="http://schemas.openxmlformats.org/drawingml/2006/main">
              <a:ext uri="{FF2B5EF4-FFF2-40B4-BE49-F238E27FC236}">
                <a16:creationId xmlns:a16="http://schemas.microsoft.com/office/drawing/2014/main" id="{CAA4F210-F814-44A1-AA56-409C464521DE}"/>
              </a:ext>
            </a:extLst>
          </p:cNvPr>
          <p:cNvSpPr/>
          <p:nvPr>
            <p:ph type="body" idx="16392"/>
          </p:nvPr>
        </p:nvSpPr>
        <p:spPr>
          <a:xfrm xmlns:a="http://schemas.openxmlformats.org/drawingml/2006/main">
            <a:off x="609600" y="4165600"/>
            <a:ext cx="3454400" cy="2082800"/>
          </a:xfrm>
          <a:custGeom xmlns:a="http://schemas.openxmlformats.org/drawingml/2006/main">
            <a:pathLst>
              <a:path w="3454400" h="2082800">
                <a:moveTo>
                  <a:pt x="0" y="0"/>
                </a:moveTo>
                <a:lnTo>
                  <a:pt x="3454400" y="0"/>
                </a:lnTo>
                <a:lnTo>
                  <a:pt x="3454400" y="1879600"/>
                </a:lnTo>
                <a:cubicBezTo>
                  <a:pt x="3454400" y="1991824"/>
                  <a:pt x="3363424" y="2082800"/>
                  <a:pt x="32512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图片占位符 12">
            <a:extLst xmlns:a="http://schemas.openxmlformats.org/drawingml/2006/main">
              <a:ext uri="{FF2B5EF4-FFF2-40B4-BE49-F238E27FC236}">
                <a16:creationId xmlns:a16="http://schemas.microsoft.com/office/drawing/2014/main" id="{84580FF0-3C6E-43AA-AF3B-68327AFB9E4C}"/>
              </a:ext>
            </a:extLst>
          </p:cNvPr>
          <p:cNvSpPr/>
          <p:nvPr>
            <p:ph type="pic" idx="16393"/>
          </p:nvPr>
        </p:nvSpPr>
        <p:spPr>
          <a:xfrm xmlns:a="http://schemas.openxmlformats.org/drawingml/2006/main">
            <a:off x="609600" y="1524000"/>
            <a:ext cx="3454400" cy="2641600"/>
          </a:xfrm>
          <a:custGeom xmlns:a="http://schemas.openxmlformats.org/drawingml/2006/main">
            <a:pathLst>
              <a:path w="34544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641600"/>
                </a:lnTo>
                <a:lnTo>
                  <a:pt x="0" y="26416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58625AD6-B28A-4B80-A659-FBA6B33254A1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914400" y="43688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22C0188A-AE05-41E5-AD7B-2F86CE7A7BC9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914400" y="4826000"/>
            <a:ext cx="2844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78D4F960-E30E-4035-AF41-25678B6AEDC8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4368800" y="4165600"/>
            <a:ext cx="3454400" cy="2082800"/>
          </a:xfrm>
          <a:custGeom xmlns:a="http://schemas.openxmlformats.org/drawingml/2006/main">
            <a:pathLst>
              <a:path w="3454400" h="2082800">
                <a:moveTo>
                  <a:pt x="0" y="0"/>
                </a:moveTo>
                <a:lnTo>
                  <a:pt x="3454400" y="0"/>
                </a:lnTo>
                <a:lnTo>
                  <a:pt x="3454400" y="1879600"/>
                </a:lnTo>
                <a:cubicBezTo>
                  <a:pt x="3454400" y="1991824"/>
                  <a:pt x="3363424" y="2082800"/>
                  <a:pt x="32512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图片占位符 16">
            <a:extLst xmlns:a="http://schemas.openxmlformats.org/drawingml/2006/main">
              <a:ext uri="{FF2B5EF4-FFF2-40B4-BE49-F238E27FC236}">
                <a16:creationId xmlns:a16="http://schemas.microsoft.com/office/drawing/2014/main" id="{66204908-282A-4985-B0DF-D86615F15730}"/>
              </a:ext>
            </a:extLst>
          </p:cNvPr>
          <p:cNvSpPr/>
          <p:nvPr>
            <p:ph type="pic" idx="16395"/>
          </p:nvPr>
        </p:nvSpPr>
        <p:spPr>
          <a:xfrm xmlns:a="http://schemas.openxmlformats.org/drawingml/2006/main">
            <a:off x="4368800" y="1524000"/>
            <a:ext cx="3454400" cy="2641600"/>
          </a:xfrm>
          <a:custGeom xmlns:a="http://schemas.openxmlformats.org/drawingml/2006/main">
            <a:pathLst>
              <a:path w="34544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641600"/>
                </a:lnTo>
                <a:lnTo>
                  <a:pt x="0" y="26416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8D2C7C8E-2A28-40FB-83B8-B008F6FC4CFF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4673600" y="43688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文本占位符 18">
            <a:extLst xmlns:a="http://schemas.openxmlformats.org/drawingml/2006/main">
              <a:ext uri="{FF2B5EF4-FFF2-40B4-BE49-F238E27FC236}">
                <a16:creationId xmlns:a16="http://schemas.microsoft.com/office/drawing/2014/main" id="{B0D43843-5F4F-40B9-BB70-CFCB6FD6405D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4673600" y="4826000"/>
            <a:ext cx="2844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537A9642-E340-4E37-B3C3-1DE58F2D3733}"/>
              </a:ext>
            </a:extLst>
          </p:cNvPr>
          <p:cNvSpPr/>
          <p:nvPr>
            <p:ph type="body" idx="16396"/>
          </p:nvPr>
        </p:nvSpPr>
        <p:spPr>
          <a:xfrm xmlns:a="http://schemas.openxmlformats.org/drawingml/2006/main">
            <a:off x="8128000" y="4165600"/>
            <a:ext cx="3454400" cy="2082800"/>
          </a:xfrm>
          <a:custGeom xmlns:a="http://schemas.openxmlformats.org/drawingml/2006/main">
            <a:pathLst>
              <a:path w="3454400" h="2082800">
                <a:moveTo>
                  <a:pt x="0" y="0"/>
                </a:moveTo>
                <a:lnTo>
                  <a:pt x="3454400" y="0"/>
                </a:lnTo>
                <a:lnTo>
                  <a:pt x="3454400" y="1879600"/>
                </a:lnTo>
                <a:cubicBezTo>
                  <a:pt x="3454400" y="1991824"/>
                  <a:pt x="3363424" y="2082800"/>
                  <a:pt x="32512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1" name="图片占位符 20">
            <a:extLst xmlns:a="http://schemas.openxmlformats.org/drawingml/2006/main">
              <a:ext uri="{FF2B5EF4-FFF2-40B4-BE49-F238E27FC236}">
                <a16:creationId xmlns:a16="http://schemas.microsoft.com/office/drawing/2014/main" id="{2219DCAD-D005-49D7-8E00-27C3E37A1D93}"/>
              </a:ext>
            </a:extLst>
          </p:cNvPr>
          <p:cNvSpPr/>
          <p:nvPr>
            <p:ph type="pic" idx="16397"/>
          </p:nvPr>
        </p:nvSpPr>
        <p:spPr>
          <a:xfrm xmlns:a="http://schemas.openxmlformats.org/drawingml/2006/main">
            <a:off x="8128000" y="1524000"/>
            <a:ext cx="3454400" cy="2641600"/>
          </a:xfrm>
          <a:custGeom xmlns:a="http://schemas.openxmlformats.org/drawingml/2006/main">
            <a:pathLst>
              <a:path w="34544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641600"/>
                </a:lnTo>
                <a:lnTo>
                  <a:pt x="0" y="26416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22" name="文本占位符 21">
            <a:extLst xmlns:a="http://schemas.openxmlformats.org/drawingml/2006/main">
              <a:ext uri="{FF2B5EF4-FFF2-40B4-BE49-F238E27FC236}">
                <a16:creationId xmlns:a16="http://schemas.microsoft.com/office/drawing/2014/main" id="{89C00C1B-84BA-4439-B5DB-2C51D773F28F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8432800" y="43688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3" name="文本占位符 22">
            <a:extLst xmlns:a="http://schemas.openxmlformats.org/drawingml/2006/main">
              <a:ext uri="{FF2B5EF4-FFF2-40B4-BE49-F238E27FC236}">
                <a16:creationId xmlns:a16="http://schemas.microsoft.com/office/drawing/2014/main" id="{3C3CCE68-DC97-4D7F-8F57-6295080DC483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8432800" y="4826000"/>
            <a:ext cx="2844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9.xml><?xml version="1.0" encoding="utf-8"?>
<p:sldLayout xmlns:p="http://schemas.openxmlformats.org/presentationml/2006/main">
  <p:cSld name="正文页-27_15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B7E24186-95BB-4722-A258-3D86DC952CA8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1B6EA9FC-296D-496A-8ACD-6056CEEECBA5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E611869B-BE56-4510-9758-5323FE765641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3CD53FA2-40D9-446F-94AE-F4F4FA1F7750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装饰  1">
            <a:extLst xmlns:a="http://schemas.openxmlformats.org/drawingml/2006/main">
              <a:ext uri="{FF2B5EF4-FFF2-40B4-BE49-F238E27FC236}">
                <a16:creationId xmlns:a16="http://schemas.microsoft.com/office/drawing/2014/main" id="{91A12191-A56E-435B-B75E-723F97546042}"/>
              </a:ext>
            </a:extLst>
          </p:cNvPr>
          <p:cNvSpPr/>
          <p:nvPr>
            <p:ph type="body" idx="16395"/>
          </p:nvPr>
        </p:nvSpPr>
        <p:spPr>
          <a:xfrm xmlns:a="http://schemas.openxmlformats.org/drawingml/2006/main">
            <a:off x="609600" y="2413000"/>
            <a:ext cx="1219200" cy="1219200"/>
          </a:xfrm>
          <a:custGeom xmlns:a="http://schemas.openxmlformats.org/drawingml/2006/main">
            <a:pathLst>
              <a:path w="1219200" h="12192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914400" y="0"/>
                </a:lnTo>
                <a:cubicBezTo>
                  <a:pt x="1082736" y="0"/>
                  <a:pt x="1219200" y="136464"/>
                  <a:pt x="1219200" y="304800"/>
                </a:cubicBezTo>
                <a:lnTo>
                  <a:pt x="1219200" y="914400"/>
                </a:lnTo>
                <a:cubicBezTo>
                  <a:pt x="1219200" y="1082736"/>
                  <a:pt x="1082736" y="1219200"/>
                  <a:pt x="914400" y="1219200"/>
                </a:cubicBezTo>
                <a:lnTo>
                  <a:pt x="304800" y="1219200"/>
                </a:lnTo>
                <a:cubicBezTo>
                  <a:pt x="136464" y="1219200"/>
                  <a:pt x="0" y="1082736"/>
                  <a:pt x="0" y="914400"/>
                </a:cubicBezTo>
                <a:lnTo>
                  <a:pt x="0" y="3048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文本占位符 12">
            <a:extLst xmlns:a="http://schemas.openxmlformats.org/drawingml/2006/main">
              <a:ext uri="{FF2B5EF4-FFF2-40B4-BE49-F238E27FC236}">
                <a16:creationId xmlns:a16="http://schemas.microsoft.com/office/drawing/2014/main" id="{68799123-844E-4359-B77D-7A50C3E4BCAA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857250" y="2717800"/>
            <a:ext cx="72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800" b="0" spc="0">
                <a:solidFill>
                  <a:srgbClr val="FFFFFF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19B2E3A9-846C-4ABC-8BD4-326E8D542C8B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609600" y="3937000"/>
            <a:ext cx="3251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01EB5757-4B9E-4075-BF0A-7785D0AE6FB0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609600" y="4445000"/>
            <a:ext cx="32512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2BEBD6B9-0F34-467A-B290-DD32EA545405}"/>
              </a:ext>
            </a:extLst>
          </p:cNvPr>
          <p:cNvSpPr/>
          <p:nvPr>
            <p:ph type="body" idx="16396"/>
          </p:nvPr>
        </p:nvSpPr>
        <p:spPr>
          <a:xfrm xmlns:a="http://schemas.openxmlformats.org/drawingml/2006/main">
            <a:off x="4470400" y="2413000"/>
            <a:ext cx="1219200" cy="1219200"/>
          </a:xfrm>
          <a:custGeom xmlns:a="http://schemas.openxmlformats.org/drawingml/2006/main">
            <a:pathLst>
              <a:path w="1219200" h="12192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914400" y="0"/>
                </a:lnTo>
                <a:cubicBezTo>
                  <a:pt x="1082736" y="0"/>
                  <a:pt x="1219200" y="136464"/>
                  <a:pt x="1219200" y="304800"/>
                </a:cubicBezTo>
                <a:lnTo>
                  <a:pt x="1219200" y="914400"/>
                </a:lnTo>
                <a:cubicBezTo>
                  <a:pt x="1219200" y="1082736"/>
                  <a:pt x="1082736" y="1219200"/>
                  <a:pt x="914400" y="1219200"/>
                </a:cubicBezTo>
                <a:lnTo>
                  <a:pt x="304800" y="1219200"/>
                </a:lnTo>
                <a:cubicBezTo>
                  <a:pt x="136464" y="1219200"/>
                  <a:pt x="0" y="1082736"/>
                  <a:pt x="0" y="914400"/>
                </a:cubicBezTo>
                <a:lnTo>
                  <a:pt x="0" y="3048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文本占位符 16">
            <a:extLst xmlns:a="http://schemas.openxmlformats.org/drawingml/2006/main">
              <a:ext uri="{FF2B5EF4-FFF2-40B4-BE49-F238E27FC236}">
                <a16:creationId xmlns:a16="http://schemas.microsoft.com/office/drawing/2014/main" id="{6F94E261-1E7D-4D56-AE5F-89F840001ABF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4718050" y="2717800"/>
            <a:ext cx="72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800" b="0" spc="0">
                <a:solidFill>
                  <a:srgbClr val="FFFFFF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5795E8AC-FFCA-4DFD-A8DB-F8526D23206A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4470400" y="3937000"/>
            <a:ext cx="3251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文本占位符 18">
            <a:extLst xmlns:a="http://schemas.openxmlformats.org/drawingml/2006/main">
              <a:ext uri="{FF2B5EF4-FFF2-40B4-BE49-F238E27FC236}">
                <a16:creationId xmlns:a16="http://schemas.microsoft.com/office/drawing/2014/main" id="{066E4BB1-2C8E-45E5-A44F-758E5835DF3E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4470400" y="4445000"/>
            <a:ext cx="32512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C4ACD9AB-79EF-4E7A-B558-8F0986DE9F4B}"/>
              </a:ext>
            </a:extLst>
          </p:cNvPr>
          <p:cNvSpPr/>
          <p:nvPr>
            <p:ph type="body" idx="16397"/>
          </p:nvPr>
        </p:nvSpPr>
        <p:spPr>
          <a:xfrm xmlns:a="http://schemas.openxmlformats.org/drawingml/2006/main">
            <a:off x="8331200" y="2413000"/>
            <a:ext cx="1219200" cy="1219200"/>
          </a:xfrm>
          <a:custGeom xmlns:a="http://schemas.openxmlformats.org/drawingml/2006/main">
            <a:pathLst>
              <a:path w="1219200" h="12192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914400" y="0"/>
                </a:lnTo>
                <a:cubicBezTo>
                  <a:pt x="1082736" y="0"/>
                  <a:pt x="1219200" y="136464"/>
                  <a:pt x="1219200" y="304800"/>
                </a:cubicBezTo>
                <a:lnTo>
                  <a:pt x="1219200" y="914400"/>
                </a:lnTo>
                <a:cubicBezTo>
                  <a:pt x="1219200" y="1082736"/>
                  <a:pt x="1082736" y="1219200"/>
                  <a:pt x="914400" y="1219200"/>
                </a:cubicBezTo>
                <a:lnTo>
                  <a:pt x="304800" y="1219200"/>
                </a:lnTo>
                <a:cubicBezTo>
                  <a:pt x="136464" y="1219200"/>
                  <a:pt x="0" y="1082736"/>
                  <a:pt x="0" y="914400"/>
                </a:cubicBezTo>
                <a:lnTo>
                  <a:pt x="0" y="3048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1" name="文本占位符 20">
            <a:extLst xmlns:a="http://schemas.openxmlformats.org/drawingml/2006/main">
              <a:ext uri="{FF2B5EF4-FFF2-40B4-BE49-F238E27FC236}">
                <a16:creationId xmlns:a16="http://schemas.microsoft.com/office/drawing/2014/main" id="{0C446343-6976-4914-823B-457AE4CA591A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8578850" y="2717800"/>
            <a:ext cx="72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800" b="0" spc="0">
                <a:solidFill>
                  <a:srgbClr val="FFFFFF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2" name="文本占位符 21">
            <a:extLst xmlns:a="http://schemas.openxmlformats.org/drawingml/2006/main">
              <a:ext uri="{FF2B5EF4-FFF2-40B4-BE49-F238E27FC236}">
                <a16:creationId xmlns:a16="http://schemas.microsoft.com/office/drawing/2014/main" id="{7A426ADD-F519-4A7F-8649-915F48A03FB9}"/>
              </a:ext>
            </a:extLst>
          </p:cNvPr>
          <p:cNvSpPr/>
          <p:nvPr>
            <p:ph type="body" idx="16392"/>
          </p:nvPr>
        </p:nvSpPr>
        <p:spPr>
          <a:xfrm xmlns:a="http://schemas.openxmlformats.org/drawingml/2006/main">
            <a:off x="8331200" y="3937000"/>
            <a:ext cx="3251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3" name="文本占位符 22">
            <a:extLst xmlns:a="http://schemas.openxmlformats.org/drawingml/2006/main">
              <a:ext uri="{FF2B5EF4-FFF2-40B4-BE49-F238E27FC236}">
                <a16:creationId xmlns:a16="http://schemas.microsoft.com/office/drawing/2014/main" id="{48120A65-5802-4807-87F7-31ADA7CF32D7}"/>
              </a:ext>
            </a:extLst>
          </p:cNvPr>
          <p:cNvSpPr/>
          <p:nvPr>
            <p:ph type="body" idx="16393"/>
          </p:nvPr>
        </p:nvSpPr>
        <p:spPr>
          <a:xfrm xmlns:a="http://schemas.openxmlformats.org/drawingml/2006/main">
            <a:off x="8331200" y="4445000"/>
            <a:ext cx="32512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20.xml><?xml version="1.0" encoding="utf-8"?>
<p:sldLayout xmlns:p="http://schemas.openxmlformats.org/presentationml/2006/main">
  <p:cSld name="正文页-57_4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4169B91E-E2E2-4115-B08E-C1D8A2783E2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4E3D33D6-8AE7-4D54-A6B6-5D703EB1557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170A9AB1-348B-4CB3-9823-5EED5E80D756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A0569552-F726-4FB2-8611-E05087B2C851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装饰  1">
            <a:extLst xmlns:a="http://schemas.openxmlformats.org/drawingml/2006/main">
              <a:ext uri="{FF2B5EF4-FFF2-40B4-BE49-F238E27FC236}">
                <a16:creationId xmlns:a16="http://schemas.microsoft.com/office/drawing/2014/main" id="{99B65917-7655-4D56-9BB3-0D531053A085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609600" y="3860800"/>
            <a:ext cx="5334000" cy="2387600"/>
          </a:xfrm>
          <a:custGeom xmlns:a="http://schemas.openxmlformats.org/drawingml/2006/main">
            <a:pathLst>
              <a:path w="5334000" h="2387600">
                <a:moveTo>
                  <a:pt x="0" y="0"/>
                </a:moveTo>
                <a:lnTo>
                  <a:pt x="5334000" y="0"/>
                </a:lnTo>
                <a:lnTo>
                  <a:pt x="5334000" y="2184400"/>
                </a:lnTo>
                <a:cubicBezTo>
                  <a:pt x="5334000" y="2296624"/>
                  <a:pt x="5243024" y="2387600"/>
                  <a:pt x="51308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图片占位符 12">
            <a:extLst xmlns:a="http://schemas.openxmlformats.org/drawingml/2006/main">
              <a:ext uri="{FF2B5EF4-FFF2-40B4-BE49-F238E27FC236}">
                <a16:creationId xmlns:a16="http://schemas.microsoft.com/office/drawing/2014/main" id="{E5126CDC-FCA0-4E2D-B40B-CA81D19FB2CA}"/>
              </a:ext>
            </a:extLst>
          </p:cNvPr>
          <p:cNvSpPr/>
          <p:nvPr>
            <p:ph type="pic" idx="16391"/>
          </p:nvPr>
        </p:nvSpPr>
        <p:spPr>
          <a:xfrm xmlns:a="http://schemas.openxmlformats.org/drawingml/2006/main">
            <a:off x="609600" y="1524000"/>
            <a:ext cx="5334000" cy="2336800"/>
          </a:xfrm>
          <a:custGeom xmlns:a="http://schemas.openxmlformats.org/drawingml/2006/main">
            <a:pathLst>
              <a:path w="53340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1EF09F4C-CA00-4780-95DC-3CE3C1A2E9DC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914400" y="4165600"/>
            <a:ext cx="47244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FC7299A0-8A30-4921-ACD4-01DD4BFE7028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914400" y="4724400"/>
            <a:ext cx="4724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BA6AAC30-A55A-4A48-9F70-F1D721C4A6E2}"/>
              </a:ext>
            </a:extLst>
          </p:cNvPr>
          <p:cNvSpPr/>
          <p:nvPr>
            <p:ph type="body" idx="16392"/>
          </p:nvPr>
        </p:nvSpPr>
        <p:spPr>
          <a:xfrm xmlns:a="http://schemas.openxmlformats.org/drawingml/2006/main">
            <a:off x="6248400" y="3860800"/>
            <a:ext cx="5334000" cy="2387600"/>
          </a:xfrm>
          <a:custGeom xmlns:a="http://schemas.openxmlformats.org/drawingml/2006/main">
            <a:pathLst>
              <a:path w="5334000" h="2387600">
                <a:moveTo>
                  <a:pt x="0" y="0"/>
                </a:moveTo>
                <a:lnTo>
                  <a:pt x="5334000" y="0"/>
                </a:lnTo>
                <a:lnTo>
                  <a:pt x="5334000" y="2184400"/>
                </a:lnTo>
                <a:cubicBezTo>
                  <a:pt x="5334000" y="2296624"/>
                  <a:pt x="5243024" y="2387600"/>
                  <a:pt x="51308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图片占位符 16">
            <a:extLst xmlns:a="http://schemas.openxmlformats.org/drawingml/2006/main">
              <a:ext uri="{FF2B5EF4-FFF2-40B4-BE49-F238E27FC236}">
                <a16:creationId xmlns:a16="http://schemas.microsoft.com/office/drawing/2014/main" id="{D8767AD9-28CC-48F0-A0BD-6BCC1E9B7050}"/>
              </a:ext>
            </a:extLst>
          </p:cNvPr>
          <p:cNvSpPr/>
          <p:nvPr>
            <p:ph type="pic" idx="16393"/>
          </p:nvPr>
        </p:nvSpPr>
        <p:spPr>
          <a:xfrm xmlns:a="http://schemas.openxmlformats.org/drawingml/2006/main">
            <a:off x="6248400" y="1524000"/>
            <a:ext cx="5334000" cy="2336800"/>
          </a:xfrm>
          <a:custGeom xmlns:a="http://schemas.openxmlformats.org/drawingml/2006/main">
            <a:pathLst>
              <a:path w="53340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1293ECAE-5B22-40AC-ABEF-69D14F76E032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6553200" y="4165600"/>
            <a:ext cx="47244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文本占位符 18">
            <a:extLst xmlns:a="http://schemas.openxmlformats.org/drawingml/2006/main">
              <a:ext uri="{FF2B5EF4-FFF2-40B4-BE49-F238E27FC236}">
                <a16:creationId xmlns:a16="http://schemas.microsoft.com/office/drawing/2014/main" id="{C8D7773E-EE0C-4324-AA67-FEA7A298D496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6553200" y="4724400"/>
            <a:ext cx="4724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21.xml><?xml version="1.0" encoding="utf-8"?>
<p:sldLayout xmlns:p="http://schemas.openxmlformats.org/presentationml/2006/main">
  <p:cSld name="正文页-6_28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73EF6D78-3CC8-4FA4-9AE1-DEB7ADFD9E08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BE6BC7F4-6BDA-41BA-A5CD-CC58D3AE4D13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3103DABD-F332-4694-97D9-E9F3720670D4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612EB397-F902-422C-99FD-EB6AB32A266B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63246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内容占位符 11">
            <a:extLst xmlns:a="http://schemas.openxmlformats.org/drawingml/2006/main">
              <a:ext uri="{FF2B5EF4-FFF2-40B4-BE49-F238E27FC236}">
                <a16:creationId xmlns:a16="http://schemas.microsoft.com/office/drawing/2014/main" id="{529B256F-72D1-4501-A045-A06425132A89}"/>
              </a:ext>
            </a:extLst>
          </p:cNvPr>
          <p:cNvSpPr/>
          <p:nvPr>
            <p:ph idx="16392"/>
          </p:nvPr>
        </p:nvSpPr>
        <p:spPr>
          <a:xfrm xmlns:a="http://schemas.openxmlformats.org/drawingml/2006/main">
            <a:off x="7543800" y="609600"/>
            <a:ext cx="4038600" cy="5638800"/>
          </a:xfrm>
          <a:custGeom xmlns:a="http://schemas.openxmlformats.org/drawingml/2006/main">
            <a:pathLst>
              <a:path w="40386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5435600"/>
                </a:lnTo>
                <a:cubicBezTo>
                  <a:pt x="4038600" y="5547824"/>
                  <a:pt x="3947624" y="5638800"/>
                  <a:pt x="38354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装饰  2">
            <a:extLst xmlns:a="http://schemas.openxmlformats.org/drawingml/2006/main">
              <a:ext uri="{FF2B5EF4-FFF2-40B4-BE49-F238E27FC236}">
                <a16:creationId xmlns:a16="http://schemas.microsoft.com/office/drawing/2014/main" id="{8B1B6EB0-0313-421E-A891-540CEFF5B720}"/>
              </a:ext>
            </a:extLst>
          </p:cNvPr>
          <p:cNvSpPr/>
          <p:nvPr>
            <p:ph type="body" idx="16393"/>
          </p:nvPr>
        </p:nvSpPr>
        <p:spPr>
          <a:xfrm xmlns:a="http://schemas.openxmlformats.org/drawingml/2006/main">
            <a:off x="609600" y="1676400"/>
            <a:ext cx="50800" cy="1117600"/>
          </a:xfrm>
          <a:custGeom xmlns:a="http://schemas.openxmlformats.org/drawingml/2006/main"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5F6428E0-6E4C-4DDC-B532-842F6287D9FA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762000" y="1676400"/>
            <a:ext cx="6172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BCE34478-5871-4D20-A2D7-F13E40CA7BBF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762000" y="2184400"/>
            <a:ext cx="617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83EAD94E-743B-4DC6-92FF-19AE110FDB44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609600" y="3403600"/>
            <a:ext cx="50800" cy="1117600"/>
          </a:xfrm>
          <a:custGeom xmlns:a="http://schemas.openxmlformats.org/drawingml/2006/main"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文本占位符 16">
            <a:extLst xmlns:a="http://schemas.openxmlformats.org/drawingml/2006/main">
              <a:ext uri="{FF2B5EF4-FFF2-40B4-BE49-F238E27FC236}">
                <a16:creationId xmlns:a16="http://schemas.microsoft.com/office/drawing/2014/main" id="{0A7BFDDE-1B34-4F0A-9448-E09939F7DA00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762000" y="3403600"/>
            <a:ext cx="6172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65C7B3F2-109A-4B8B-BE41-B6054C13294A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762000" y="3911600"/>
            <a:ext cx="617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装饰  8">
            <a:extLst xmlns:a="http://schemas.openxmlformats.org/drawingml/2006/main">
              <a:ext uri="{FF2B5EF4-FFF2-40B4-BE49-F238E27FC236}">
                <a16:creationId xmlns:a16="http://schemas.microsoft.com/office/drawing/2014/main" id="{CA4D43A8-7662-4FD0-9E8C-12DC5411257D}"/>
              </a:ext>
            </a:extLst>
          </p:cNvPr>
          <p:cNvSpPr/>
          <p:nvPr>
            <p:ph type="body" idx="16395"/>
          </p:nvPr>
        </p:nvSpPr>
        <p:spPr>
          <a:xfrm xmlns:a="http://schemas.openxmlformats.org/drawingml/2006/main">
            <a:off x="609600" y="5130800"/>
            <a:ext cx="50800" cy="1117600"/>
          </a:xfrm>
          <a:custGeom xmlns:a="http://schemas.openxmlformats.org/drawingml/2006/main"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0" name="文本占位符 19">
            <a:extLst xmlns:a="http://schemas.openxmlformats.org/drawingml/2006/main">
              <a:ext uri="{FF2B5EF4-FFF2-40B4-BE49-F238E27FC236}">
                <a16:creationId xmlns:a16="http://schemas.microsoft.com/office/drawing/2014/main" id="{0351ACF6-8AAD-4B83-B601-9EFD5A7CB849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762000" y="5130800"/>
            <a:ext cx="6172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1" name="文本占位符 20">
            <a:extLst xmlns:a="http://schemas.openxmlformats.org/drawingml/2006/main">
              <a:ext uri="{FF2B5EF4-FFF2-40B4-BE49-F238E27FC236}">
                <a16:creationId xmlns:a16="http://schemas.microsoft.com/office/drawing/2014/main" id="{92A496AA-9A8E-428E-AB4B-FC49EEC6B006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762000" y="5638800"/>
            <a:ext cx="617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22.xml><?xml version="1.0" encoding="utf-8"?>
<p:sldLayout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698A855-D5A1-4C45-A4C5-137264789426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38CE86BB-91DC-4CF5-A52A-03C78AB0906C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608400" y="1490400"/>
            <a:ext cx="10969200" cy="47592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C016D59-1997-40B1-982B-6676B8D50316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1D7815B-9BB7-44FB-AE2A-9CFC5620FEF1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138D84D-BDD4-43A5-84D1-E3A84721D6E1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3.xml><?xml version="1.0" encoding="utf-8"?>
<p:sldLayout xmlns:p="http://schemas.openxmlformats.org/presentationml/2006/main">
  <p:cSld name="正文页-26_16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360EDF35-8FEE-42CA-B6E5-10CF3662B11D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CA807021-5CFD-4727-9C08-3BAD41D073EE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02A4FB23-E8EC-4562-B3D1-E873FE95A22F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02ECC789-2AC3-4AD3-AD90-CA1901C9534A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装饰  1">
            <a:extLst xmlns:a="http://schemas.openxmlformats.org/drawingml/2006/main">
              <a:ext uri="{FF2B5EF4-FFF2-40B4-BE49-F238E27FC236}">
                <a16:creationId xmlns:a16="http://schemas.microsoft.com/office/drawing/2014/main" id="{E29A0104-549A-412D-9C70-2C3E81E5F0B9}"/>
              </a:ext>
            </a:extLst>
          </p:cNvPr>
          <p:cNvSpPr/>
          <p:nvPr>
            <p:ph type="body" idx="16392"/>
          </p:nvPr>
        </p:nvSpPr>
        <p:spPr>
          <a:xfrm xmlns:a="http://schemas.openxmlformats.org/drawingml/2006/main">
            <a:off x="609600" y="3911600"/>
            <a:ext cx="3454400" cy="2336800"/>
          </a:xfrm>
          <a:custGeom xmlns:a="http://schemas.openxmlformats.org/drawingml/2006/main">
            <a:pathLst>
              <a:path w="3454400" h="2336800">
                <a:moveTo>
                  <a:pt x="0" y="0"/>
                </a:moveTo>
                <a:lnTo>
                  <a:pt x="3454400" y="0"/>
                </a:lnTo>
                <a:lnTo>
                  <a:pt x="3454400" y="2133600"/>
                </a:lnTo>
                <a:cubicBezTo>
                  <a:pt x="3454400" y="2245824"/>
                  <a:pt x="3363424" y="2336800"/>
                  <a:pt x="3251200" y="2336800"/>
                </a:cubicBezTo>
                <a:lnTo>
                  <a:pt x="203200" y="2336800"/>
                </a:lnTo>
                <a:cubicBezTo>
                  <a:pt x="90976" y="2336800"/>
                  <a:pt x="0" y="2245824"/>
                  <a:pt x="0" y="2133600"/>
                </a:cubicBez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图片占位符 12">
            <a:extLst xmlns:a="http://schemas.openxmlformats.org/drawingml/2006/main">
              <a:ext uri="{FF2B5EF4-FFF2-40B4-BE49-F238E27FC236}">
                <a16:creationId xmlns:a16="http://schemas.microsoft.com/office/drawing/2014/main" id="{28D358F2-B623-40A4-85D0-70A019AEFD84}"/>
              </a:ext>
            </a:extLst>
          </p:cNvPr>
          <p:cNvSpPr/>
          <p:nvPr>
            <p:ph type="pic" idx="16393"/>
          </p:nvPr>
        </p:nvSpPr>
        <p:spPr>
          <a:xfrm xmlns:a="http://schemas.openxmlformats.org/drawingml/2006/main">
            <a:off x="609600" y="1524000"/>
            <a:ext cx="3454400" cy="2387600"/>
          </a:xfrm>
          <a:custGeom xmlns:a="http://schemas.openxmlformats.org/drawingml/2006/main">
            <a:pathLst>
              <a:path w="3454400" h="238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87600"/>
                </a:lnTo>
                <a:lnTo>
                  <a:pt x="0" y="23876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8B27C9FD-C494-42F4-A4C5-A8378471B080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914400" y="42164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10F8C3C3-FECE-477D-A905-41041D35DC71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914400" y="4724400"/>
            <a:ext cx="2844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56209033-C38B-4FE5-B336-8EEC3A0C2C4D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4368800" y="1524000"/>
            <a:ext cx="3454400" cy="2336800"/>
          </a:xfrm>
          <a:custGeom xmlns:a="http://schemas.openxmlformats.org/drawingml/2006/main">
            <a:pathLst>
              <a:path w="34544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图片占位符 16">
            <a:extLst xmlns:a="http://schemas.openxmlformats.org/drawingml/2006/main">
              <a:ext uri="{FF2B5EF4-FFF2-40B4-BE49-F238E27FC236}">
                <a16:creationId xmlns:a16="http://schemas.microsoft.com/office/drawing/2014/main" id="{A13B5CD6-5829-4D35-B2D6-69DC828F2C08}"/>
              </a:ext>
            </a:extLst>
          </p:cNvPr>
          <p:cNvSpPr/>
          <p:nvPr>
            <p:ph type="pic" idx="16395"/>
          </p:nvPr>
        </p:nvSpPr>
        <p:spPr>
          <a:xfrm xmlns:a="http://schemas.openxmlformats.org/drawingml/2006/main">
            <a:off x="4368800" y="3860800"/>
            <a:ext cx="3454400" cy="2387600"/>
          </a:xfrm>
          <a:custGeom xmlns:a="http://schemas.openxmlformats.org/drawingml/2006/main">
            <a:pathLst>
              <a:path w="3454400" h="2387600">
                <a:moveTo>
                  <a:pt x="0" y="0"/>
                </a:moveTo>
                <a:lnTo>
                  <a:pt x="3454400" y="0"/>
                </a:lnTo>
                <a:lnTo>
                  <a:pt x="3454400" y="2184400"/>
                </a:lnTo>
                <a:cubicBezTo>
                  <a:pt x="3454400" y="2296624"/>
                  <a:pt x="3363424" y="2387600"/>
                  <a:pt x="32512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9060AA22-1896-46EF-8AED-0A90A27CE5B1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4673600" y="18288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文本占位符 18">
            <a:extLst xmlns:a="http://schemas.openxmlformats.org/drawingml/2006/main">
              <a:ext uri="{FF2B5EF4-FFF2-40B4-BE49-F238E27FC236}">
                <a16:creationId xmlns:a16="http://schemas.microsoft.com/office/drawing/2014/main" id="{98D23EDB-4A17-40D9-8280-BAFAC46407A6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4673600" y="2336800"/>
            <a:ext cx="2844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C2115481-C346-4DF2-9A19-45417187A3A3}"/>
              </a:ext>
            </a:extLst>
          </p:cNvPr>
          <p:cNvSpPr/>
          <p:nvPr>
            <p:ph type="body" idx="16396"/>
          </p:nvPr>
        </p:nvSpPr>
        <p:spPr>
          <a:xfrm xmlns:a="http://schemas.openxmlformats.org/drawingml/2006/main">
            <a:off x="8128000" y="3911600"/>
            <a:ext cx="3454400" cy="2336800"/>
          </a:xfrm>
          <a:custGeom xmlns:a="http://schemas.openxmlformats.org/drawingml/2006/main">
            <a:pathLst>
              <a:path w="3454400" h="2336800">
                <a:moveTo>
                  <a:pt x="0" y="0"/>
                </a:moveTo>
                <a:lnTo>
                  <a:pt x="3454400" y="0"/>
                </a:lnTo>
                <a:lnTo>
                  <a:pt x="3454400" y="2133600"/>
                </a:lnTo>
                <a:cubicBezTo>
                  <a:pt x="3454400" y="2245824"/>
                  <a:pt x="3363424" y="2336800"/>
                  <a:pt x="3251200" y="2336800"/>
                </a:cubicBezTo>
                <a:lnTo>
                  <a:pt x="203200" y="2336800"/>
                </a:lnTo>
                <a:cubicBezTo>
                  <a:pt x="90976" y="2336800"/>
                  <a:pt x="0" y="2245824"/>
                  <a:pt x="0" y="2133600"/>
                </a:cubicBez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1" name="图片占位符 20">
            <a:extLst xmlns:a="http://schemas.openxmlformats.org/drawingml/2006/main">
              <a:ext uri="{FF2B5EF4-FFF2-40B4-BE49-F238E27FC236}">
                <a16:creationId xmlns:a16="http://schemas.microsoft.com/office/drawing/2014/main" id="{3719C82D-48A0-403A-BAE5-9D3948BE7416}"/>
              </a:ext>
            </a:extLst>
          </p:cNvPr>
          <p:cNvSpPr/>
          <p:nvPr>
            <p:ph type="pic" idx="16397"/>
          </p:nvPr>
        </p:nvSpPr>
        <p:spPr>
          <a:xfrm xmlns:a="http://schemas.openxmlformats.org/drawingml/2006/main">
            <a:off x="8128000" y="1524000"/>
            <a:ext cx="3454400" cy="2387600"/>
          </a:xfrm>
          <a:custGeom xmlns:a="http://schemas.openxmlformats.org/drawingml/2006/main">
            <a:pathLst>
              <a:path w="3454400" h="238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87600"/>
                </a:lnTo>
                <a:lnTo>
                  <a:pt x="0" y="23876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22" name="文本占位符 21">
            <a:extLst xmlns:a="http://schemas.openxmlformats.org/drawingml/2006/main">
              <a:ext uri="{FF2B5EF4-FFF2-40B4-BE49-F238E27FC236}">
                <a16:creationId xmlns:a16="http://schemas.microsoft.com/office/drawing/2014/main" id="{037A43D1-2997-4D52-AB36-CA04FEA7EBDB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8432800" y="42164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3" name="文本占位符 22">
            <a:extLst xmlns:a="http://schemas.openxmlformats.org/drawingml/2006/main">
              <a:ext uri="{FF2B5EF4-FFF2-40B4-BE49-F238E27FC236}">
                <a16:creationId xmlns:a16="http://schemas.microsoft.com/office/drawing/2014/main" id="{80267F80-D454-4E7F-979C-25179A1962EC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8432800" y="4724400"/>
            <a:ext cx="2844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24.xml><?xml version="1.0" encoding="utf-8"?>
<p:sldLayout xmlns:p="http://schemas.openxmlformats.org/presentationml/2006/main">
  <p:cSld name="正文页-53_10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51799889-E229-4634-9A15-23621C986C1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374DD974-50C5-4936-940D-ECE73A1BAD5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49B05F1B-0794-4CFA-B4A1-F006AB1CD1DC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3F4FA1B1-3E3D-4E90-9ACB-F99BE08F56F7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装饰  1">
            <a:extLst xmlns:a="http://schemas.openxmlformats.org/drawingml/2006/main">
              <a:ext uri="{FF2B5EF4-FFF2-40B4-BE49-F238E27FC236}">
                <a16:creationId xmlns:a16="http://schemas.microsoft.com/office/drawing/2014/main" id="{F50E5237-F603-445D-94C1-B03692CD47E6}"/>
              </a:ext>
            </a:extLst>
          </p:cNvPr>
          <p:cNvSpPr/>
          <p:nvPr>
            <p:ph type="body" idx="16392"/>
          </p:nvPr>
        </p:nvSpPr>
        <p:spPr>
          <a:xfrm xmlns:a="http://schemas.openxmlformats.org/drawingml/2006/main">
            <a:off x="609600" y="3911600"/>
            <a:ext cx="3454400" cy="2336800"/>
          </a:xfrm>
          <a:custGeom xmlns:a="http://schemas.openxmlformats.org/drawingml/2006/main">
            <a:pathLst>
              <a:path w="3454400" h="2336800">
                <a:moveTo>
                  <a:pt x="0" y="0"/>
                </a:moveTo>
                <a:lnTo>
                  <a:pt x="3454400" y="0"/>
                </a:lnTo>
                <a:lnTo>
                  <a:pt x="3454400" y="2133600"/>
                </a:lnTo>
                <a:cubicBezTo>
                  <a:pt x="3454400" y="2245824"/>
                  <a:pt x="3363424" y="2336800"/>
                  <a:pt x="3251200" y="2336800"/>
                </a:cubicBezTo>
                <a:lnTo>
                  <a:pt x="203200" y="2336800"/>
                </a:lnTo>
                <a:cubicBezTo>
                  <a:pt x="90976" y="2336800"/>
                  <a:pt x="0" y="2245824"/>
                  <a:pt x="0" y="2133600"/>
                </a:cubicBez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图片占位符 12">
            <a:extLst xmlns:a="http://schemas.openxmlformats.org/drawingml/2006/main">
              <a:ext uri="{FF2B5EF4-FFF2-40B4-BE49-F238E27FC236}">
                <a16:creationId xmlns:a16="http://schemas.microsoft.com/office/drawing/2014/main" id="{0C54F4CE-5338-4D82-B527-40092C29678F}"/>
              </a:ext>
            </a:extLst>
          </p:cNvPr>
          <p:cNvSpPr/>
          <p:nvPr>
            <p:ph type="pic" idx="16393"/>
          </p:nvPr>
        </p:nvSpPr>
        <p:spPr>
          <a:xfrm xmlns:a="http://schemas.openxmlformats.org/drawingml/2006/main">
            <a:off x="609600" y="1524000"/>
            <a:ext cx="3454400" cy="2387600"/>
          </a:xfrm>
          <a:custGeom xmlns:a="http://schemas.openxmlformats.org/drawingml/2006/main">
            <a:pathLst>
              <a:path w="3454400" h="238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87600"/>
                </a:lnTo>
                <a:lnTo>
                  <a:pt x="0" y="23876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FEC71488-E508-4157-A032-149D9BF35556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914400" y="42164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CF775923-1E3C-4E07-B20C-AAAF8D7CCA22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914400" y="4724400"/>
            <a:ext cx="2844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3048AD16-D05B-46FA-BB08-20D7D40B8C32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4368800" y="3911600"/>
            <a:ext cx="3454400" cy="2336800"/>
          </a:xfrm>
          <a:custGeom xmlns:a="http://schemas.openxmlformats.org/drawingml/2006/main">
            <a:pathLst>
              <a:path w="3454400" h="2336800">
                <a:moveTo>
                  <a:pt x="0" y="0"/>
                </a:moveTo>
                <a:lnTo>
                  <a:pt x="3454400" y="0"/>
                </a:lnTo>
                <a:lnTo>
                  <a:pt x="3454400" y="2133600"/>
                </a:lnTo>
                <a:cubicBezTo>
                  <a:pt x="3454400" y="2245824"/>
                  <a:pt x="3363424" y="2336800"/>
                  <a:pt x="3251200" y="2336800"/>
                </a:cubicBezTo>
                <a:lnTo>
                  <a:pt x="203200" y="2336800"/>
                </a:lnTo>
                <a:cubicBezTo>
                  <a:pt x="90976" y="2336800"/>
                  <a:pt x="0" y="2245824"/>
                  <a:pt x="0" y="2133600"/>
                </a:cubicBez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图片占位符 16">
            <a:extLst xmlns:a="http://schemas.openxmlformats.org/drawingml/2006/main">
              <a:ext uri="{FF2B5EF4-FFF2-40B4-BE49-F238E27FC236}">
                <a16:creationId xmlns:a16="http://schemas.microsoft.com/office/drawing/2014/main" id="{F7D62AB2-B28B-4E62-8790-0E14C3D61447}"/>
              </a:ext>
            </a:extLst>
          </p:cNvPr>
          <p:cNvSpPr/>
          <p:nvPr>
            <p:ph type="pic" idx="16395"/>
          </p:nvPr>
        </p:nvSpPr>
        <p:spPr>
          <a:xfrm xmlns:a="http://schemas.openxmlformats.org/drawingml/2006/main">
            <a:off x="4368800" y="1524000"/>
            <a:ext cx="3454400" cy="2387600"/>
          </a:xfrm>
          <a:custGeom xmlns:a="http://schemas.openxmlformats.org/drawingml/2006/main">
            <a:pathLst>
              <a:path w="3454400" h="238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87600"/>
                </a:lnTo>
                <a:lnTo>
                  <a:pt x="0" y="23876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18196CFF-B490-468C-910E-51EE6C83E95F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4673600" y="42164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9" name="文本占位符 18">
            <a:extLst xmlns:a="http://schemas.openxmlformats.org/drawingml/2006/main">
              <a:ext uri="{FF2B5EF4-FFF2-40B4-BE49-F238E27FC236}">
                <a16:creationId xmlns:a16="http://schemas.microsoft.com/office/drawing/2014/main" id="{7F801E1C-5EDD-4437-ABF5-D4DC51A7E232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4673600" y="4724400"/>
            <a:ext cx="2844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C09A33A2-D262-4894-BA2E-A7712945F958}"/>
              </a:ext>
            </a:extLst>
          </p:cNvPr>
          <p:cNvSpPr/>
          <p:nvPr>
            <p:ph type="body" idx="16396"/>
          </p:nvPr>
        </p:nvSpPr>
        <p:spPr>
          <a:xfrm xmlns:a="http://schemas.openxmlformats.org/drawingml/2006/main">
            <a:off x="8128000" y="3911600"/>
            <a:ext cx="3454400" cy="2336800"/>
          </a:xfrm>
          <a:custGeom xmlns:a="http://schemas.openxmlformats.org/drawingml/2006/main">
            <a:pathLst>
              <a:path w="3454400" h="2336800">
                <a:moveTo>
                  <a:pt x="0" y="0"/>
                </a:moveTo>
                <a:lnTo>
                  <a:pt x="3454400" y="0"/>
                </a:lnTo>
                <a:lnTo>
                  <a:pt x="3454400" y="2133600"/>
                </a:lnTo>
                <a:cubicBezTo>
                  <a:pt x="3454400" y="2245824"/>
                  <a:pt x="3363424" y="2336800"/>
                  <a:pt x="3251200" y="2336800"/>
                </a:cubicBezTo>
                <a:lnTo>
                  <a:pt x="203200" y="2336800"/>
                </a:lnTo>
                <a:cubicBezTo>
                  <a:pt x="90976" y="2336800"/>
                  <a:pt x="0" y="2245824"/>
                  <a:pt x="0" y="2133600"/>
                </a:cubicBez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 xmlns:a="http://schemas.openxmlformats.org/drawingml/2006/main"/>
        </p:txBody>
      </p:sp>
      <p:sp>
        <p:nvSpPr>
          <p:cNvPr id="21" name="图片占位符 20">
            <a:extLst xmlns:a="http://schemas.openxmlformats.org/drawingml/2006/main">
              <a:ext uri="{FF2B5EF4-FFF2-40B4-BE49-F238E27FC236}">
                <a16:creationId xmlns:a16="http://schemas.microsoft.com/office/drawing/2014/main" id="{C58919C0-D178-4FD7-8C9B-E2E5A96F74B8}"/>
              </a:ext>
            </a:extLst>
          </p:cNvPr>
          <p:cNvSpPr/>
          <p:nvPr>
            <p:ph type="pic" idx="16397"/>
          </p:nvPr>
        </p:nvSpPr>
        <p:spPr>
          <a:xfrm xmlns:a="http://schemas.openxmlformats.org/drawingml/2006/main">
            <a:off x="8128000" y="1524000"/>
            <a:ext cx="3454400" cy="2387600"/>
          </a:xfrm>
          <a:custGeom xmlns:a="http://schemas.openxmlformats.org/drawingml/2006/main">
            <a:pathLst>
              <a:path w="3454400" h="238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87600"/>
                </a:lnTo>
                <a:lnTo>
                  <a:pt x="0" y="23876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22" name="文本占位符 21">
            <a:extLst xmlns:a="http://schemas.openxmlformats.org/drawingml/2006/main">
              <a:ext uri="{FF2B5EF4-FFF2-40B4-BE49-F238E27FC236}">
                <a16:creationId xmlns:a16="http://schemas.microsoft.com/office/drawing/2014/main" id="{BCA69991-8535-4298-947E-A7CCC0A966BD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8432800" y="42164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23" name="文本占位符 22">
            <a:extLst xmlns:a="http://schemas.openxmlformats.org/drawingml/2006/main">
              <a:ext uri="{FF2B5EF4-FFF2-40B4-BE49-F238E27FC236}">
                <a16:creationId xmlns:a16="http://schemas.microsoft.com/office/drawing/2014/main" id="{A3ED8D7A-A223-44E5-A22D-071E6E5D6217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8432800" y="4724400"/>
            <a:ext cx="2844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</p:spTree>
  </p:cSld>
</p:sldLayout>
</file>

<file path=ppt/slideLayouts/slideLayout25.xml><?xml version="1.0" encoding="utf-8"?>
<p:sldLayout xmlns:p="http://schemas.openxmlformats.org/presentationml/2006/main">
  <p:cSld name="正文页-30_18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333B5C51-9A37-441B-95D0-D15855D5257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9BDC8522-8F74-42DE-AE94-A9C9D68BF93F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46B72E8C-B4CD-4ACB-83C6-8320F201E72C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D473FB36-4AD9-4772-AAFD-F67B3CE06C56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5257800" y="533400"/>
            <a:ext cx="63246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内容占位符 11">
            <a:extLst xmlns:a="http://schemas.openxmlformats.org/drawingml/2006/main">
              <a:ext uri="{FF2B5EF4-FFF2-40B4-BE49-F238E27FC236}">
                <a16:creationId xmlns:a16="http://schemas.microsoft.com/office/drawing/2014/main" id="{E2E61A2F-0EF7-4DCA-B7FA-C040CE70F753}"/>
              </a:ext>
            </a:extLst>
          </p:cNvPr>
          <p:cNvSpPr/>
          <p:nvPr>
            <p:ph idx="16390"/>
          </p:nvPr>
        </p:nvSpPr>
        <p:spPr>
          <a:xfrm xmlns:a="http://schemas.openxmlformats.org/drawingml/2006/main">
            <a:off x="609600" y="609600"/>
            <a:ext cx="4038600" cy="5638800"/>
          </a:xfrm>
          <a:custGeom xmlns:a="http://schemas.openxmlformats.org/drawingml/2006/main">
            <a:pathLst>
              <a:path w="40386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5435600"/>
                </a:lnTo>
                <a:cubicBezTo>
                  <a:pt x="4038600" y="5547824"/>
                  <a:pt x="3947624" y="5638800"/>
                  <a:pt x="38354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装饰  2">
            <a:extLst xmlns:a="http://schemas.openxmlformats.org/drawingml/2006/main">
              <a:ext uri="{FF2B5EF4-FFF2-40B4-BE49-F238E27FC236}">
                <a16:creationId xmlns:a16="http://schemas.microsoft.com/office/drawing/2014/main" id="{6E0A18C6-CA00-428B-9582-C5D31C09BCA7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5257800" y="2184400"/>
            <a:ext cx="50800" cy="1727200"/>
          </a:xfrm>
          <a:custGeom xmlns:a="http://schemas.openxmlformats.org/drawingml/2006/main"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D132CA1F-3EDE-4313-BEAD-EADBBD1B6C00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5410200" y="2184400"/>
            <a:ext cx="6172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5D222B98-2889-4A58-B719-CA22C4952DD3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5410200" y="2692400"/>
            <a:ext cx="61722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64193A6A-12F5-4A7B-8A22-2A28FE5BC332}"/>
              </a:ext>
            </a:extLst>
          </p:cNvPr>
          <p:cNvSpPr/>
          <p:nvPr>
            <p:ph type="body" idx="16392"/>
          </p:nvPr>
        </p:nvSpPr>
        <p:spPr>
          <a:xfrm xmlns:a="http://schemas.openxmlformats.org/drawingml/2006/main">
            <a:off x="5257800" y="4521200"/>
            <a:ext cx="50800" cy="1727200"/>
          </a:xfrm>
          <a:custGeom xmlns:a="http://schemas.openxmlformats.org/drawingml/2006/main"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文本占位符 16">
            <a:extLst xmlns:a="http://schemas.openxmlformats.org/drawingml/2006/main">
              <a:ext uri="{FF2B5EF4-FFF2-40B4-BE49-F238E27FC236}">
                <a16:creationId xmlns:a16="http://schemas.microsoft.com/office/drawing/2014/main" id="{58035768-73BE-4D38-8195-B07B4E011CF8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5410200" y="4521200"/>
            <a:ext cx="6172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7A4EAFB9-30CA-46EC-9ABC-0D8710318BC0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5410200" y="5029200"/>
            <a:ext cx="61722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26.xml><?xml version="1.0" encoding="utf-8"?>
<p:sldLayout xmlns:p="http://schemas.openxmlformats.org/presentationml/2006/main" type="secHead">
  <p:cSld name="章节页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D75A5FE-924A-494A-A9E6-095B478689F3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534F988-11C0-407C-B061-9F3722DDE31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0BE4163-FEF6-42B7-BBEF-7D12D426BFC9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标题 7">
            <a:extLst xmlns:a="http://schemas.openxmlformats.org/drawingml/2006/main">
              <a:ext uri="{FF2B5EF4-FFF2-40B4-BE49-F238E27FC236}">
                <a16:creationId xmlns:a16="http://schemas.microsoft.com/office/drawing/2014/main" id="{F2726F1D-838D-4990-8328-5931E22DAE63}"/>
              </a:ext>
            </a:extLst>
          </p:cNvPr>
          <p:cNvSpPr/>
          <p:nvPr>
            <p:ph type="ctrTitle" idx="13"/>
          </p:nvPr>
        </p:nvSpPr>
        <p:spPr>
          <a:xfrm xmlns:a="http://schemas.openxmlformats.org/drawingml/2006/main">
            <a:off x="3312795" y="3429635"/>
            <a:ext cx="7520305" cy="18408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r">
              <a:lnSpc>
                <a:spcPct val="104000"/>
              </a:lnSpc>
              <a:buNone/>
              <a:defRPr sz="4800" b="0">
                <a:solidFill>
                  <a:schemeClr val="tx1"/>
                </a:solidFill>
                <a:latin typeface="+mn-ea"/>
                <a:ea typeface="+mn-ea"/>
                <a:cs typeface="+mn-ea"/>
              </a:defRPr>
            </a:lvl1pPr>
          </a:lstStyle>
          <a:p xmlns:a="http://schemas.openxmlformats.org/drawingml/2006/main"/>
        </p:txBody>
      </p:sp>
      <p:sp>
        <p:nvSpPr>
          <p:cNvPr id="9" name="文本占位符 8">
            <a:extLst xmlns:a="http://schemas.openxmlformats.org/drawingml/2006/main">
              <a:ext uri="{FF2B5EF4-FFF2-40B4-BE49-F238E27FC236}">
                <a16:creationId xmlns:a16="http://schemas.microsoft.com/office/drawing/2014/main" id="{DC04CCF2-4241-40A4-9781-61AACA8ED0B6}"/>
              </a:ext>
            </a:extLst>
          </p:cNvPr>
          <p:cNvSpPr/>
          <p:nvPr>
            <p:ph type="body" idx="14"/>
          </p:nvPr>
        </p:nvSpPr>
        <p:spPr>
          <a:xfrm xmlns:a="http://schemas.openxmlformats.org/drawingml/2006/main">
            <a:off x="8568055" y="1193165"/>
            <a:ext cx="2239645" cy="22364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algn="r">
              <a:lnSpc>
                <a:spcPct val="109000"/>
              </a:lnSpc>
              <a:buNone/>
              <a:defRPr sz="10800" b="0">
                <a:solidFill>
                  <a:schemeClr val="accent1"/>
                </a:solidFill>
                <a:latin typeface="+mj-ea"/>
                <a:ea typeface="+mj-ea"/>
                <a:cs typeface="+mj-ea"/>
              </a:defRPr>
            </a:lvl1pPr>
            <a:lvl2pPr>
              <a:buNone/>
              <a:defRPr>
                <a:solidFill>
                  <a:schemeClr val="accent4"/>
                </a:solidFill>
              </a:defRPr>
            </a:lvl2pPr>
            <a:lvl3pPr>
              <a:buNone/>
              <a:defRPr>
                <a:solidFill>
                  <a:schemeClr val="accent4"/>
                </a:solidFill>
              </a:defRPr>
            </a:lvl3pPr>
            <a:lvl4pPr>
              <a:buNone/>
              <a:defRPr>
                <a:solidFill>
                  <a:schemeClr val="accent4"/>
                </a:solidFill>
              </a:defRPr>
            </a:lvl4pPr>
            <a:lvl5pPr>
              <a:buNone/>
              <a:defRPr>
                <a:solidFill>
                  <a:schemeClr val="accent4"/>
                </a:solidFill>
              </a:defRPr>
            </a:lvl5pPr>
          </a:lstStyle>
          <a:p xmlns:a="http://schemas.openxmlformats.org/drawingml/2006/main"/>
        </p:txBody>
      </p:sp>
    </p:spTree>
  </p:cSld>
</p:sldLayout>
</file>

<file path=ppt/slideLayouts/slideLayout27.xml><?xml version="1.0" encoding="utf-8"?>
<p:sldLayout xmlns:p="http://schemas.openxmlformats.org/presentationml/2006/main">
  <p:cSld name="目录页-1-5_4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A94BAB45-BB00-4E2A-A401-47A625CD7FA1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D8B017CF-FF58-4DF7-BADD-293F647DBACE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F0D60A9F-7922-443A-A5AC-4C55CE312CF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副标题 10">
            <a:extLst xmlns:a="http://schemas.openxmlformats.org/drawingml/2006/main">
              <a:ext uri="{FF2B5EF4-FFF2-40B4-BE49-F238E27FC236}">
                <a16:creationId xmlns:a16="http://schemas.microsoft.com/office/drawing/2014/main" id="{FDAA1C15-552E-4100-95CF-4DE7C15DFE3D}"/>
              </a:ext>
            </a:extLst>
          </p:cNvPr>
          <p:cNvSpPr/>
          <p:nvPr>
            <p:ph type="subTitle" idx="16386"/>
          </p:nvPr>
        </p:nvSpPr>
        <p:spPr>
          <a:xfrm xmlns:a="http://schemas.openxmlformats.org/drawingml/2006/main">
            <a:off x="761471" y="2667000"/>
            <a:ext cx="23632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12" name="标题 11">
            <a:extLst xmlns:a="http://schemas.openxmlformats.org/drawingml/2006/main">
              <a:ext uri="{FF2B5EF4-FFF2-40B4-BE49-F238E27FC236}">
                <a16:creationId xmlns:a16="http://schemas.microsoft.com/office/drawing/2014/main" id="{21477C8C-2CE0-4FA6-BF61-31B6AAB73F5C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760942" y="3175000"/>
            <a:ext cx="2364317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文本占位符 12">
            <a:extLst xmlns:a="http://schemas.openxmlformats.org/drawingml/2006/main">
              <a:ext uri="{FF2B5EF4-FFF2-40B4-BE49-F238E27FC236}">
                <a16:creationId xmlns:a16="http://schemas.microsoft.com/office/drawing/2014/main" id="{9DB2298D-96C2-4621-AC6B-76E0CF0470D3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40703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4" name="装饰  3">
            <a:extLst xmlns:a="http://schemas.openxmlformats.org/drawingml/2006/main">
              <a:ext uri="{FF2B5EF4-FFF2-40B4-BE49-F238E27FC236}">
                <a16:creationId xmlns:a16="http://schemas.microsoft.com/office/drawing/2014/main" id="{83E586F6-89CF-4670-BF73-6F8CB3CBFC30}"/>
              </a:ext>
            </a:extLst>
          </p:cNvPr>
          <p:cNvSpPr/>
          <p:nvPr>
            <p:ph type="body" idx="16395"/>
          </p:nvPr>
        </p:nvSpPr>
        <p:spPr>
          <a:xfrm xmlns:a="http://schemas.openxmlformats.org/drawingml/2006/main">
            <a:off x="48514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6C11981A-0598-43FF-BBB3-8FBB7362623C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50800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文本占位符 15">
            <a:extLst xmlns:a="http://schemas.openxmlformats.org/drawingml/2006/main">
              <a:ext uri="{FF2B5EF4-FFF2-40B4-BE49-F238E27FC236}">
                <a16:creationId xmlns:a16="http://schemas.microsoft.com/office/drawing/2014/main" id="{61C0320A-AE5D-46E9-B18B-684B90813977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79946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7" name="装饰  6">
            <a:extLst xmlns:a="http://schemas.openxmlformats.org/drawingml/2006/main">
              <a:ext uri="{FF2B5EF4-FFF2-40B4-BE49-F238E27FC236}">
                <a16:creationId xmlns:a16="http://schemas.microsoft.com/office/drawing/2014/main" id="{C9BC7335-3848-400C-A83C-8BD2F7EB8A28}"/>
              </a:ext>
            </a:extLst>
          </p:cNvPr>
          <p:cNvSpPr/>
          <p:nvPr>
            <p:ph type="body" idx="16396"/>
          </p:nvPr>
        </p:nvSpPr>
        <p:spPr>
          <a:xfrm xmlns:a="http://schemas.openxmlformats.org/drawingml/2006/main">
            <a:off x="87757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F2DED615-FB73-44C2-966A-31627E58FF32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90043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文本占位符 18">
            <a:extLst xmlns:a="http://schemas.openxmlformats.org/drawingml/2006/main">
              <a:ext uri="{FF2B5EF4-FFF2-40B4-BE49-F238E27FC236}">
                <a16:creationId xmlns:a16="http://schemas.microsoft.com/office/drawing/2014/main" id="{77339588-D14F-44E8-A35B-3763BDA2BDBB}"/>
              </a:ext>
            </a:extLst>
          </p:cNvPr>
          <p:cNvSpPr/>
          <p:nvPr>
            <p:ph type="body" idx="16392"/>
          </p:nvPr>
        </p:nvSpPr>
        <p:spPr>
          <a:xfrm xmlns:a="http://schemas.openxmlformats.org/drawingml/2006/main">
            <a:off x="40703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0C369D07-CB02-4FE7-AE1B-9FF36D79863A}"/>
              </a:ext>
            </a:extLst>
          </p:cNvPr>
          <p:cNvSpPr/>
          <p:nvPr>
            <p:ph type="body" idx="16397"/>
          </p:nvPr>
        </p:nvSpPr>
        <p:spPr>
          <a:xfrm xmlns:a="http://schemas.openxmlformats.org/drawingml/2006/main">
            <a:off x="48514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1" name="文本占位符 20">
            <a:extLst xmlns:a="http://schemas.openxmlformats.org/drawingml/2006/main">
              <a:ext uri="{FF2B5EF4-FFF2-40B4-BE49-F238E27FC236}">
                <a16:creationId xmlns:a16="http://schemas.microsoft.com/office/drawing/2014/main" id="{D21BF8C0-E064-4940-BD5E-3061D58500B2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50800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2" name="文本占位符 21">
            <a:extLst xmlns:a="http://schemas.openxmlformats.org/drawingml/2006/main">
              <a:ext uri="{FF2B5EF4-FFF2-40B4-BE49-F238E27FC236}">
                <a16:creationId xmlns:a16="http://schemas.microsoft.com/office/drawing/2014/main" id="{F6D3FA99-7524-4CFD-9136-EFB3051C3138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79946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3" name="装饰  2">
            <a:extLst xmlns:a="http://schemas.openxmlformats.org/drawingml/2006/main">
              <a:ext uri="{FF2B5EF4-FFF2-40B4-BE49-F238E27FC236}">
                <a16:creationId xmlns:a16="http://schemas.microsoft.com/office/drawing/2014/main" id="{8724AF9E-98CE-44EF-BD79-CF4467EB5B8E}"/>
              </a:ext>
            </a:extLst>
          </p:cNvPr>
          <p:cNvSpPr/>
          <p:nvPr>
            <p:ph type="body" idx="16398"/>
          </p:nvPr>
        </p:nvSpPr>
        <p:spPr>
          <a:xfrm xmlns:a="http://schemas.openxmlformats.org/drawingml/2006/main">
            <a:off x="87757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4" name="文本占位符 23">
            <a:extLst xmlns:a="http://schemas.openxmlformats.org/drawingml/2006/main">
              <a:ext uri="{FF2B5EF4-FFF2-40B4-BE49-F238E27FC236}">
                <a16:creationId xmlns:a16="http://schemas.microsoft.com/office/drawing/2014/main" id="{2FFE577D-3A2F-41CF-86BE-8DAD1A101EC1}"/>
              </a:ext>
            </a:extLst>
          </p:cNvPr>
          <p:cNvSpPr/>
          <p:nvPr>
            <p:ph type="body" idx="16393"/>
          </p:nvPr>
        </p:nvSpPr>
        <p:spPr>
          <a:xfrm xmlns:a="http://schemas.openxmlformats.org/drawingml/2006/main">
            <a:off x="90043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28.xml><?xml version="1.0" encoding="utf-8"?>
<p:sldLayout xmlns:p="http://schemas.openxmlformats.org/presentationml/2006/main">
  <p:cSld name="目录页-1-5_4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8C495A26-ECE3-4955-AEAC-9888337B42D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7DD6AA5B-201B-46AF-BBEB-1F7CAF2B72B4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7BF65000-4964-4BA3-80F8-29A5D877CCC5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副标题 10">
            <a:extLst xmlns:a="http://schemas.openxmlformats.org/drawingml/2006/main">
              <a:ext uri="{FF2B5EF4-FFF2-40B4-BE49-F238E27FC236}">
                <a16:creationId xmlns:a16="http://schemas.microsoft.com/office/drawing/2014/main" id="{7A423398-6F7E-4A84-BE9E-83F5FB232174}"/>
              </a:ext>
            </a:extLst>
          </p:cNvPr>
          <p:cNvSpPr/>
          <p:nvPr>
            <p:ph type="subTitle" idx="16386"/>
          </p:nvPr>
        </p:nvSpPr>
        <p:spPr>
          <a:xfrm xmlns:a="http://schemas.openxmlformats.org/drawingml/2006/main">
            <a:off x="761471" y="2667000"/>
            <a:ext cx="23632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12" name="标题 11">
            <a:extLst xmlns:a="http://schemas.openxmlformats.org/drawingml/2006/main">
              <a:ext uri="{FF2B5EF4-FFF2-40B4-BE49-F238E27FC236}">
                <a16:creationId xmlns:a16="http://schemas.microsoft.com/office/drawing/2014/main" id="{FD15710E-1A0F-4242-9CC5-E42D3F04B4C2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760942" y="3175000"/>
            <a:ext cx="2364317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文本占位符 12">
            <a:extLst xmlns:a="http://schemas.openxmlformats.org/drawingml/2006/main">
              <a:ext uri="{FF2B5EF4-FFF2-40B4-BE49-F238E27FC236}">
                <a16:creationId xmlns:a16="http://schemas.microsoft.com/office/drawing/2014/main" id="{2A92B215-F416-430D-8E60-60484DDA2BB9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40703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4" name="装饰  3">
            <a:extLst xmlns:a="http://schemas.openxmlformats.org/drawingml/2006/main">
              <a:ext uri="{FF2B5EF4-FFF2-40B4-BE49-F238E27FC236}">
                <a16:creationId xmlns:a16="http://schemas.microsoft.com/office/drawing/2014/main" id="{8CE1065B-7836-4669-8ADF-97435ACF2B6A}"/>
              </a:ext>
            </a:extLst>
          </p:cNvPr>
          <p:cNvSpPr/>
          <p:nvPr>
            <p:ph type="body" idx="16395"/>
          </p:nvPr>
        </p:nvSpPr>
        <p:spPr>
          <a:xfrm xmlns:a="http://schemas.openxmlformats.org/drawingml/2006/main">
            <a:off x="48514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B80709B6-D0D2-4D67-A34F-6238F1932ECE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50800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文本占位符 15">
            <a:extLst xmlns:a="http://schemas.openxmlformats.org/drawingml/2006/main">
              <a:ext uri="{FF2B5EF4-FFF2-40B4-BE49-F238E27FC236}">
                <a16:creationId xmlns:a16="http://schemas.microsoft.com/office/drawing/2014/main" id="{9B421840-0DD8-48E7-952F-6479D1683D81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79946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7" name="装饰  6">
            <a:extLst xmlns:a="http://schemas.openxmlformats.org/drawingml/2006/main">
              <a:ext uri="{FF2B5EF4-FFF2-40B4-BE49-F238E27FC236}">
                <a16:creationId xmlns:a16="http://schemas.microsoft.com/office/drawing/2014/main" id="{2FA44E9C-8F24-40F3-961D-0AED9A97BB72}"/>
              </a:ext>
            </a:extLst>
          </p:cNvPr>
          <p:cNvSpPr/>
          <p:nvPr>
            <p:ph type="body" idx="16396"/>
          </p:nvPr>
        </p:nvSpPr>
        <p:spPr>
          <a:xfrm xmlns:a="http://schemas.openxmlformats.org/drawingml/2006/main">
            <a:off x="87757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6F7C75D3-6935-4FF5-9F77-4477F1854618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90043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文本占位符 18">
            <a:extLst xmlns:a="http://schemas.openxmlformats.org/drawingml/2006/main">
              <a:ext uri="{FF2B5EF4-FFF2-40B4-BE49-F238E27FC236}">
                <a16:creationId xmlns:a16="http://schemas.microsoft.com/office/drawing/2014/main" id="{5695B103-680E-49A6-8781-3F55F253703F}"/>
              </a:ext>
            </a:extLst>
          </p:cNvPr>
          <p:cNvSpPr/>
          <p:nvPr>
            <p:ph type="body" idx="16392"/>
          </p:nvPr>
        </p:nvSpPr>
        <p:spPr>
          <a:xfrm xmlns:a="http://schemas.openxmlformats.org/drawingml/2006/main">
            <a:off x="40703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6BF21E08-DB42-414D-BA92-BE52EE70EECB}"/>
              </a:ext>
            </a:extLst>
          </p:cNvPr>
          <p:cNvSpPr/>
          <p:nvPr>
            <p:ph type="body" idx="16397"/>
          </p:nvPr>
        </p:nvSpPr>
        <p:spPr>
          <a:xfrm xmlns:a="http://schemas.openxmlformats.org/drawingml/2006/main">
            <a:off x="48514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1" name="文本占位符 20">
            <a:extLst xmlns:a="http://schemas.openxmlformats.org/drawingml/2006/main">
              <a:ext uri="{FF2B5EF4-FFF2-40B4-BE49-F238E27FC236}">
                <a16:creationId xmlns:a16="http://schemas.microsoft.com/office/drawing/2014/main" id="{5B974A1C-62B1-4823-87E8-5E4F0ADCEF4B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50800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2" name="文本占位符 21">
            <a:extLst xmlns:a="http://schemas.openxmlformats.org/drawingml/2006/main">
              <a:ext uri="{FF2B5EF4-FFF2-40B4-BE49-F238E27FC236}">
                <a16:creationId xmlns:a16="http://schemas.microsoft.com/office/drawing/2014/main" id="{9BA0A569-CB3E-4F17-9FE1-1383FA979834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79946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3" name="装饰  2">
            <a:extLst xmlns:a="http://schemas.openxmlformats.org/drawingml/2006/main">
              <a:ext uri="{FF2B5EF4-FFF2-40B4-BE49-F238E27FC236}">
                <a16:creationId xmlns:a16="http://schemas.microsoft.com/office/drawing/2014/main" id="{0D3BA4B3-BAF9-4B36-9CF8-00EB705095E1}"/>
              </a:ext>
            </a:extLst>
          </p:cNvPr>
          <p:cNvSpPr/>
          <p:nvPr>
            <p:ph type="body" idx="16398"/>
          </p:nvPr>
        </p:nvSpPr>
        <p:spPr>
          <a:xfrm xmlns:a="http://schemas.openxmlformats.org/drawingml/2006/main">
            <a:off x="87757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4" name="文本占位符 23">
            <a:extLst xmlns:a="http://schemas.openxmlformats.org/drawingml/2006/main">
              <a:ext uri="{FF2B5EF4-FFF2-40B4-BE49-F238E27FC236}">
                <a16:creationId xmlns:a16="http://schemas.microsoft.com/office/drawing/2014/main" id="{52F91929-E4C0-4C46-85E9-979A25C7CA04}"/>
              </a:ext>
            </a:extLst>
          </p:cNvPr>
          <p:cNvSpPr/>
          <p:nvPr>
            <p:ph type="body" idx="16393"/>
          </p:nvPr>
        </p:nvSpPr>
        <p:spPr>
          <a:xfrm xmlns:a="http://schemas.openxmlformats.org/drawingml/2006/main">
            <a:off x="90043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29.xml><?xml version="1.0" encoding="utf-8"?>
<p:sldLayout xmlns:p="http://schemas.openxmlformats.org/presentationml/2006/main">
  <p:cSld name="目录页-1-5-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3200078-D9AF-4865-A291-D7323598B57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422CAA5-E0B0-460C-BDC8-C532762515AD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01FE26F-CE74-47A4-8663-4C221659CFF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ubtitle 10">
            <a:extLst xmlns:a="http://schemas.openxmlformats.org/drawingml/2006/main">
              <a:ext uri="{FF2B5EF4-FFF2-40B4-BE49-F238E27FC236}">
                <a16:creationId xmlns:a16="http://schemas.microsoft.com/office/drawing/2014/main" id="{1BA9D74D-5C45-4675-A5A1-D130EC7928A7}"/>
              </a:ext>
            </a:extLst>
          </p:cNvPr>
          <p:cNvSpPr/>
          <p:nvPr>
            <p:ph type="subTitle" idx="17826305"/>
          </p:nvPr>
        </p:nvSpPr>
        <p:spPr>
          <a:xfrm xmlns:a="http://schemas.openxmlformats.org/drawingml/2006/main">
            <a:off x="761471" y="2667000"/>
            <a:ext cx="23632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12" name="Title 11">
            <a:extLst xmlns:a="http://schemas.openxmlformats.org/drawingml/2006/main">
              <a:ext uri="{FF2B5EF4-FFF2-40B4-BE49-F238E27FC236}">
                <a16:creationId xmlns:a16="http://schemas.microsoft.com/office/drawing/2014/main" id="{3CADAA8B-046A-428A-AF4C-67E3305C30BA}"/>
              </a:ext>
            </a:extLst>
          </p:cNvPr>
          <p:cNvSpPr/>
          <p:nvPr>
            <p:ph type="ctrTitle" idx="17826049"/>
          </p:nvPr>
        </p:nvSpPr>
        <p:spPr>
          <a:xfrm xmlns:a="http://schemas.openxmlformats.org/drawingml/2006/main">
            <a:off x="760942" y="3175000"/>
            <a:ext cx="2364317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Text Placeholder 12">
            <a:extLst xmlns:a="http://schemas.openxmlformats.org/drawingml/2006/main">
              <a:ext uri="{FF2B5EF4-FFF2-40B4-BE49-F238E27FC236}">
                <a16:creationId xmlns:a16="http://schemas.microsoft.com/office/drawing/2014/main" id="{52186B07-D6F5-40B4-B1BA-0717151EA5B1}"/>
              </a:ext>
            </a:extLst>
          </p:cNvPr>
          <p:cNvSpPr/>
          <p:nvPr>
            <p:ph type="body" idx="319883777"/>
          </p:nvPr>
        </p:nvSpPr>
        <p:spPr>
          <a:xfrm xmlns:a="http://schemas.openxmlformats.org/drawingml/2006/main">
            <a:off x="40703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4" name="装饰  3">
            <a:extLst xmlns:a="http://schemas.openxmlformats.org/drawingml/2006/main">
              <a:ext uri="{FF2B5EF4-FFF2-40B4-BE49-F238E27FC236}">
                <a16:creationId xmlns:a16="http://schemas.microsoft.com/office/drawing/2014/main" id="{85486BE8-A4DD-4E28-AD79-AE80609066A1}"/>
              </a:ext>
            </a:extLst>
          </p:cNvPr>
          <p:cNvSpPr/>
          <p:nvPr>
            <p:ph type="body" idx="319883522"/>
          </p:nvPr>
        </p:nvSpPr>
        <p:spPr>
          <a:xfrm xmlns:a="http://schemas.openxmlformats.org/drawingml/2006/main">
            <a:off x="48514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5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0A82C823-0F78-419C-894D-57C14D3F50C3}"/>
              </a:ext>
            </a:extLst>
          </p:cNvPr>
          <p:cNvSpPr/>
          <p:nvPr>
            <p:ph type="body" idx="51446017"/>
          </p:nvPr>
        </p:nvSpPr>
        <p:spPr>
          <a:xfrm xmlns:a="http://schemas.openxmlformats.org/drawingml/2006/main">
            <a:off x="50800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Text Placeholder 15">
            <a:extLst xmlns:a="http://schemas.openxmlformats.org/drawingml/2006/main">
              <a:ext uri="{FF2B5EF4-FFF2-40B4-BE49-F238E27FC236}">
                <a16:creationId xmlns:a16="http://schemas.microsoft.com/office/drawing/2014/main" id="{27FF032B-E340-4608-8428-8AD6FA0920A5}"/>
              </a:ext>
            </a:extLst>
          </p:cNvPr>
          <p:cNvSpPr/>
          <p:nvPr>
            <p:ph type="body" idx="319949313"/>
          </p:nvPr>
        </p:nvSpPr>
        <p:spPr>
          <a:xfrm xmlns:a="http://schemas.openxmlformats.org/drawingml/2006/main">
            <a:off x="79946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7" name="装饰  6">
            <a:extLst xmlns:a="http://schemas.openxmlformats.org/drawingml/2006/main">
              <a:ext uri="{FF2B5EF4-FFF2-40B4-BE49-F238E27FC236}">
                <a16:creationId xmlns:a16="http://schemas.microsoft.com/office/drawing/2014/main" id="{2B3CE189-DE23-47B4-A610-253F16AC2C0F}"/>
              </a:ext>
            </a:extLst>
          </p:cNvPr>
          <p:cNvSpPr/>
          <p:nvPr>
            <p:ph type="body" idx="319949058"/>
          </p:nvPr>
        </p:nvSpPr>
        <p:spPr>
          <a:xfrm xmlns:a="http://schemas.openxmlformats.org/drawingml/2006/main">
            <a:off x="87757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8" name="Text Placeholder 17">
            <a:extLst xmlns:a="http://schemas.openxmlformats.org/drawingml/2006/main">
              <a:ext uri="{FF2B5EF4-FFF2-40B4-BE49-F238E27FC236}">
                <a16:creationId xmlns:a16="http://schemas.microsoft.com/office/drawing/2014/main" id="{ED5EE084-CAC4-4AEE-BFAA-A29A816B39F7}"/>
              </a:ext>
            </a:extLst>
          </p:cNvPr>
          <p:cNvSpPr/>
          <p:nvPr>
            <p:ph type="body" idx="51511553"/>
          </p:nvPr>
        </p:nvSpPr>
        <p:spPr>
          <a:xfrm xmlns:a="http://schemas.openxmlformats.org/drawingml/2006/main">
            <a:off x="90043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446E4F4B-8FD0-4C5B-B221-887428EEBFE0}"/>
              </a:ext>
            </a:extLst>
          </p:cNvPr>
          <p:cNvSpPr/>
          <p:nvPr>
            <p:ph type="body" idx="320014849"/>
          </p:nvPr>
        </p:nvSpPr>
        <p:spPr>
          <a:xfrm xmlns:a="http://schemas.openxmlformats.org/drawingml/2006/main">
            <a:off x="40703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E03FF28E-9757-4C94-B177-D582ABBB6B46}"/>
              </a:ext>
            </a:extLst>
          </p:cNvPr>
          <p:cNvSpPr/>
          <p:nvPr>
            <p:ph type="body" idx="320014594"/>
          </p:nvPr>
        </p:nvSpPr>
        <p:spPr>
          <a:xfrm xmlns:a="http://schemas.openxmlformats.org/drawingml/2006/main">
            <a:off x="48514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1" name="Text Placeholder 20">
            <a:extLst xmlns:a="http://schemas.openxmlformats.org/drawingml/2006/main">
              <a:ext uri="{FF2B5EF4-FFF2-40B4-BE49-F238E27FC236}">
                <a16:creationId xmlns:a16="http://schemas.microsoft.com/office/drawing/2014/main" id="{C5202AE1-2404-4191-8BE5-0DF06DFD9F1A}"/>
              </a:ext>
            </a:extLst>
          </p:cNvPr>
          <p:cNvSpPr/>
          <p:nvPr>
            <p:ph type="body" idx="51577089"/>
          </p:nvPr>
        </p:nvSpPr>
        <p:spPr>
          <a:xfrm xmlns:a="http://schemas.openxmlformats.org/drawingml/2006/main">
            <a:off x="50800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2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541DE5B9-621B-406E-A328-115F022CB9F3}"/>
              </a:ext>
            </a:extLst>
          </p:cNvPr>
          <p:cNvSpPr/>
          <p:nvPr>
            <p:ph type="body" idx="320080385"/>
          </p:nvPr>
        </p:nvSpPr>
        <p:spPr>
          <a:xfrm xmlns:a="http://schemas.openxmlformats.org/drawingml/2006/main">
            <a:off x="79946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3" name="装饰  2">
            <a:extLst xmlns:a="http://schemas.openxmlformats.org/drawingml/2006/main">
              <a:ext uri="{FF2B5EF4-FFF2-40B4-BE49-F238E27FC236}">
                <a16:creationId xmlns:a16="http://schemas.microsoft.com/office/drawing/2014/main" id="{3DA972F1-A9B7-4C45-82CC-D13C25AD5160}"/>
              </a:ext>
            </a:extLst>
          </p:cNvPr>
          <p:cNvSpPr/>
          <p:nvPr>
            <p:ph type="body" idx="320080130"/>
          </p:nvPr>
        </p:nvSpPr>
        <p:spPr>
          <a:xfrm xmlns:a="http://schemas.openxmlformats.org/drawingml/2006/main">
            <a:off x="87757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4" name="Text Placeholder 23">
            <a:extLst xmlns:a="http://schemas.openxmlformats.org/drawingml/2006/main">
              <a:ext uri="{FF2B5EF4-FFF2-40B4-BE49-F238E27FC236}">
                <a16:creationId xmlns:a16="http://schemas.microsoft.com/office/drawing/2014/main" id="{2F43611E-5864-4B47-A1B3-BDD1F57AC10C}"/>
              </a:ext>
            </a:extLst>
          </p:cNvPr>
          <p:cNvSpPr/>
          <p:nvPr>
            <p:ph type="body" idx="51642625"/>
          </p:nvPr>
        </p:nvSpPr>
        <p:spPr>
          <a:xfrm xmlns:a="http://schemas.openxmlformats.org/drawingml/2006/main">
            <a:off x="90043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30.xml><?xml version="1.0" encoding="utf-8"?>
<p:sldLayout xmlns:p="http://schemas.openxmlformats.org/presentationml/2006/main" type="blank">
  <p:cSld name="目录页-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FA5577E2-0280-4A8B-AD35-EB29EDCDBAA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58C23D26-67C5-451F-9C6A-8B3896EC65FE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9E737E3A-5841-4521-8C79-851A8A978B25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标题 7">
            <a:extLst xmlns:a="http://schemas.openxmlformats.org/drawingml/2006/main">
              <a:ext uri="{FF2B5EF4-FFF2-40B4-BE49-F238E27FC236}">
                <a16:creationId xmlns:a16="http://schemas.microsoft.com/office/drawing/2014/main" id="{697AC2D8-DA4A-4F3B-9426-7217E6322631}"/>
              </a:ext>
            </a:extLst>
          </p:cNvPr>
          <p:cNvSpPr/>
          <p:nvPr>
            <p:ph type="ctrTitle" idx="13"/>
          </p:nvPr>
        </p:nvSpPr>
        <p:spPr>
          <a:xfrm xmlns:a="http://schemas.openxmlformats.org/drawingml/2006/main">
            <a:off x="1022354" y="3517898"/>
            <a:ext cx="825502" cy="152400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algn="ctr">
              <a:lnSpc>
                <a:spcPct val="83000"/>
              </a:lnSpc>
              <a:buNone/>
              <a:defRPr sz="6000" b="0">
                <a:solidFill>
                  <a:schemeClr val="tx1"/>
                </a:solidFill>
                <a:latin typeface="Microsoft YaHei UI"/>
                <a:ea typeface="Microsoft YaHei UI"/>
                <a:cs typeface="Microsoft YaHei UI"/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31.xml><?xml version="1.0" encoding="utf-8"?>
<p:sldLayout xmlns:p="http://schemas.openxmlformats.org/presentationml/2006/main">
  <p:cSld name="结束页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FFA1B143-4242-45E3-88D7-9262F846CD5D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D85F71FF-7CB5-4CA1-B599-95F15275BAD3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EA77B1E4-C8ED-49DA-AD84-341988C341F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副标题 7">
            <a:extLst xmlns:a="http://schemas.openxmlformats.org/drawingml/2006/main">
              <a:ext uri="{FF2B5EF4-FFF2-40B4-BE49-F238E27FC236}">
                <a16:creationId xmlns:a16="http://schemas.microsoft.com/office/drawing/2014/main" id="{24C232F6-CC24-40E2-8DC8-460ED7EF2F63}"/>
              </a:ext>
            </a:extLst>
          </p:cNvPr>
          <p:cNvSpPr/>
          <p:nvPr>
            <p:ph type="subTitle" idx="13"/>
          </p:nvPr>
        </p:nvSpPr>
        <p:spPr>
          <a:xfrm xmlns:a="http://schemas.openxmlformats.org/drawingml/2006/main">
            <a:off x="1689098" y="2158999"/>
            <a:ext cx="5524503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marL="0" indent="0" algn="ctr">
              <a:lnSpc>
                <a:spcPct val="125000"/>
              </a:lnSpc>
              <a:buNone/>
              <a:defRPr sz="2400" b="0">
                <a:solidFill>
                  <a:schemeClr val="accent1"/>
                </a:solidFill>
                <a:latin typeface="+mn-ea"/>
                <a:ea typeface="+mn-ea"/>
                <a:cs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B3AC0A80-2C03-44AE-B4C5-26B438A7EE39}"/>
              </a:ext>
            </a:extLst>
          </p:cNvPr>
          <p:cNvSpPr/>
          <p:nvPr>
            <p:ph type="ctrTitle" idx="14"/>
          </p:nvPr>
        </p:nvSpPr>
        <p:spPr>
          <a:xfrm xmlns:a="http://schemas.openxmlformats.org/drawingml/2006/main">
            <a:off x="1631948" y="2682874"/>
            <a:ext cx="5638803" cy="1015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algn="ctr">
              <a:lnSpc>
                <a:spcPct val="111000"/>
              </a:lnSpc>
              <a:buNone/>
              <a:defRPr sz="6000" b="0">
                <a:solidFill>
                  <a:schemeClr val="tx1"/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32.xml><?xml version="1.0" encoding="utf-8"?>
<p:sldLayout xmlns:p="http://schemas.openxmlformats.org/presentationml/2006/main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1B6A5137-CFA5-4E7C-AC18-E7A4ADB3808F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D350FFBD-0602-42B5-821E-3747B2143FFF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99BFB56E-A5CF-4163-A274-2B0160D9A890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内容占位符 6">
            <a:extLst xmlns:a="http://schemas.openxmlformats.org/drawingml/2006/main">
              <a:ext uri="{FF2B5EF4-FFF2-40B4-BE49-F238E27FC236}">
                <a16:creationId xmlns:a16="http://schemas.microsoft.com/office/drawing/2014/main" id="{47A5EE8D-DC24-42E6-AA82-B3A1C3687C88}"/>
              </a:ext>
            </a:extLst>
          </p:cNvPr>
          <p:cNvSpPr/>
          <p:nvPr>
            <p:ph idx="13"/>
          </p:nvPr>
        </p:nvSpPr>
        <p:spPr>
          <a:xfrm xmlns:a="http://schemas.openxmlformats.org/drawingml/2006/main">
            <a:off x="608400" y="774000"/>
            <a:ext cx="10972800" cy="5482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3.xml><?xml version="1.0" encoding="utf-8"?>
<p:sldLayout xmlns:p="http://schemas.openxmlformats.org/presentationml/2006/main" type="title">
  <p:cSld name="封面页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日期占位符 15">
            <a:extLst xmlns:a="http://schemas.openxmlformats.org/drawingml/2006/main">
              <a:ext uri="{FF2B5EF4-FFF2-40B4-BE49-F238E27FC236}">
                <a16:creationId xmlns:a16="http://schemas.microsoft.com/office/drawing/2014/main" id="{1E41ACD4-4A5A-42D5-B093-C8196AEC3FE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页脚占位符 16">
            <a:extLst xmlns:a="http://schemas.openxmlformats.org/drawingml/2006/main">
              <a:ext uri="{FF2B5EF4-FFF2-40B4-BE49-F238E27FC236}">
                <a16:creationId xmlns:a16="http://schemas.microsoft.com/office/drawing/2014/main" id="{6C617C2B-F531-409D-812F-3BF852B9346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灯片编号占位符 17">
            <a:extLst xmlns:a="http://schemas.openxmlformats.org/drawingml/2006/main">
              <a:ext uri="{FF2B5EF4-FFF2-40B4-BE49-F238E27FC236}">
                <a16:creationId xmlns:a16="http://schemas.microsoft.com/office/drawing/2014/main" id="{369D9509-C9DB-4698-963E-6BEF858F082D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标题 4">
            <a:extLst xmlns:a="http://schemas.openxmlformats.org/drawingml/2006/main">
              <a:ext uri="{FF2B5EF4-FFF2-40B4-BE49-F238E27FC236}">
                <a16:creationId xmlns:a16="http://schemas.microsoft.com/office/drawing/2014/main" id="{DE279CDE-BF3E-49B9-9503-33300E1FBE62}"/>
              </a:ext>
            </a:extLst>
          </p:cNvPr>
          <p:cNvSpPr/>
          <p:nvPr>
            <p:ph type="ctrTitle" idx="13"/>
          </p:nvPr>
        </p:nvSpPr>
        <p:spPr>
          <a:xfrm xmlns:a="http://schemas.openxmlformats.org/drawingml/2006/main">
            <a:off x="1016000" y="2294890"/>
            <a:ext cx="6667500" cy="2695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05000"/>
              </a:lnSpc>
              <a:buNone/>
              <a:defRPr sz="6000" b="0" u="none" cap="none" spc="0">
                <a:solidFill>
                  <a:schemeClr val="tx1"/>
                </a:solidFill>
                <a:latin typeface="汉仪中宋简"/>
                <a:ea typeface="汉仪中宋简"/>
                <a:cs typeface="汉仪中宋简"/>
              </a:defRPr>
            </a:lvl1pPr>
          </a:lstStyle>
          <a:p xmlns:a="http://schemas.openxmlformats.org/drawingml/2006/main"/>
        </p:txBody>
      </p:sp>
      <p:sp>
        <p:nvSpPr>
          <p:cNvPr id="7" name="文本占位符 6">
            <a:extLst xmlns:a="http://schemas.openxmlformats.org/drawingml/2006/main">
              <a:ext uri="{FF2B5EF4-FFF2-40B4-BE49-F238E27FC236}">
                <a16:creationId xmlns:a16="http://schemas.microsoft.com/office/drawing/2014/main" id="{508CF94E-02C1-46F5-AAE3-2217BBAB4A69}"/>
              </a:ext>
            </a:extLst>
          </p:cNvPr>
          <p:cNvSpPr/>
          <p:nvPr>
            <p:ph type="body" idx="14"/>
          </p:nvPr>
        </p:nvSpPr>
        <p:spPr>
          <a:xfrm xmlns:a="http://schemas.openxmlformats.org/drawingml/2006/main">
            <a:off x="1016000" y="53213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algn="l">
              <a:lnSpc>
                <a:spcPct val="125000"/>
              </a:lnSpc>
              <a:buNone/>
              <a:defRPr sz="2400" b="0">
                <a:solidFill>
                  <a:schemeClr val="tx1"/>
                </a:solidFill>
                <a:latin typeface="+mn-ea"/>
                <a:ea typeface="+mn-ea"/>
                <a:cs typeface="+mn-ea"/>
              </a:defRPr>
            </a:lvl1pPr>
            <a:lvl2pPr>
              <a:buNone/>
              <a:defRPr>
                <a:solidFill>
                  <a:schemeClr val="tx1"/>
                </a:solidFill>
              </a:defRPr>
            </a:lvl2pPr>
            <a:lvl3pPr>
              <a:buNone/>
              <a:defRPr>
                <a:solidFill>
                  <a:schemeClr val="tx1"/>
                </a:solidFill>
              </a:defRPr>
            </a:lvl3pPr>
            <a:lvl4pPr>
              <a:buNone/>
              <a:defRPr>
                <a:solidFill>
                  <a:schemeClr val="tx1"/>
                </a:solidFill>
              </a:defRPr>
            </a:lvl4pPr>
            <a:lvl5pPr>
              <a:buNone/>
              <a:defRPr>
                <a:solidFill>
                  <a:schemeClr val="tx1"/>
                </a:solidFill>
              </a:defRPr>
            </a:lvl5pPr>
          </a:lstStyle>
          <a:p xmlns:a="http://schemas.openxmlformats.org/drawingml/2006/main"/>
        </p:txBody>
      </p:sp>
      <p:sp>
        <p:nvSpPr>
          <p:cNvPr id="8" name="文本占位符 7">
            <a:extLst xmlns:a="http://schemas.openxmlformats.org/drawingml/2006/main">
              <a:ext uri="{FF2B5EF4-FFF2-40B4-BE49-F238E27FC236}">
                <a16:creationId xmlns:a16="http://schemas.microsoft.com/office/drawing/2014/main" id="{B1602AA1-C605-404F-B3DC-7A17D1A6C442}"/>
              </a:ext>
            </a:extLst>
          </p:cNvPr>
          <p:cNvSpPr/>
          <p:nvPr>
            <p:ph type="body" idx="15"/>
          </p:nvPr>
        </p:nvSpPr>
        <p:spPr>
          <a:xfrm xmlns:a="http://schemas.openxmlformats.org/drawingml/2006/main">
            <a:off x="1016000" y="178689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algn="l">
              <a:lnSpc>
                <a:spcPct val="125000"/>
              </a:lnSpc>
              <a:buNone/>
              <a:defRPr sz="2400" b="0">
                <a:solidFill>
                  <a:schemeClr val="accent1"/>
                </a:solidFill>
                <a:latin typeface="+mn-ea"/>
                <a:ea typeface="+mn-ea"/>
                <a:cs typeface="+mn-ea"/>
              </a:defRPr>
            </a:lvl1pPr>
            <a:lvl2pPr>
              <a:buNone/>
              <a:defRPr>
                <a:solidFill>
                  <a:schemeClr val="accent4"/>
                </a:solidFill>
              </a:defRPr>
            </a:lvl2pPr>
            <a:lvl3pPr>
              <a:buNone/>
              <a:defRPr>
                <a:solidFill>
                  <a:schemeClr val="accent4"/>
                </a:solidFill>
              </a:defRPr>
            </a:lvl3pPr>
            <a:lvl4pPr>
              <a:buNone/>
              <a:defRPr>
                <a:solidFill>
                  <a:schemeClr val="accent4"/>
                </a:solidFill>
              </a:defRPr>
            </a:lvl4pPr>
            <a:lvl5pPr>
              <a:buNone/>
              <a:defRPr>
                <a:solidFill>
                  <a:schemeClr val="accent4"/>
                </a:solidFill>
              </a:defRPr>
            </a:lvl5pPr>
          </a:lstStyle>
          <a:p xmlns:a="http://schemas.openxmlformats.org/drawingml/2006/main"/>
        </p:txBody>
      </p:sp>
    </p:spTree>
  </p:cSld>
</p:sldLayout>
</file>

<file path=ppt/slideLayouts/slideLayout34.xml><?xml version="1.0" encoding="utf-8"?>
<p:sldLayout xmlns:p="http://schemas.openxmlformats.org/presentationml/2006/main" type="vertTitleAndTx">
  <p:cSld name="竖版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282A9741-A371-4F8E-B061-F4E8B28754C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9547860" y="609600"/>
            <a:ext cx="2032016" cy="563884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53D15FB2-9FDE-4973-B217-E61D46C02750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609600" y="609600"/>
            <a:ext cx="8636069" cy="5638800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642C95E2-554B-4AA0-A3A3-744E530B664F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05155" y="6314440"/>
            <a:ext cx="2707005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页脚占位符 10">
            <a:extLst xmlns:a="http://schemas.openxmlformats.org/drawingml/2006/main">
              <a:ext uri="{FF2B5EF4-FFF2-40B4-BE49-F238E27FC236}">
                <a16:creationId xmlns:a16="http://schemas.microsoft.com/office/drawing/2014/main" id="{8238058D-906B-4B26-A11B-48397A0642DD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灯片编号占位符 11">
            <a:extLst xmlns:a="http://schemas.openxmlformats.org/drawingml/2006/main">
              <a:ext uri="{FF2B5EF4-FFF2-40B4-BE49-F238E27FC236}">
                <a16:creationId xmlns:a16="http://schemas.microsoft.com/office/drawing/2014/main" id="{1442D769-BE80-440B-80B9-8E7EC7A2AA5F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300" y="6314440"/>
            <a:ext cx="2711450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35.xml><?xml version="1.0" encoding="utf-8"?>
<p:sldLayout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CE54887-9E26-45C9-957B-85CAA582D88D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9584" y="609457"/>
            <a:ext cx="355602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6327EA63-B908-471F-A071-D0BED062B971}"/>
              </a:ext>
            </a:extLst>
          </p:cNvPr>
          <p:cNvSpPr/>
          <p:nvPr>
            <p:ph type="pic" idx="1"/>
          </p:nvPr>
        </p:nvSpPr>
        <p:spPr>
          <a:xfrm xmlns:a="http://schemas.openxmlformats.org/drawingml/2006/main">
            <a:off x="4772660" y="609600"/>
            <a:ext cx="6807254" cy="5638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BD17A891-DE87-4712-8D92-2AD6A4F060BF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609600" y="2311400"/>
            <a:ext cx="3556000" cy="393703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30" name="页脚占位符 29">
            <a:extLst xmlns:a="http://schemas.openxmlformats.org/drawingml/2006/main">
              <a:ext uri="{FF2B5EF4-FFF2-40B4-BE49-F238E27FC236}">
                <a16:creationId xmlns:a16="http://schemas.microsoft.com/office/drawing/2014/main" id="{C115B253-1116-46D2-964F-8F4A0F3B5F76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31" name="灯片编号占位符 30">
            <a:extLst xmlns:a="http://schemas.openxmlformats.org/drawingml/2006/main">
              <a:ext uri="{FF2B5EF4-FFF2-40B4-BE49-F238E27FC236}">
                <a16:creationId xmlns:a16="http://schemas.microsoft.com/office/drawing/2014/main" id="{13067DDD-6116-443E-A078-9F007753376A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300" y="6314440"/>
            <a:ext cx="2711450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32" name="日期占位符 31">
            <a:extLst xmlns:a="http://schemas.openxmlformats.org/drawingml/2006/main">
              <a:ext uri="{FF2B5EF4-FFF2-40B4-BE49-F238E27FC236}">
                <a16:creationId xmlns:a16="http://schemas.microsoft.com/office/drawing/2014/main" id="{F6738E5A-99FA-4200-BFD3-872A4377BC42}"/>
              </a:ext>
            </a:extLst>
          </p:cNvPr>
          <p:cNvSpPr/>
          <p:nvPr>
            <p:ph type="dt" idx="10"/>
          </p:nvPr>
        </p:nvSpPr>
        <p:spPr>
          <a:xfrm xmlns:a="http://schemas.openxmlformats.org/drawingml/2006/main">
            <a:off x="603250" y="6314440"/>
            <a:ext cx="2708910" cy="31686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6.xml><?xml version="1.0" encoding="utf-8"?>
<p:sldLayout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090976B-5C4B-4A4C-AB38-A6B3B1187ABE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9556" y="482473"/>
            <a:ext cx="10972888" cy="71120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3118BB4C-9123-48B8-BEAE-73B81E39650E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05155" y="6314440"/>
            <a:ext cx="2707005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7" name="页脚占位符 6">
            <a:extLst xmlns:a="http://schemas.openxmlformats.org/drawingml/2006/main">
              <a:ext uri="{FF2B5EF4-FFF2-40B4-BE49-F238E27FC236}">
                <a16:creationId xmlns:a16="http://schemas.microsoft.com/office/drawing/2014/main" id="{9325BF44-30DF-4DD0-A945-B454478C2557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灯片编号占位符 10">
            <a:extLst xmlns:a="http://schemas.openxmlformats.org/drawingml/2006/main">
              <a:ext uri="{FF2B5EF4-FFF2-40B4-BE49-F238E27FC236}">
                <a16:creationId xmlns:a16="http://schemas.microsoft.com/office/drawing/2014/main" id="{990C90F0-6011-43B2-B1FA-32DBCFAD54CE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300" y="6314440"/>
            <a:ext cx="2711450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37.xml><?xml version="1.0" encoding="utf-8"?>
<p:sldLayout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BAEBEEA-9864-42BB-BF64-4DE96916036F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9556" y="482601"/>
            <a:ext cx="10972888" cy="71120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A8B9FEA1-2A5D-4400-9840-3263E1D8FB81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607060" y="1524000"/>
            <a:ext cx="5257842" cy="914407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49C56D6F-D4B3-4806-A29D-527FB337BEEB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609600" y="2540000"/>
            <a:ext cx="5257800" cy="370843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8D0BB4FB-D423-42A6-B4FA-392D4DC1D8BA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6324411" y="1523712"/>
            <a:ext cx="5257842" cy="914407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7EB51553-EB4F-43B3-8EEC-C956E1C97F10}"/>
              </a:ext>
            </a:extLst>
          </p:cNvPr>
          <p:cNvSpPr/>
          <p:nvPr>
            <p:ph idx="4"/>
          </p:nvPr>
        </p:nvSpPr>
        <p:spPr>
          <a:xfrm xmlns:a="http://schemas.openxmlformats.org/drawingml/2006/main">
            <a:off x="6324600" y="2540000"/>
            <a:ext cx="5257800" cy="370843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日期占位符 18">
            <a:extLst xmlns:a="http://schemas.openxmlformats.org/drawingml/2006/main">
              <a:ext uri="{FF2B5EF4-FFF2-40B4-BE49-F238E27FC236}">
                <a16:creationId xmlns:a16="http://schemas.microsoft.com/office/drawing/2014/main" id="{6F918A77-8F13-4DC8-97C4-BFA80C67CD05}"/>
              </a:ext>
            </a:extLst>
          </p:cNvPr>
          <p:cNvSpPr/>
          <p:nvPr>
            <p:ph type="dt" idx="10"/>
          </p:nvPr>
        </p:nvSpPr>
        <p:spPr>
          <a:xfrm xmlns:a="http://schemas.openxmlformats.org/drawingml/2006/main">
            <a:off x="603250" y="6314440"/>
            <a:ext cx="2708910" cy="31686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页脚占位符 19">
            <a:extLst xmlns:a="http://schemas.openxmlformats.org/drawingml/2006/main">
              <a:ext uri="{FF2B5EF4-FFF2-40B4-BE49-F238E27FC236}">
                <a16:creationId xmlns:a16="http://schemas.microsoft.com/office/drawing/2014/main" id="{9358B918-C2AE-4B1F-B493-04EF58897393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灯片编号占位符 20">
            <a:extLst xmlns:a="http://schemas.openxmlformats.org/drawingml/2006/main">
              <a:ext uri="{FF2B5EF4-FFF2-40B4-BE49-F238E27FC236}">
                <a16:creationId xmlns:a16="http://schemas.microsoft.com/office/drawing/2014/main" id="{154507C9-5A4C-4FD4-887E-183A35C2BD89}"/>
              </a:ext>
            </a:extLst>
          </p:cNvPr>
          <p:cNvSpPr/>
          <p:nvPr>
            <p:ph type="sldNum" idx="12"/>
          </p:nvPr>
        </p:nvSpPr>
        <p:spPr>
          <a:xfrm xmlns:a="http://schemas.openxmlformats.org/drawingml/2006/main">
            <a:off x="8877300" y="6314440"/>
            <a:ext cx="2709545" cy="31686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8.xml><?xml version="1.0" encoding="utf-8"?>
<p:sldLayout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807AC0F-E31D-49B6-8378-34742066ED93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9556" y="482457"/>
            <a:ext cx="10972888" cy="71120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59E7E446-D38B-4BE9-B85A-86AB84A872C5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609584" y="1523857"/>
            <a:ext cx="5257842" cy="47244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89F3929-DFB3-4780-8B61-B5BAB3367055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6322060" y="1524000"/>
            <a:ext cx="5266690" cy="47244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页脚占位符 11">
            <a:extLst xmlns:a="http://schemas.openxmlformats.org/drawingml/2006/main">
              <a:ext uri="{FF2B5EF4-FFF2-40B4-BE49-F238E27FC236}">
                <a16:creationId xmlns:a16="http://schemas.microsoft.com/office/drawing/2014/main" id="{222385AD-F4A1-4623-ADDD-F944A25CB3CE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4" name="日期占位符 13">
            <a:extLst xmlns:a="http://schemas.openxmlformats.org/drawingml/2006/main">
              <a:ext uri="{FF2B5EF4-FFF2-40B4-BE49-F238E27FC236}">
                <a16:creationId xmlns:a16="http://schemas.microsoft.com/office/drawing/2014/main" id="{9C787175-C138-40C0-85D5-80828A2790D1}"/>
              </a:ext>
            </a:extLst>
          </p:cNvPr>
          <p:cNvSpPr/>
          <p:nvPr>
            <p:ph type="dt" idx="10"/>
          </p:nvPr>
        </p:nvSpPr>
        <p:spPr>
          <a:xfrm xmlns:a="http://schemas.openxmlformats.org/drawingml/2006/main">
            <a:off x="603250" y="6314440"/>
            <a:ext cx="2708910" cy="31686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灯片编号占位符 14">
            <a:extLst xmlns:a="http://schemas.openxmlformats.org/drawingml/2006/main">
              <a:ext uri="{FF2B5EF4-FFF2-40B4-BE49-F238E27FC236}">
                <a16:creationId xmlns:a16="http://schemas.microsoft.com/office/drawing/2014/main" id="{57B843C5-0DEF-451A-A009-896C3095D5BE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300" y="6314440"/>
            <a:ext cx="2711450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39.xml><?xml version="1.0" encoding="utf-8"?>
<p:sldLayout xmlns:p="http://schemas.openxmlformats.org/presentationml/2006/main" type="secHead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ACEDF1A-9022-4B4F-9770-F14F3E7BED2B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DE49806-BB43-413D-90AF-24535032112A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/>
        </p:txBody>
      </p:sp>
      <p:sp>
        <p:nvSpPr>
          <p:cNvPr id="10" name="日期占位符 9">
            <a:extLst xmlns:a="http://schemas.openxmlformats.org/drawingml/2006/main">
              <a:ext uri="{FF2B5EF4-FFF2-40B4-BE49-F238E27FC236}">
                <a16:creationId xmlns:a16="http://schemas.microsoft.com/office/drawing/2014/main" id="{70804939-EB35-43E0-9D81-98A548A024D5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05155" y="6314440"/>
            <a:ext cx="2707005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页脚占位符 10">
            <a:extLst xmlns:a="http://schemas.openxmlformats.org/drawingml/2006/main">
              <a:ext uri="{FF2B5EF4-FFF2-40B4-BE49-F238E27FC236}">
                <a16:creationId xmlns:a16="http://schemas.microsoft.com/office/drawing/2014/main" id="{B77E4598-3A1E-42D7-933F-9ECC4C873684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灯片编号占位符 11">
            <a:extLst xmlns:a="http://schemas.openxmlformats.org/drawingml/2006/main">
              <a:ext uri="{FF2B5EF4-FFF2-40B4-BE49-F238E27FC236}">
                <a16:creationId xmlns:a16="http://schemas.microsoft.com/office/drawing/2014/main" id="{7406766A-5141-4B24-A2EE-788BB65D76B0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300" y="6314440"/>
            <a:ext cx="2711450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40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98F19DB4-BA6E-40A4-B8AB-814075A948EC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05155" y="6314440"/>
            <a:ext cx="2707005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D52C8D42-59FF-49F3-B519-D0C694E19E8A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2CC26994-0692-448D-A663-C4B3FBF4976B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300" y="6314440"/>
            <a:ext cx="2711450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41.xml><?xml version="1.0" encoding="utf-8"?>
<p:sldLayout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B65CC14-C83B-4106-8ADB-4EBEA0A6383E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9584" y="482457"/>
            <a:ext cx="10972888" cy="71120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C8850885-C083-4903-AB8A-FE3463342F2A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609556" y="1524000"/>
            <a:ext cx="10972888" cy="47244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日期占位符 9">
            <a:extLst xmlns:a="http://schemas.openxmlformats.org/drawingml/2006/main">
              <a:ext uri="{FF2B5EF4-FFF2-40B4-BE49-F238E27FC236}">
                <a16:creationId xmlns:a16="http://schemas.microsoft.com/office/drawing/2014/main" id="{39F22F08-BCB4-47E3-A8BF-05D097C09535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05155" y="6314440"/>
            <a:ext cx="2707005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页脚占位符 10">
            <a:extLst xmlns:a="http://schemas.openxmlformats.org/drawingml/2006/main">
              <a:ext uri="{FF2B5EF4-FFF2-40B4-BE49-F238E27FC236}">
                <a16:creationId xmlns:a16="http://schemas.microsoft.com/office/drawing/2014/main" id="{4AFF5A24-3B77-4F0F-A7E0-CE26ED02CFB4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灯片编号占位符 11">
            <a:extLst xmlns:a="http://schemas.openxmlformats.org/drawingml/2006/main">
              <a:ext uri="{FF2B5EF4-FFF2-40B4-BE49-F238E27FC236}">
                <a16:creationId xmlns:a16="http://schemas.microsoft.com/office/drawing/2014/main" id="{05A3D108-A7DA-4684-8C1C-7BDBABEC8BB9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300" y="6314440"/>
            <a:ext cx="2711450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42.xml><?xml version="1.0" encoding="utf-8"?>
<p:sldLayout xmlns:p="http://schemas.openxmlformats.org/presentationml/2006/main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内容占位符 1">
            <a:extLst xmlns:a="http://schemas.openxmlformats.org/drawingml/2006/main">
              <a:ext uri="{FF2B5EF4-FFF2-40B4-BE49-F238E27FC236}">
                <a16:creationId xmlns:a16="http://schemas.microsoft.com/office/drawing/2014/main" id="{68CF6953-DF9C-4A6D-84B2-2F7FB38A8B27}"/>
              </a:ext>
            </a:extLst>
          </p:cNvPr>
          <p:cNvSpPr/>
          <p:nvPr>
            <p:ph idx="0"/>
          </p:nvPr>
        </p:nvSpPr>
        <p:spPr>
          <a:xfrm xmlns:a="http://schemas.openxmlformats.org/drawingml/2006/main">
            <a:off x="609600" y="609600"/>
            <a:ext cx="10973435" cy="5638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日期占位符 11">
            <a:extLst xmlns:a="http://schemas.openxmlformats.org/drawingml/2006/main">
              <a:ext uri="{FF2B5EF4-FFF2-40B4-BE49-F238E27FC236}">
                <a16:creationId xmlns:a16="http://schemas.microsoft.com/office/drawing/2014/main" id="{755D14FD-21AC-404C-AFD1-92C5CABB3F7F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05155" y="6314440"/>
            <a:ext cx="2707005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页脚占位符 12">
            <a:extLst xmlns:a="http://schemas.openxmlformats.org/drawingml/2006/main">
              <a:ext uri="{FF2B5EF4-FFF2-40B4-BE49-F238E27FC236}">
                <a16:creationId xmlns:a16="http://schemas.microsoft.com/office/drawing/2014/main" id="{C04BD51B-8E30-4C05-BFFA-69E6735A266F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4" name="灯片编号占位符 13">
            <a:extLst xmlns:a="http://schemas.openxmlformats.org/drawingml/2006/main">
              <a:ext uri="{FF2B5EF4-FFF2-40B4-BE49-F238E27FC236}">
                <a16:creationId xmlns:a16="http://schemas.microsoft.com/office/drawing/2014/main" id="{C714A522-A7A2-4889-B253-57F9C0318CCE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300" y="6314440"/>
            <a:ext cx="2711450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43.xml><?xml version="1.0" encoding="utf-8"?>
<p:sldLayout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96D0068-0CFA-423B-B754-B84B2E979922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3968" y="136131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401E4FA9-755B-4FB2-A840-D1AD181214CD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3968" y="384098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10" name="日期占位符 9">
            <a:extLst xmlns:a="http://schemas.openxmlformats.org/drawingml/2006/main">
              <a:ext uri="{FF2B5EF4-FFF2-40B4-BE49-F238E27FC236}">
                <a16:creationId xmlns:a16="http://schemas.microsoft.com/office/drawing/2014/main" id="{72C711BF-C35C-4A7F-8F96-CBDADB124297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05155" y="6314440"/>
            <a:ext cx="2707005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页脚占位符 10">
            <a:extLst xmlns:a="http://schemas.openxmlformats.org/drawingml/2006/main">
              <a:ext uri="{FF2B5EF4-FFF2-40B4-BE49-F238E27FC236}">
                <a16:creationId xmlns:a16="http://schemas.microsoft.com/office/drawing/2014/main" id="{307EDA51-E2A1-4A90-B245-78DAF10557FE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灯片编号占位符 11">
            <a:extLst xmlns:a="http://schemas.openxmlformats.org/drawingml/2006/main">
              <a:ext uri="{FF2B5EF4-FFF2-40B4-BE49-F238E27FC236}">
                <a16:creationId xmlns:a16="http://schemas.microsoft.com/office/drawing/2014/main" id="{7DA884FE-DA06-435A-BA87-5DDD71726FDB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300" y="6314440"/>
            <a:ext cx="2711450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f106a34d8a5465a" /><Relationship Type="http://schemas.openxmlformats.org/officeDocument/2006/relationships/slideLayout" Target="/ppt/slideLayouts/slideLayout2.xml" Id="Raf93db4008a94c06" /><Relationship Type="http://schemas.openxmlformats.org/officeDocument/2006/relationships/slideLayout" Target="/ppt/slideLayouts/slideLayout3.xml" Id="Rb9c68f19ddcf4c66" /><Relationship Type="http://schemas.openxmlformats.org/officeDocument/2006/relationships/slideLayout" Target="/ppt/slideLayouts/slideLayout4.xml" Id="Ra0a0033359564fd2" /><Relationship Type="http://schemas.openxmlformats.org/officeDocument/2006/relationships/slideLayout" Target="/ppt/slideLayouts/slideLayout5.xml" Id="R1db1c7b93ecd4c7d" /><Relationship Type="http://schemas.openxmlformats.org/officeDocument/2006/relationships/slideLayout" Target="/ppt/slideLayouts/slideLayout6.xml" Id="Rbe1899aaa228437f" /><Relationship Type="http://schemas.openxmlformats.org/officeDocument/2006/relationships/slideLayout" Target="/ppt/slideLayouts/slideLayout7.xml" Id="R47c5d0ca3a144f20" /><Relationship Type="http://schemas.openxmlformats.org/officeDocument/2006/relationships/slideLayout" Target="/ppt/slideLayouts/slideLayout8.xml" Id="Rad3279ba7af7430e" /><Relationship Type="http://schemas.openxmlformats.org/officeDocument/2006/relationships/slideLayout" Target="/ppt/slideLayouts/slideLayout9.xml" Id="R8e38d8590ed248f8" /><Relationship Type="http://schemas.openxmlformats.org/officeDocument/2006/relationships/slideLayout" Target="/ppt/slideLayouts/slideLayout10.xml" Id="Rcebf2dce02a84be5" /><Relationship Type="http://schemas.openxmlformats.org/officeDocument/2006/relationships/slideLayout" Target="/ppt/slideLayouts/slideLayout11.xml" Id="Re05f293c330d45e5" /><Relationship Type="http://schemas.openxmlformats.org/officeDocument/2006/relationships/slideLayout" Target="/ppt/slideLayouts/slideLayout12.xml" Id="Rd840d62921c14de6" /><Relationship Type="http://schemas.openxmlformats.org/officeDocument/2006/relationships/slideLayout" Target="/ppt/slideLayouts/slideLayout13.xml" Id="R06a758ec3fde469a" /><Relationship Type="http://schemas.openxmlformats.org/officeDocument/2006/relationships/slideLayout" Target="/ppt/slideLayouts/slideLayout14.xml" Id="R255e92b5306d433f" /><Relationship Type="http://schemas.openxmlformats.org/officeDocument/2006/relationships/slideLayout" Target="/ppt/slideLayouts/slideLayout15.xml" Id="R22c2fff8d4864811" /><Relationship Type="http://schemas.openxmlformats.org/officeDocument/2006/relationships/slideLayout" Target="/ppt/slideLayouts/slideLayout16.xml" Id="Rad7ff464d4b3480e" /><Relationship Type="http://schemas.openxmlformats.org/officeDocument/2006/relationships/slideLayout" Target="/ppt/slideLayouts/slideLayout17.xml" Id="R58ccf5a2ca9b4ebe" /><Relationship Type="http://schemas.openxmlformats.org/officeDocument/2006/relationships/slideLayout" Target="/ppt/slideLayouts/slideLayout18.xml" Id="Rd77c261c12994d21" /><Relationship Type="http://schemas.openxmlformats.org/officeDocument/2006/relationships/slideLayout" Target="/ppt/slideLayouts/slideLayout19.xml" Id="Rb7abdfe6c937405e" /><Relationship Type="http://schemas.openxmlformats.org/officeDocument/2006/relationships/slideLayout" Target="/ppt/slideLayouts/slideLayout20.xml" Id="Rb5987b5966db4c27" /><Relationship Type="http://schemas.openxmlformats.org/officeDocument/2006/relationships/slideLayout" Target="/ppt/slideLayouts/slideLayout21.xml" Id="R07e326c095674471" /><Relationship Type="http://schemas.openxmlformats.org/officeDocument/2006/relationships/slideLayout" Target="/ppt/slideLayouts/slideLayout22.xml" Id="R68767c4758de44a5" /><Relationship Type="http://schemas.openxmlformats.org/officeDocument/2006/relationships/slideLayout" Target="/ppt/slideLayouts/slideLayout23.xml" Id="Rcee81f732b9545dc" /><Relationship Type="http://schemas.openxmlformats.org/officeDocument/2006/relationships/slideLayout" Target="/ppt/slideLayouts/slideLayout24.xml" Id="Rceacbbb7af5745f4" /><Relationship Type="http://schemas.openxmlformats.org/officeDocument/2006/relationships/slideLayout" Target="/ppt/slideLayouts/slideLayout25.xml" Id="R33adcbf84da3439e" /><Relationship Type="http://schemas.openxmlformats.org/officeDocument/2006/relationships/slideLayout" Target="/ppt/slideLayouts/slideLayout26.xml" Id="R33f3f3368ae74807" /><Relationship Type="http://schemas.openxmlformats.org/officeDocument/2006/relationships/slideLayout" Target="/ppt/slideLayouts/slideLayout27.xml" Id="R63e98776a3314f36" /><Relationship Type="http://schemas.openxmlformats.org/officeDocument/2006/relationships/slideLayout" Target="/ppt/slideLayouts/slideLayout28.xml" Id="R2c1291812b30468c" /><Relationship Type="http://schemas.openxmlformats.org/officeDocument/2006/relationships/slideLayout" Target="/ppt/slideLayouts/slideLayout29.xml" Id="Rbf9489164f9741e8" /><Relationship Type="http://schemas.openxmlformats.org/officeDocument/2006/relationships/slideLayout" Target="/ppt/slideLayouts/slideLayout30.xml" Id="Ra5f9d3c29cdd46c7" /><Relationship Type="http://schemas.openxmlformats.org/officeDocument/2006/relationships/slideLayout" Target="/ppt/slideLayouts/slideLayout31.xml" Id="Re30118df35404349" /><Relationship Type="http://schemas.openxmlformats.org/officeDocument/2006/relationships/slideLayout" Target="/ppt/slideLayouts/slideLayout32.xml" Id="R9b720fa94cdd4fea" /><Relationship Type="http://schemas.openxmlformats.org/officeDocument/2006/relationships/slideLayout" Target="/ppt/slideLayouts/slideLayout33.xml" Id="R88613033c148447a" /><Relationship Type="http://schemas.openxmlformats.org/officeDocument/2006/relationships/slideLayout" Target="/ppt/slideLayouts/slideLayout34.xml" Id="R78d5265118824a62" /><Relationship Type="http://schemas.openxmlformats.org/officeDocument/2006/relationships/slideLayout" Target="/ppt/slideLayouts/slideLayout35.xml" Id="R8746af83703e4b0a" /><Relationship Type="http://schemas.openxmlformats.org/officeDocument/2006/relationships/slideLayout" Target="/ppt/slideLayouts/slideLayout36.xml" Id="Rc0b6a8acbe3f4799" /><Relationship Type="http://schemas.openxmlformats.org/officeDocument/2006/relationships/slideLayout" Target="/ppt/slideLayouts/slideLayout37.xml" Id="R7dfa81a981104938" /><Relationship Type="http://schemas.openxmlformats.org/officeDocument/2006/relationships/slideLayout" Target="/ppt/slideLayouts/slideLayout38.xml" Id="R5ad74068706e4ac2" /><Relationship Type="http://schemas.openxmlformats.org/officeDocument/2006/relationships/slideLayout" Target="/ppt/slideLayouts/slideLayout39.xml" Id="R51647744a2fd49d4" /><Relationship Type="http://schemas.openxmlformats.org/officeDocument/2006/relationships/slideLayout" Target="/ppt/slideLayouts/slideLayout40.xml" Id="R65bb68a0096341d7" /><Relationship Type="http://schemas.openxmlformats.org/officeDocument/2006/relationships/slideLayout" Target="/ppt/slideLayouts/slideLayout41.xml" Id="R072f3e1a1c1c445e" /><Relationship Type="http://schemas.openxmlformats.org/officeDocument/2006/relationships/slideLayout" Target="/ppt/slideLayouts/slideLayout42.xml" Id="R6b83f35de1ee4b5b" /><Relationship Type="http://schemas.openxmlformats.org/officeDocument/2006/relationships/slideLayout" Target="/ppt/slideLayouts/slideLayout43.xml" Id="Ref574c407a00412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14254ED4-736B-4AF0-A7D0-EA090122A64B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170" tIns="46990" rIns="90170" bIns="4699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0BAB095-7BEB-4516-83D0-4FED77EAB2A3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608400" y="1490400"/>
            <a:ext cx="10969200" cy="475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31FFDC9-74A2-4D5B-8AB6-B7CED60F98A2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120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425A935-4E88-4C6F-9461-88C6FF89B9E0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33B7B1E-0995-44A4-9770-541D7894F22F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6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7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24525AC3-0B3E-4D74-BC04-8B2C55E92649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170" tIns="46990" rIns="90170" bIns="4699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3AD53C2-8B42-4324-B8D1-D607821EA4B7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608400" y="1490400"/>
            <a:ext cx="10969200" cy="475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9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CF53D62-1E69-4A31-87EB-F8B5D8419D34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120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0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C25A8D0-E409-4512-8774-D39B5D578EC1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F8B13D8-B2A7-4B02-B727-B4A402566E2F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6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BC68C38-08A1-429E-B580-E28F51E9869F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05155" y="6314440"/>
            <a:ext cx="2707005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7185D30-3028-46E5-90C3-8079DBC2296C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4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13DDF11-851A-44E8-A142-012C502DEBCA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300" y="6314440"/>
            <a:ext cx="2711450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72BF347A-9317-424C-A98B-CC7DDCF390E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9556" y="482473"/>
            <a:ext cx="10972888" cy="7112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6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5623E828-A276-4FD2-8C01-5E0A81FA7D92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609556" y="1524000"/>
            <a:ext cx="10972888" cy="4724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93db4008a94c06"/>
    <p:sldLayoutId xmlns:r="http://schemas.openxmlformats.org/officeDocument/2006/relationships" id="2147483650" r:id="Rb9c68f19ddcf4c66"/>
    <p:sldLayoutId xmlns:r="http://schemas.openxmlformats.org/officeDocument/2006/relationships" id="2147483651" r:id="Ra0a0033359564fd2"/>
    <p:sldLayoutId xmlns:r="http://schemas.openxmlformats.org/officeDocument/2006/relationships" id="2147483652" r:id="R1db1c7b93ecd4c7d"/>
    <p:sldLayoutId xmlns:r="http://schemas.openxmlformats.org/officeDocument/2006/relationships" id="2147483653" r:id="Rbe1899aaa228437f"/>
    <p:sldLayoutId xmlns:r="http://schemas.openxmlformats.org/officeDocument/2006/relationships" id="2147483654" r:id="R47c5d0ca3a144f20"/>
    <p:sldLayoutId xmlns:r="http://schemas.openxmlformats.org/officeDocument/2006/relationships" id="2147483655" r:id="Rad3279ba7af7430e"/>
    <p:sldLayoutId xmlns:r="http://schemas.openxmlformats.org/officeDocument/2006/relationships" id="2147483656" r:id="R8e38d8590ed248f8"/>
    <p:sldLayoutId xmlns:r="http://schemas.openxmlformats.org/officeDocument/2006/relationships" id="2147483657" r:id="Rcebf2dce02a84be5"/>
    <p:sldLayoutId xmlns:r="http://schemas.openxmlformats.org/officeDocument/2006/relationships" id="2147483658" r:id="Re05f293c330d45e5"/>
    <p:sldLayoutId xmlns:r="http://schemas.openxmlformats.org/officeDocument/2006/relationships" id="2147483659" r:id="Rd840d62921c14de6"/>
    <p:sldLayoutId xmlns:r="http://schemas.openxmlformats.org/officeDocument/2006/relationships" id="2147483660" r:id="R06a758ec3fde469a"/>
    <p:sldLayoutId xmlns:r="http://schemas.openxmlformats.org/officeDocument/2006/relationships" id="2147483661" r:id="R255e92b5306d433f"/>
    <p:sldLayoutId xmlns:r="http://schemas.openxmlformats.org/officeDocument/2006/relationships" id="2147483662" r:id="R22c2fff8d4864811"/>
    <p:sldLayoutId xmlns:r="http://schemas.openxmlformats.org/officeDocument/2006/relationships" id="2147483663" r:id="Rad7ff464d4b3480e"/>
    <p:sldLayoutId xmlns:r="http://schemas.openxmlformats.org/officeDocument/2006/relationships" id="2147483664" r:id="R58ccf5a2ca9b4ebe"/>
    <p:sldLayoutId xmlns:r="http://schemas.openxmlformats.org/officeDocument/2006/relationships" id="2147483665" r:id="Rd77c261c12994d21"/>
    <p:sldLayoutId xmlns:r="http://schemas.openxmlformats.org/officeDocument/2006/relationships" id="2147483666" r:id="Rb7abdfe6c937405e"/>
    <p:sldLayoutId xmlns:r="http://schemas.openxmlformats.org/officeDocument/2006/relationships" id="2147483667" r:id="Rb5987b5966db4c27"/>
    <p:sldLayoutId xmlns:r="http://schemas.openxmlformats.org/officeDocument/2006/relationships" id="2147483668" r:id="R07e326c095674471"/>
    <p:sldLayoutId xmlns:r="http://schemas.openxmlformats.org/officeDocument/2006/relationships" id="2147483669" r:id="R68767c4758de44a5"/>
    <p:sldLayoutId xmlns:r="http://schemas.openxmlformats.org/officeDocument/2006/relationships" id="2147483670" r:id="Rcee81f732b9545dc"/>
    <p:sldLayoutId xmlns:r="http://schemas.openxmlformats.org/officeDocument/2006/relationships" id="2147483671" r:id="Rceacbbb7af5745f4"/>
    <p:sldLayoutId xmlns:r="http://schemas.openxmlformats.org/officeDocument/2006/relationships" id="2147483672" r:id="R33adcbf84da3439e"/>
    <p:sldLayoutId xmlns:r="http://schemas.openxmlformats.org/officeDocument/2006/relationships" id="2147483673" r:id="R33f3f3368ae74807"/>
    <p:sldLayoutId xmlns:r="http://schemas.openxmlformats.org/officeDocument/2006/relationships" id="2147483674" r:id="R63e98776a3314f36"/>
    <p:sldLayoutId xmlns:r="http://schemas.openxmlformats.org/officeDocument/2006/relationships" id="2147483675" r:id="R2c1291812b30468c"/>
    <p:sldLayoutId xmlns:r="http://schemas.openxmlformats.org/officeDocument/2006/relationships" id="2147483676" r:id="Rbf9489164f9741e8"/>
    <p:sldLayoutId xmlns:r="http://schemas.openxmlformats.org/officeDocument/2006/relationships" id="2147483677" r:id="Ra5f9d3c29cdd46c7"/>
    <p:sldLayoutId xmlns:r="http://schemas.openxmlformats.org/officeDocument/2006/relationships" id="2147483678" r:id="Re30118df35404349"/>
    <p:sldLayoutId xmlns:r="http://schemas.openxmlformats.org/officeDocument/2006/relationships" id="2147483679" r:id="R9b720fa94cdd4fea"/>
    <p:sldLayoutId xmlns:r="http://schemas.openxmlformats.org/officeDocument/2006/relationships" id="2147483680" r:id="R88613033c148447a"/>
    <p:sldLayoutId xmlns:r="http://schemas.openxmlformats.org/officeDocument/2006/relationships" id="2147483681" r:id="R78d5265118824a62"/>
    <p:sldLayoutId xmlns:r="http://schemas.openxmlformats.org/officeDocument/2006/relationships" id="2147483682" r:id="R8746af83703e4b0a"/>
    <p:sldLayoutId xmlns:r="http://schemas.openxmlformats.org/officeDocument/2006/relationships" id="2147483683" r:id="Rc0b6a8acbe3f4799"/>
    <p:sldLayoutId xmlns:r="http://schemas.openxmlformats.org/officeDocument/2006/relationships" id="2147483684" r:id="R7dfa81a981104938"/>
    <p:sldLayoutId xmlns:r="http://schemas.openxmlformats.org/officeDocument/2006/relationships" id="2147483685" r:id="R5ad74068706e4ac2"/>
    <p:sldLayoutId xmlns:r="http://schemas.openxmlformats.org/officeDocument/2006/relationships" id="2147483686" r:id="R51647744a2fd49d4"/>
    <p:sldLayoutId xmlns:r="http://schemas.openxmlformats.org/officeDocument/2006/relationships" id="2147483687" r:id="R65bb68a0096341d7"/>
    <p:sldLayoutId xmlns:r="http://schemas.openxmlformats.org/officeDocument/2006/relationships" id="2147483688" r:id="R072f3e1a1c1c445e"/>
    <p:sldLayoutId xmlns:r="http://schemas.openxmlformats.org/officeDocument/2006/relationships" id="2147483689" r:id="R6b83f35de1ee4b5b"/>
    <p:sldLayoutId xmlns:r="http://schemas.openxmlformats.org/officeDocument/2006/relationships" id="2147483690" r:id="Ref574c407a004120"/>
  </p:sldLayoutIdLst>
  <p:txStyles>
    <p:titleStyle>
      <a:lvl1pPr xmlns:a="http://schemas.openxmlformats.org/drawingml/2006/main" algn="l">
        <a:lnSpc>
          <a:spcPct val="100000"/>
        </a:lnSpc>
        <a:spcBef>
          <a:spcPts val="0"/>
        </a:spcBef>
        <a:buNone/>
        <a:defRPr sz="3600">
          <a:solidFill>
            <a:schemeClr val="tx1"/>
          </a:solidFill>
          <a:latin typeface="微软雅黑"/>
          <a:ea typeface="微软雅黑"/>
          <a:cs typeface="微软雅黑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spcAft>
          <a:spcPts val="0"/>
        </a:spcAft>
        <a:buChar char="•"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8pPr>
      <a:lvl9pPr xmlns:a="http://schemas.openxmlformats.org/drawingml/2006/main" marL="3657600" indent="0" algn="l">
        <a:lnSpc>
          <a:spcPct val="90000"/>
        </a:lnSpc>
        <a:spcBef>
          <a:spcPts val="500"/>
        </a:spcBef>
        <a:buNone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3.xml" Id="R020546a607214090" /><Relationship Type="http://schemas.openxmlformats.org/officeDocument/2006/relationships/notesSlide" Target="/ppt/notesSlides/notesSlide1.xml" Id="Rfe195e8881214f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5.xml" Id="R754a33d3ead94acc" /><Relationship Type="http://schemas.openxmlformats.org/officeDocument/2006/relationships/image" Target="/ppt/media/image.jpeg" Id="Rbedeb48db68f40c9" /><Relationship Type="http://schemas.openxmlformats.org/officeDocument/2006/relationships/notesSlide" Target="/ppt/notesSlides/notesSlide2.xml" Id="R1f9fde7b5b604bb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41428a1a16974d76" /><Relationship Type="http://schemas.openxmlformats.org/officeDocument/2006/relationships/image" Target="/ppt/media/image2.jpeg" Id="Rf537fa2b3c354cb1" /><Relationship Type="http://schemas.openxmlformats.org/officeDocument/2006/relationships/image" Target="/ppt/media/image3.jpeg" Id="R29da4d440a484996" /><Relationship Type="http://schemas.openxmlformats.org/officeDocument/2006/relationships/image" Target="/ppt/media/image.png" Id="Rb4a0fee9bcd64f7b" /><Relationship Type="http://schemas.openxmlformats.org/officeDocument/2006/relationships/notesSlide" Target="/ppt/notesSlides/notesSlide3.xml" Id="R6e3d9468825c4d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025128fd276a4463" /><Relationship Type="http://schemas.openxmlformats.org/officeDocument/2006/relationships/image" Target="/ppt/media/image2.png" Id="Rcb78987ec48b48bc" /><Relationship Type="http://schemas.openxmlformats.org/officeDocument/2006/relationships/image" Target="/ppt/media/image3.png" Id="R3c8e5d3bfae54096" /><Relationship Type="http://schemas.openxmlformats.org/officeDocument/2006/relationships/image" Target="/ppt/media/image4.png" Id="R90c416461e2844d5" /><Relationship Type="http://schemas.openxmlformats.org/officeDocument/2006/relationships/notesSlide" Target="/ppt/notesSlides/notesSlide4.xml" Id="R4646d3305e644fb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a85b38c82fa4530" /><Relationship Type="http://schemas.openxmlformats.org/officeDocument/2006/relationships/image" Target="/ppt/media/image4.jpeg" Id="R379869dc502145fc" /><Relationship Type="http://schemas.openxmlformats.org/officeDocument/2006/relationships/image" Target="/ppt/media/image.svg" Id="R87958cf94850415f" /><Relationship Type="http://schemas.openxmlformats.org/officeDocument/2006/relationships/image" Target="/ppt/media/image.jpeg" Id="R76749300da2c4a30" /><Relationship Type="http://schemas.openxmlformats.org/officeDocument/2006/relationships/image" Target="/ppt/media/image2.svg" Id="R44adf91bf79c49e6" /><Relationship Type="http://schemas.openxmlformats.org/officeDocument/2006/relationships/image" Target="/ppt/media/image2.jpeg" Id="R788bfad072a64524" /><Relationship Type="http://schemas.openxmlformats.org/officeDocument/2006/relationships/image" Target="/ppt/media/image3.svg" Id="Refc966c277574711" /><Relationship Type="http://schemas.openxmlformats.org/officeDocument/2006/relationships/image" Target="/ppt/media/image3.jpeg" Id="Ree4e69ce77fc42e7" /><Relationship Type="http://schemas.openxmlformats.org/officeDocument/2006/relationships/notesSlide" Target="/ppt/notesSlides/notesSlide5.xml" Id="Rba07bfb4cca848f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408b69f8d64057" /><Relationship Type="http://schemas.openxmlformats.org/officeDocument/2006/relationships/image" Target="/ppt/media/image5.jpeg" Id="R85609b368c5941f4" /><Relationship Type="http://schemas.openxmlformats.org/officeDocument/2006/relationships/image" Target="/ppt/media/image4.svg" Id="Rd511e2fe811d49c6" /><Relationship Type="http://schemas.openxmlformats.org/officeDocument/2006/relationships/image" Target="/ppt/media/image.png" Id="R3ebb99505195439c" /><Relationship Type="http://schemas.openxmlformats.org/officeDocument/2006/relationships/image" Target="/ppt/media/image5.svg" Id="R272f931326334939" /><Relationship Type="http://schemas.openxmlformats.org/officeDocument/2006/relationships/image" Target="/ppt/media/image2.png" Id="Rbb944d85f7aa4614" /><Relationship Type="http://schemas.openxmlformats.org/officeDocument/2006/relationships/image" Target="/ppt/media/image6.svg" Id="R2b4d850b673e4226" /><Relationship Type="http://schemas.openxmlformats.org/officeDocument/2006/relationships/image" Target="/ppt/media/image3.png" Id="R5d3a2ea5dd8245f8" /><Relationship Type="http://schemas.openxmlformats.org/officeDocument/2006/relationships/notesSlide" Target="/ppt/notesSlides/notesSlide6.xml" Id="R50eb395272a1406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0c5d7acdcfc848d9" /><Relationship Type="http://schemas.openxmlformats.org/officeDocument/2006/relationships/image" Target="/ppt/media/image5.png" Id="R389e17605a144550" /><Relationship Type="http://schemas.openxmlformats.org/officeDocument/2006/relationships/notesSlide" Target="/ppt/notesSlides/notesSlide7.xml" Id="R4c5670aebf05414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4923b5af9b454224" /><Relationship Type="http://schemas.openxmlformats.org/officeDocument/2006/relationships/image" Target="/ppt/media/image6.png" Id="R0a89fc404b394483" /><Relationship Type="http://schemas.openxmlformats.org/officeDocument/2006/relationships/notesSlide" Target="/ppt/notesSlides/notesSlide8.xml" Id="R97d9a0ee99554e2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5d4832a268644291" /><Relationship Type="http://schemas.openxmlformats.org/officeDocument/2006/relationships/image" Target="/ppt/media/image6.jpeg" Id="Rdcbac7a506ef418a" /><Relationship Type="http://schemas.openxmlformats.org/officeDocument/2006/relationships/notesSlide" Target="/ppt/notesSlides/notesSlide9.xml" Id="Rf902b04d87914dc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20e31d76da414c06" /><Relationship Type="http://schemas.openxmlformats.org/officeDocument/2006/relationships/notesSlide" Target="/ppt/notesSlides/notesSlide10.xml" Id="R603cc50298a1434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 4">
            <a:extLst xmlns:a="http://schemas.openxmlformats.org/drawingml/2006/main">
              <a:ext uri="{FF2B5EF4-FFF2-40B4-BE49-F238E27FC236}">
                <a16:creationId xmlns:a16="http://schemas.microsoft.com/office/drawing/2014/main" id="{94BF26C9-ACD1-4BA6-B55A-BD0C67723D2A}"/>
              </a:ext>
            </a:extLst>
          </p:cNvPr>
          <p:cNvSpPr>
            <a:spLocks xmlns:a="http://schemas.openxmlformats.org/drawingml/2006/main" noGrp="1"/>
          </p:cNvSpPr>
          <p:nvPr>
            <p:ph type="ctrTitle" idx="13"/>
          </p:nvPr>
        </p:nvSpPr>
        <p:spPr/>
        <p:txBody>
          <a:bodyPr xmlns:a="http://schemas.openxmlformats.org/drawingml/2006/main">
            <a:normAutofit fontScale="98264"/>
          </a:bodyPr>
          <a:lstStyle xmlns:a="http://schemas.openxmlformats.org/drawingml/2006/main"/>
          <a:p xmlns:a="http://schemas.openxmlformats.org/drawingml/2006/main">
            <a:r>
              <a:t>VIP 先生 家庭资产配置建议书</a:t>
            </a:r>
          </a:p>
        </p:txBody>
      </p:sp>
      <p:sp>
        <p:nvSpPr>
          <p:cNvPr id="7" name="文本占位符 6">
            <a:extLst xmlns:a="http://schemas.openxmlformats.org/drawingml/2006/main">
              <a:ext uri="{FF2B5EF4-FFF2-40B4-BE49-F238E27FC236}">
                <a16:creationId xmlns:a16="http://schemas.microsoft.com/office/drawing/2014/main" id="{86FD5E71-C8EF-4307-B4E8-E1D7B4A2572C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2026-06-01</a:t>
            </a:r>
          </a:p>
        </p:txBody>
      </p:sp>
    </p:spTree>
    <p:extLst>
      <p:ext uri="{BB962C8B-B14F-4D97-AF65-F5344CB8AC3E}">
        <p14:creationId xmlns:p14="http://schemas.microsoft.com/office/powerpoint/2010/main" val="209327322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6922C5E-7DD3-4660-ABF5-5089921AD17C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中宋简"/>
                <a:ea typeface="汉仪中宋简"/>
                <a:cs typeface="汉仪中宋简"/>
              </a:rPr>
              <a:t>友邦保险：长期财富管理实力</a:t>
            </a:r>
          </a:p>
        </p:txBody>
      </p:sp>
      <p:pic>
        <p:nvPicPr>
          <p:cNvPr id="3" name="内容占位符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deb48db68f40c9"/>
          <a:srcRect xmlns:a="http://schemas.openxmlformats.org/drawingml/2006/main" l="26119" t="0" r="261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609600"/>
            <a:ext cx="4038600" cy="5638800"/>
          </a:xfrm>
          <a:prstGeom xmlns:a="http://schemas.openxmlformats.org/drawingml/2006/main" prst="rect">
            <a:avLst/>
          </a:prstGeom>
        </p:spPr>
      </p:pic>
      <p:sp>
        <p:nvSpPr>
          <p:cNvPr id="4" name="装饰  2">
            <a:extLst xmlns:a="http://schemas.openxmlformats.org/drawingml/2006/main">
              <a:ext uri="{FF2B5EF4-FFF2-40B4-BE49-F238E27FC236}">
                <a16:creationId xmlns:a16="http://schemas.microsoft.com/office/drawing/2014/main" id="{CF778919-9036-45D9-A867-122B06944037}"/>
              </a:ext>
            </a:extLst>
          </p:cNvPr>
          <p:cNvSpPr>
            <a:spLocks xmlns:a="http://schemas.openxmlformats.org/drawingml/2006/main" noGrp="1"/>
          </p:cNvSpPr>
          <p:nvPr>
            <p:ph type="body" idx="1639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⁠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CD569CCC-1862-4EA8-98D9-5C17B6E45359}"/>
              </a:ext>
            </a:extLst>
          </p:cNvPr>
          <p:cNvSpPr>
            <a:spLocks xmlns:a="http://schemas.openxmlformats.org/drawingml/2006/main" noGrp="1"/>
          </p:cNvSpPr>
          <p:nvPr>
            <p:ph type="body" idx="16386"/>
          </p:nvPr>
        </p:nvSpPr>
        <p:spPr/>
        <p:txBody>
          <a:bodyPr xmlns:a="http://schemas.openxmlformats.org/drawingml/2006/main">
            <a:normAutofit fontScale="688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公司资料已入库并可追溯</a:t>
            </a:r>
          </a:p>
        </p:txBody>
      </p:sp>
      <p:sp>
        <p:nvSpPr>
          <p:cNvPr id="6" name="文本占位符 5">
            <a:extLst xmlns:a="http://schemas.openxmlformats.org/drawingml/2006/main">
              <a:ext uri="{FF2B5EF4-FFF2-40B4-BE49-F238E27FC236}">
                <a16:creationId xmlns:a16="http://schemas.microsoft.com/office/drawing/2014/main" id="{6291BCDC-E570-4C68-A9D7-673BEC03E7F4}"/>
              </a:ext>
            </a:extLst>
          </p:cNvPr>
          <p:cNvSpPr>
            <a:spLocks xmlns:a="http://schemas.openxmlformats.org/drawingml/2006/main" noGrp="1"/>
          </p:cNvSpPr>
          <p:nvPr>
            <p:ph type="body" idx="16387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公司介绍页只使用内部资料库中的友邦公开资料，不引用无法回溯的演示数据。</a:t>
            </a:r>
          </a:p>
        </p:txBody>
      </p:sp>
      <p:sp>
        <p:nvSpPr>
          <p:cNvPr id="7" name="装饰  5">
            <a:extLst xmlns:a="http://schemas.openxmlformats.org/drawingml/2006/main">
              <a:ext uri="{FF2B5EF4-FFF2-40B4-BE49-F238E27FC236}">
                <a16:creationId xmlns:a16="http://schemas.microsoft.com/office/drawing/2014/main" id="{F22BB58D-48D5-44B0-AC9E-61EF66FE658D}"/>
              </a:ext>
            </a:extLst>
          </p:cNvPr>
          <p:cNvSpPr>
            <a:spLocks xmlns:a="http://schemas.openxmlformats.org/drawingml/2006/main" noGrp="1"/>
          </p:cNvSpPr>
          <p:nvPr>
            <p:ph type="body" idx="1639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⁠</a:t>
            </a:r>
          </a:p>
        </p:txBody>
      </p:sp>
      <p:sp>
        <p:nvSpPr>
          <p:cNvPr id="8" name="文本占位符 7">
            <a:extLst xmlns:a="http://schemas.openxmlformats.org/drawingml/2006/main">
              <a:ext uri="{FF2B5EF4-FFF2-40B4-BE49-F238E27FC236}">
                <a16:creationId xmlns:a16="http://schemas.microsoft.com/office/drawing/2014/main" id="{6762FB6D-6E72-4DCC-A26F-35A028A98564}"/>
              </a:ext>
            </a:extLst>
          </p:cNvPr>
          <p:cNvSpPr>
            <a:spLocks xmlns:a="http://schemas.openxmlformats.org/drawingml/2006/main" noGrp="1"/>
          </p:cNvSpPr>
          <p:nvPr>
            <p:ph type="body" idx="16388"/>
          </p:nvPr>
        </p:nvSpPr>
        <p:spPr/>
        <p:txBody>
          <a:bodyPr xmlns:a="http://schemas.openxmlformats.org/drawingml/2006/main">
            <a:normAutofit fontScale="688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本次方案聚焦长期储蓄</a:t>
            </a:r>
          </a:p>
        </p:txBody>
      </p:sp>
      <p:sp>
        <p:nvSpPr>
          <p:cNvPr id="9" name="文本占位符 8">
            <a:extLst xmlns:a="http://schemas.openxmlformats.org/drawingml/2006/main">
              <a:ext uri="{FF2B5EF4-FFF2-40B4-BE49-F238E27FC236}">
                <a16:creationId xmlns:a16="http://schemas.microsoft.com/office/drawing/2014/main" id="{1AE4901A-C52B-4505-9EDC-9FBCC7DF9555}"/>
              </a:ext>
            </a:extLst>
          </p:cNvPr>
          <p:cNvSpPr>
            <a:spLocks xmlns:a="http://schemas.openxmlformats.org/drawingml/2006/main" noGrp="1"/>
          </p:cNvSpPr>
          <p:nvPr>
            <p:ph type="body" idx="16389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产品：环球盈活储蓄保险计划。年缴 US$100,000，共缴 5 年。</a:t>
            </a:r>
          </a:p>
        </p:txBody>
      </p:sp>
    </p:spTree>
    <p:extLst>
      <p:ext uri="{BB962C8B-B14F-4D97-AF65-F5344CB8AC3E}">
        <p14:creationId xmlns:p14="http://schemas.microsoft.com/office/powerpoint/2010/main" val="114220641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10F025C-28E5-4771-B009-EF5EA5314B18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中宋简"/>
                <a:ea typeface="汉仪中宋简"/>
                <a:cs typeface="汉仪中宋简"/>
              </a:rPr>
              <a:t>一份保单，兼顾教育金与长期储备</a:t>
            </a:r>
          </a:p>
        </p:txBody>
      </p:sp>
      <p:sp>
        <p:nvSpPr>
          <p:cNvPr id="3" name="装饰  1">
            <a:extLst xmlns:a="http://schemas.openxmlformats.org/drawingml/2006/main">
              <a:ext uri="{FF2B5EF4-FFF2-40B4-BE49-F238E27FC236}">
                <a16:creationId xmlns:a16="http://schemas.microsoft.com/office/drawing/2014/main" id="{17D10738-0E45-4CDF-B063-C668F29424F5}"/>
              </a:ext>
            </a:extLst>
          </p:cNvPr>
          <p:cNvSpPr>
            <a:spLocks xmlns:a="http://schemas.openxmlformats.org/drawingml/2006/main" noGrp="1"/>
          </p:cNvSpPr>
          <p:nvPr>
            <p:ph type="body" idx="1639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⁠</a:t>
            </a:r>
          </a:p>
        </p:txBody>
      </p:sp>
      <p:pic>
        <p:nvPicPr>
          <p:cNvPr id="4" name="图片占位符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37fa2b3c354cb1"/>
          <a:srcRect xmlns:a="http://schemas.openxmlformats.org/drawingml/2006/main" l="1758" t="0" r="175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524000"/>
            <a:ext cx="3454400" cy="2387600"/>
          </a:xfrm>
          <a:prstGeom xmlns:a="http://schemas.openxmlformats.org/drawingml/2006/main" prst="rect">
            <a:avLst/>
          </a:prstGeom>
        </p:spPr>
      </p:pic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D1AD8D6A-EE2B-4D35-A90A-5A5EAF0E93CB}"/>
              </a:ext>
            </a:extLst>
          </p:cNvPr>
          <p:cNvSpPr>
            <a:spLocks xmlns:a="http://schemas.openxmlformats.org/drawingml/2006/main" noGrp="1"/>
          </p:cNvSpPr>
          <p:nvPr>
            <p:ph type="body" idx="16386"/>
          </p:nvPr>
        </p:nvSpPr>
        <p:spPr/>
        <p:txBody>
          <a:bodyPr xmlns:a="http://schemas.openxmlformats.org/drawingml/2006/main">
            <a:normAutofit fontScale="688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本金投入清晰</a:t>
            </a:r>
          </a:p>
        </p:txBody>
      </p:sp>
      <p:sp>
        <p:nvSpPr>
          <p:cNvPr id="6" name="文本占位符 5">
            <a:extLst xmlns:a="http://schemas.openxmlformats.org/drawingml/2006/main">
              <a:ext uri="{FF2B5EF4-FFF2-40B4-BE49-F238E27FC236}">
                <a16:creationId xmlns:a16="http://schemas.microsoft.com/office/drawing/2014/main" id="{08FC7371-2D49-434A-B51F-51B5B7C77765}"/>
              </a:ext>
            </a:extLst>
          </p:cNvPr>
          <p:cNvSpPr>
            <a:spLocks xmlns:a="http://schemas.openxmlformats.org/drawingml/2006/main" noGrp="1"/>
          </p:cNvSpPr>
          <p:nvPr>
            <p:ph type="body" idx="16387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合同总缴保费约 US$500,000，缴费期为 5 年。</a:t>
            </a:r>
          </a:p>
        </p:txBody>
      </p:sp>
      <p:sp>
        <p:nvSpPr>
          <p:cNvPr id="7" name="装饰  5">
            <a:extLst xmlns:a="http://schemas.openxmlformats.org/drawingml/2006/main">
              <a:ext uri="{FF2B5EF4-FFF2-40B4-BE49-F238E27FC236}">
                <a16:creationId xmlns:a16="http://schemas.microsoft.com/office/drawing/2014/main" id="{A12C9FC1-DFE2-4FD0-87BE-82C95B113F33}"/>
              </a:ext>
            </a:extLst>
          </p:cNvPr>
          <p:cNvSpPr>
            <a:spLocks xmlns:a="http://schemas.openxmlformats.org/drawingml/2006/main" noGrp="1"/>
          </p:cNvSpPr>
          <p:nvPr>
            <p:ph type="body" idx="1639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⁠</a:t>
            </a:r>
          </a:p>
        </p:txBody>
      </p:sp>
      <p:pic>
        <p:nvPicPr>
          <p:cNvPr id="8" name="图片占位符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da4d440a484996"/>
          <a:srcRect xmlns:a="http://schemas.openxmlformats.org/drawingml/2006/main" l="0" t="26961" r="0" b="269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68800" y="3860800"/>
            <a:ext cx="3454400" cy="2387600"/>
          </a:xfrm>
          <a:prstGeom xmlns:a="http://schemas.openxmlformats.org/drawingml/2006/main" prst="rect">
            <a:avLst/>
          </a:prstGeom>
        </p:spPr>
      </p:pic>
      <p:sp>
        <p:nvSpPr>
          <p:cNvPr id="9" name="文本占位符 8">
            <a:extLst xmlns:a="http://schemas.openxmlformats.org/drawingml/2006/main">
              <a:ext uri="{FF2B5EF4-FFF2-40B4-BE49-F238E27FC236}">
                <a16:creationId xmlns:a16="http://schemas.microsoft.com/office/drawing/2014/main" id="{8C736E69-2E23-4090-9BF9-1D7881603566}"/>
              </a:ext>
            </a:extLst>
          </p:cNvPr>
          <p:cNvSpPr>
            <a:spLocks xmlns:a="http://schemas.openxmlformats.org/drawingml/2006/main" noGrp="1"/>
          </p:cNvSpPr>
          <p:nvPr>
            <p:ph type="body" idx="16388"/>
          </p:nvPr>
        </p:nvSpPr>
        <p:spPr/>
        <p:txBody>
          <a:bodyPr xmlns:a="http://schemas.openxmlformats.org/drawingml/2006/main">
            <a:normAutofit fontScale="688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长期价值可验证</a:t>
            </a:r>
          </a:p>
        </p:txBody>
      </p:sp>
      <p:sp>
        <p:nvSpPr>
          <p:cNvPr id="10" name="文本占位符 9">
            <a:extLst xmlns:a="http://schemas.openxmlformats.org/drawingml/2006/main">
              <a:ext uri="{FF2B5EF4-FFF2-40B4-BE49-F238E27FC236}">
                <a16:creationId xmlns:a16="http://schemas.microsoft.com/office/drawing/2014/main" id="{10E94B2A-F742-4E4C-9058-1AF2D734B395}"/>
              </a:ext>
            </a:extLst>
          </p:cNvPr>
          <p:cNvSpPr>
            <a:spLocks xmlns:a="http://schemas.openxmlformats.org/drawingml/2006/main" noGrp="1"/>
          </p:cNvSpPr>
          <p:nvPr>
            <p:ph type="body" idx="16389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不提领情景：第20年退保价值约 US$1,357,738；第30年约 US$2,927,387。</a:t>
            </a:r>
          </a:p>
        </p:txBody>
      </p:sp>
      <p:sp>
        <p:nvSpPr>
          <p:cNvPr id="11" name="装饰  9">
            <a:extLst xmlns:a="http://schemas.openxmlformats.org/drawingml/2006/main">
              <a:ext uri="{FF2B5EF4-FFF2-40B4-BE49-F238E27FC236}">
                <a16:creationId xmlns:a16="http://schemas.microsoft.com/office/drawing/2014/main" id="{AE475F6A-1496-437B-B158-BFFF13748A63}"/>
              </a:ext>
            </a:extLst>
          </p:cNvPr>
          <p:cNvSpPr>
            <a:spLocks xmlns:a="http://schemas.openxmlformats.org/drawingml/2006/main" noGrp="1"/>
          </p:cNvSpPr>
          <p:nvPr>
            <p:ph type="body" idx="1639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⁠</a:t>
            </a:r>
          </a:p>
        </p:txBody>
      </p:sp>
      <p:pic>
        <p:nvPicPr>
          <p:cNvPr id="12" name="图片占位符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a0fee9bcd64f7b"/>
          <a:srcRect xmlns:a="http://schemas.openxmlformats.org/drawingml/2006/main" l="9440" t="0" r="94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28000" y="1524000"/>
            <a:ext cx="3454400" cy="2387600"/>
          </a:xfrm>
          <a:prstGeom xmlns:a="http://schemas.openxmlformats.org/drawingml/2006/main" prst="rect">
            <a:avLst/>
          </a:prstGeom>
        </p:spPr>
      </p:pic>
      <p:sp>
        <p:nvSpPr>
          <p:cNvPr id="13" name="文本占位符 12">
            <a:extLst xmlns:a="http://schemas.openxmlformats.org/drawingml/2006/main">
              <a:ext uri="{FF2B5EF4-FFF2-40B4-BE49-F238E27FC236}">
                <a16:creationId xmlns:a16="http://schemas.microsoft.com/office/drawing/2014/main" id="{0D455435-EECB-435E-8D3B-69105934573D}"/>
              </a:ext>
            </a:extLst>
          </p:cNvPr>
          <p:cNvSpPr>
            <a:spLocks xmlns:a="http://schemas.openxmlformats.org/drawingml/2006/main" noGrp="1"/>
          </p:cNvSpPr>
          <p:nvPr>
            <p:ph type="body" idx="16390"/>
          </p:nvPr>
        </p:nvSpPr>
        <p:spPr/>
        <p:txBody>
          <a:bodyPr xmlns:a="http://schemas.openxmlformats.org/drawingml/2006/main">
            <a:normAutofit fontScale="688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领取后仍保留账户价值</a:t>
            </a:r>
          </a:p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C1F1B847-7784-4225-8B39-DF48BB095254}"/>
              </a:ext>
            </a:extLst>
          </p:cNvPr>
          <p:cNvSpPr>
            <a:spLocks xmlns:a="http://schemas.openxmlformats.org/drawingml/2006/main" noGrp="1"/>
          </p:cNvSpPr>
          <p:nvPr>
            <p:ph type="body" idx="16391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自保单第6年起每年领取 US$35,000，第20年累计领取 US$525,000。</a:t>
            </a:r>
          </a:p>
        </p:txBody>
      </p:sp>
    </p:spTree>
    <p:extLst>
      <p:ext uri="{BB962C8B-B14F-4D97-AF65-F5344CB8AC3E}">
        <p14:creationId xmlns:p14="http://schemas.microsoft.com/office/powerpoint/2010/main" val="14923986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CFD1EC6-536E-4D33-ADA5-03D3E386B4AC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中宋简"/>
                <a:ea typeface="汉仪中宋简"/>
                <a:cs typeface="汉仪中宋简"/>
              </a:rPr>
              <a:t>不提领情景：现金价值增长</a:t>
            </a:r>
          </a:p>
        </p:txBody>
      </p:sp>
      <p:sp>
        <p:nvSpPr>
          <p:cNvPr id="3" name="装饰  1">
            <a:extLst xmlns:a="http://schemas.openxmlformats.org/drawingml/2006/main">
              <a:ext uri="{FF2B5EF4-FFF2-40B4-BE49-F238E27FC236}">
                <a16:creationId xmlns:a16="http://schemas.microsoft.com/office/drawing/2014/main" id="{524CB760-A45D-4859-A593-2EF7964B02A0}"/>
              </a:ext>
            </a:extLst>
          </p:cNvPr>
          <p:cNvSpPr>
            <a:spLocks xmlns:a="http://schemas.openxmlformats.org/drawingml/2006/main" noGrp="1"/>
          </p:cNvSpPr>
          <p:nvPr>
            <p:ph type="body" idx="1639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⁠</a:t>
            </a:r>
          </a:p>
        </p:txBody>
      </p:sp>
      <p:pic>
        <p:nvPicPr>
          <p:cNvPr id="4" name="图片占位符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78987ec48b48bc"/>
          <a:srcRect xmlns:a="http://schemas.openxmlformats.org/drawingml/2006/main" l="13340" t="0" r="133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524000"/>
            <a:ext cx="3454400" cy="2641600"/>
          </a:xfrm>
          <a:prstGeom xmlns:a="http://schemas.openxmlformats.org/drawingml/2006/main" prst="rect">
            <a:avLst/>
          </a:prstGeom>
        </p:spPr>
      </p:pic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74804E10-7688-48BC-A193-DE43CCC442F2}"/>
              </a:ext>
            </a:extLst>
          </p:cNvPr>
          <p:cNvSpPr>
            <a:spLocks xmlns:a="http://schemas.openxmlformats.org/drawingml/2006/main" noGrp="1"/>
          </p:cNvSpPr>
          <p:nvPr>
            <p:ph type="body" idx="16386"/>
          </p:nvPr>
        </p:nvSpPr>
        <p:spPr/>
        <p:txBody>
          <a:bodyPr xmlns:a="http://schemas.openxmlformats.org/drawingml/2006/main">
            <a:normAutofit fontScale="688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20年价值</a:t>
            </a:r>
          </a:p>
        </p:txBody>
      </p:sp>
      <p:sp>
        <p:nvSpPr>
          <p:cNvPr id="6" name="文本占位符 5">
            <a:extLst xmlns:a="http://schemas.openxmlformats.org/drawingml/2006/main">
              <a:ext uri="{FF2B5EF4-FFF2-40B4-BE49-F238E27FC236}">
                <a16:creationId xmlns:a16="http://schemas.microsoft.com/office/drawing/2014/main" id="{0FA55E58-C71E-4925-9CF6-FF4E7C90512F}"/>
              </a:ext>
            </a:extLst>
          </p:cNvPr>
          <p:cNvSpPr>
            <a:spLocks xmlns:a="http://schemas.openxmlformats.org/drawingml/2006/main" noGrp="1"/>
          </p:cNvSpPr>
          <p:nvPr>
            <p:ph type="body" idx="16387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第20年退保现金价值约 US$1,357,738，约为本金 2.72 倍。</a:t>
            </a:r>
          </a:p>
        </p:txBody>
      </p:sp>
      <p:sp>
        <p:nvSpPr>
          <p:cNvPr id="7" name="装饰  5">
            <a:extLst xmlns:a="http://schemas.openxmlformats.org/drawingml/2006/main">
              <a:ext uri="{FF2B5EF4-FFF2-40B4-BE49-F238E27FC236}">
                <a16:creationId xmlns:a16="http://schemas.microsoft.com/office/drawing/2014/main" id="{B053D056-170C-4809-9C25-ADFA740CAE82}"/>
              </a:ext>
            </a:extLst>
          </p:cNvPr>
          <p:cNvSpPr>
            <a:spLocks xmlns:a="http://schemas.openxmlformats.org/drawingml/2006/main" noGrp="1"/>
          </p:cNvSpPr>
          <p:nvPr>
            <p:ph type="body" idx="1639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⁠</a:t>
            </a:r>
          </a:p>
        </p:txBody>
      </p:sp>
      <p:pic>
        <p:nvPicPr>
          <p:cNvPr id="8" name="图片占位符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8e5d3bfae54096"/>
          <a:srcRect xmlns:a="http://schemas.openxmlformats.org/drawingml/2006/main" l="13340" t="0" r="133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68800" y="1524000"/>
            <a:ext cx="3454400" cy="2641600"/>
          </a:xfrm>
          <a:prstGeom xmlns:a="http://schemas.openxmlformats.org/drawingml/2006/main" prst="rect">
            <a:avLst/>
          </a:prstGeom>
        </p:spPr>
      </p:pic>
      <p:sp>
        <p:nvSpPr>
          <p:cNvPr id="9" name="文本占位符 8">
            <a:extLst xmlns:a="http://schemas.openxmlformats.org/drawingml/2006/main">
              <a:ext uri="{FF2B5EF4-FFF2-40B4-BE49-F238E27FC236}">
                <a16:creationId xmlns:a16="http://schemas.microsoft.com/office/drawing/2014/main" id="{FF58504E-E23F-4F5F-95D9-8BDCA9DD13F8}"/>
              </a:ext>
            </a:extLst>
          </p:cNvPr>
          <p:cNvSpPr>
            <a:spLocks xmlns:a="http://schemas.openxmlformats.org/drawingml/2006/main" noGrp="1"/>
          </p:cNvSpPr>
          <p:nvPr>
            <p:ph type="body" idx="16388"/>
          </p:nvPr>
        </p:nvSpPr>
        <p:spPr/>
        <p:txBody>
          <a:bodyPr xmlns:a="http://schemas.openxmlformats.org/drawingml/2006/main">
            <a:normAutofit fontScale="688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30年价值</a:t>
            </a:r>
          </a:p>
        </p:txBody>
      </p:sp>
      <p:sp>
        <p:nvSpPr>
          <p:cNvPr id="10" name="文本占位符 9">
            <a:extLst xmlns:a="http://schemas.openxmlformats.org/drawingml/2006/main">
              <a:ext uri="{FF2B5EF4-FFF2-40B4-BE49-F238E27FC236}">
                <a16:creationId xmlns:a16="http://schemas.microsoft.com/office/drawing/2014/main" id="{806FFF1D-621F-4B19-9946-23EC8BE36DE1}"/>
              </a:ext>
            </a:extLst>
          </p:cNvPr>
          <p:cNvSpPr>
            <a:spLocks xmlns:a="http://schemas.openxmlformats.org/drawingml/2006/main" noGrp="1"/>
          </p:cNvSpPr>
          <p:nvPr>
            <p:ph type="body" idx="16389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第30年退保现金价值约 US$2,927,387，约为本金 5.85 倍。</a:t>
            </a:r>
          </a:p>
        </p:txBody>
      </p:sp>
      <p:sp>
        <p:nvSpPr>
          <p:cNvPr id="11" name="装饰  9">
            <a:extLst xmlns:a="http://schemas.openxmlformats.org/drawingml/2006/main">
              <a:ext uri="{FF2B5EF4-FFF2-40B4-BE49-F238E27FC236}">
                <a16:creationId xmlns:a16="http://schemas.microsoft.com/office/drawing/2014/main" id="{A2513453-1C37-4E32-914B-7A0609E37789}"/>
              </a:ext>
            </a:extLst>
          </p:cNvPr>
          <p:cNvSpPr>
            <a:spLocks xmlns:a="http://schemas.openxmlformats.org/drawingml/2006/main" noGrp="1"/>
          </p:cNvSpPr>
          <p:nvPr>
            <p:ph type="body" idx="1639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⁠</a:t>
            </a:r>
          </a:p>
        </p:txBody>
      </p:sp>
      <p:pic>
        <p:nvPicPr>
          <p:cNvPr id="12" name="图片占位符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c416461e2844d5"/>
          <a:srcRect xmlns:a="http://schemas.openxmlformats.org/drawingml/2006/main" l="13340" t="0" r="133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28000" y="1524000"/>
            <a:ext cx="3454400" cy="2641600"/>
          </a:xfrm>
          <a:prstGeom xmlns:a="http://schemas.openxmlformats.org/drawingml/2006/main" prst="rect">
            <a:avLst/>
          </a:prstGeom>
        </p:spPr>
      </p:pic>
      <p:sp>
        <p:nvSpPr>
          <p:cNvPr id="13" name="文本占位符 12">
            <a:extLst xmlns:a="http://schemas.openxmlformats.org/drawingml/2006/main">
              <a:ext uri="{FF2B5EF4-FFF2-40B4-BE49-F238E27FC236}">
                <a16:creationId xmlns:a16="http://schemas.microsoft.com/office/drawing/2014/main" id="{458BFA24-B761-435D-828B-A16DC2251C7D}"/>
              </a:ext>
            </a:extLst>
          </p:cNvPr>
          <p:cNvSpPr>
            <a:spLocks xmlns:a="http://schemas.openxmlformats.org/drawingml/2006/main" noGrp="1"/>
          </p:cNvSpPr>
          <p:nvPr>
            <p:ph type="body" idx="16390"/>
          </p:nvPr>
        </p:nvSpPr>
        <p:spPr/>
        <p:txBody>
          <a:bodyPr xmlns:a="http://schemas.openxmlformats.org/drawingml/2006/main">
            <a:normAutofit fontScale="688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保证与非保证拆分</a:t>
            </a:r>
          </a:p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1AC3C37E-F6E2-431F-9FC2-30696C84898B}"/>
              </a:ext>
            </a:extLst>
          </p:cNvPr>
          <p:cNvSpPr>
            <a:spLocks xmlns:a="http://schemas.openxmlformats.org/drawingml/2006/main" noGrp="1"/>
          </p:cNvSpPr>
          <p:nvPr>
            <p:ph type="body" idx="16391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图表分别展示保证底盘、非保证弹性和总退保价值，便于解释长期价值来源。</a:t>
            </a:r>
          </a:p>
        </p:txBody>
      </p:sp>
    </p:spTree>
    <p:extLst>
      <p:ext uri="{BB962C8B-B14F-4D97-AF65-F5344CB8AC3E}">
        <p14:creationId xmlns:p14="http://schemas.microsoft.com/office/powerpoint/2010/main" val="52187306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占位符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9869dc502145fc"/>
          <a:srcRect xmlns:a="http://schemas.openxmlformats.org/drawingml/2006/main" l="0" t="12500" r="0" b="12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0"/>
            <a:ext cx="6096000" cy="6858000"/>
          </a:xfrm>
          <a:prstGeom xmlns:a="http://schemas.openxmlformats.org/drawingml/2006/main" prst="rect">
            <a:avLst/>
          </a:prstGeom>
        </p:spPr>
      </p:pic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B7105CE7-78FF-42E6-A08B-F13C5221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80000"/>
                </a:schemeClr>
              </a:gs>
              <a:gs pos="50000">
                <a:schemeClr val="accent1">
                  <a:lumMod val="80000"/>
                </a:schemeClr>
              </a:gs>
              <a:gs pos="80000">
                <a:schemeClr val="accent1">
                  <a:lumMod val="80000"/>
                  <a:alpha val="0"/>
                </a:schemeClr>
              </a:gs>
              <a:gs pos="100000">
                <a:schemeClr val="accent1">
                  <a:lumMod val="80000"/>
                  <a:alpha val="0"/>
                </a:schemeClr>
              </a:gs>
            </a:gsLst>
            <a:lin ang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667CEB26-5B1E-48F7-B7C6-4D78B766C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3365"/>
            <a:ext cx="6858000" cy="143954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Mod val="10000"/>
              <a:lumOff val="90000"/>
            </a:schemeClr>
          </a:solidFill>
          <a:ln xmlns:a="http://schemas.openxmlformats.org/drawingml/2006/main" w="19050">
            <a:solidFill>
              <a:schemeClr val="accent1">
                <a:lumMod val="20000"/>
                <a:lumOff val="80000"/>
              </a:schemeClr>
            </a:solidFill>
          </a:ln>
          <a:effectLst xmlns:a="http://schemas.openxmlformats.org/drawingml/2006/main">
            <a:outerShdw blurRad="171450" dist="95250" dir="5399999" algn="ctr" rotWithShape="0">
              <a:srgbClr val="000000">
                <a:alpha val="3000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14" name="任意多边形 13">
            <a:extLst xmlns:a="http://schemas.openxmlformats.org/drawingml/2006/main">
              <a:ext uri="{FF2B5EF4-FFF2-40B4-BE49-F238E27FC236}">
                <a16:creationId xmlns:a16="http://schemas.microsoft.com/office/drawing/2014/main" id="{4819805C-6E8B-4908-AB30-F0FA72F6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36420"/>
            <a:ext cx="812800" cy="8128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952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pic>
        <p:nvPicPr>
          <p:cNvPr id="15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749300da2c4a30">
            <a:extLst>
              <a:ext uri="{96DAC541-7B7A-43D3-8B79-37D633B846F1}">
                <asvg:svgBlip xmlns:asvg="http://schemas.microsoft.com/office/drawing/2016/SVG/main" r:embed="R87958cf94850415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1400" y="2040227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C2B1AFFE-77BA-4FF6-9DCD-70DDC4A1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1772920"/>
            <a:ext cx="5384800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>
                <a:solidFill>
                  <a:schemeClr val="dk1"/>
                </a:solidFill>
                <a:latin typeface="汉仪中宋简"/>
                <a:ea typeface="汉仪中宋简"/>
                <a:cs typeface="汉仪中宋简"/>
              </a:rPr>
              <a:t>起领节点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11742136-6D39-4B56-B31B-ACF07DE4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2179320"/>
            <a:ext cx="53848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400">
                <a:solidFill>
                  <a:schemeClr val="dk1"/>
                </a:solidFill>
                <a:latin typeface="汉仪书宋二简"/>
                <a:ea typeface="汉仪书宋二简"/>
                <a:cs typeface="汉仪书宋二简"/>
              </a:rPr>
              <a:t>保单第6年开始，每年领取 US$35,000；领取后仍有退保价值 US$405,900。</a:t>
            </a: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7F108D87-A3C1-45E5-B2CF-A3B2E26DE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6110"/>
            <a:ext cx="6858000" cy="143954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Mod val="10000"/>
              <a:lumOff val="90000"/>
            </a:schemeClr>
          </a:solidFill>
          <a:ln xmlns:a="http://schemas.openxmlformats.org/drawingml/2006/main" w="19050">
            <a:solidFill>
              <a:schemeClr val="accent1">
                <a:lumMod val="20000"/>
                <a:lumOff val="80000"/>
              </a:schemeClr>
            </a:solidFill>
          </a:ln>
          <a:effectLst xmlns:a="http://schemas.openxmlformats.org/drawingml/2006/main">
            <a:outerShdw blurRad="171450" dist="95250" dir="5399999" algn="ctr" rotWithShape="0">
              <a:srgbClr val="000000">
                <a:alpha val="3000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19" name="任意多边形 18">
            <a:extLst xmlns:a="http://schemas.openxmlformats.org/drawingml/2006/main">
              <a:ext uri="{FF2B5EF4-FFF2-40B4-BE49-F238E27FC236}">
                <a16:creationId xmlns:a16="http://schemas.microsoft.com/office/drawing/2014/main" id="{D79D2A49-8701-4D3A-AF4B-E69BD941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79165"/>
            <a:ext cx="812800" cy="8128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952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pic>
        <p:nvPicPr>
          <p:cNvPr id="20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8bfad072a64524">
            <a:extLst>
              <a:ext uri="{96DAC541-7B7A-43D3-8B79-37D633B846F1}">
                <asvg:svgBlip xmlns:asvg="http://schemas.microsoft.com/office/drawing/2016/SVG/main" r:embed="R44adf91bf79c49e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1400" y="3682859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6A29456C-83F4-42DF-9617-5759748F0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3415665"/>
            <a:ext cx="5384800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>
                <a:solidFill>
                  <a:schemeClr val="dk1"/>
                </a:solidFill>
                <a:latin typeface="汉仪中宋简"/>
                <a:ea typeface="汉仪中宋简"/>
                <a:cs typeface="汉仪中宋简"/>
              </a:rPr>
              <a:t>20岁前后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DB786988-8394-4BEA-B759-DDE020B6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3822065"/>
            <a:ext cx="53848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400">
                <a:solidFill>
                  <a:schemeClr val="dk1"/>
                </a:solidFill>
                <a:latin typeface="汉仪书宋二简"/>
                <a:ea typeface="汉仪书宋二简"/>
                <a:cs typeface="汉仪书宋二简"/>
              </a:rPr>
              <a:t>第20保单年度累计领取 US$525,000，领取后退保价值 US$479,749。</a:t>
            </a:r>
          </a:p>
        </p:txBody>
      </p:sp>
      <p:sp>
        <p:nvSpPr>
          <p:cNvPr id="22" name="任意多边形 21">
            <a:extLst xmlns:a="http://schemas.openxmlformats.org/drawingml/2006/main">
              <a:ext uri="{FF2B5EF4-FFF2-40B4-BE49-F238E27FC236}">
                <a16:creationId xmlns:a16="http://schemas.microsoft.com/office/drawing/2014/main" id="{F69C9F62-B383-40BB-9482-FA434D00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8855"/>
            <a:ext cx="6858000" cy="143954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Mod val="10000"/>
              <a:lumOff val="90000"/>
            </a:schemeClr>
          </a:solidFill>
          <a:ln xmlns:a="http://schemas.openxmlformats.org/drawingml/2006/main" w="19050">
            <a:solidFill>
              <a:schemeClr val="accent1">
                <a:lumMod val="20000"/>
                <a:lumOff val="80000"/>
              </a:schemeClr>
            </a:solidFill>
          </a:ln>
          <a:effectLst xmlns:a="http://schemas.openxmlformats.org/drawingml/2006/main">
            <a:outerShdw blurRad="171450" dist="95250" dir="5399999" algn="ctr" rotWithShape="0">
              <a:srgbClr val="000000">
                <a:alpha val="3000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24" name="任意多边形 23">
            <a:extLst xmlns:a="http://schemas.openxmlformats.org/drawingml/2006/main">
              <a:ext uri="{FF2B5EF4-FFF2-40B4-BE49-F238E27FC236}">
                <a16:creationId xmlns:a16="http://schemas.microsoft.com/office/drawing/2014/main" id="{80F16074-123C-48A4-A2F8-D20671BE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21910"/>
            <a:ext cx="812800" cy="8128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952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pic>
        <p:nvPicPr>
          <p:cNvPr id="25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4e69ce77fc42e7">
            <a:extLst>
              <a:ext uri="{96DAC541-7B7A-43D3-8B79-37D633B846F1}">
                <asvg:svgBlip xmlns:asvg="http://schemas.microsoft.com/office/drawing/2016/SVG/main" r:embed="Refc966c27757471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1400" y="5325491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63F8BA7F-14AA-4008-937E-FDBF0E4A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5058410"/>
            <a:ext cx="5384800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>
                <a:solidFill>
                  <a:schemeClr val="dk1"/>
                </a:solidFill>
                <a:latin typeface="汉仪中宋简"/>
                <a:ea typeface="汉仪中宋简"/>
                <a:cs typeface="汉仪中宋简"/>
              </a:rPr>
              <a:t>30岁前后</a:t>
            </a: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2C832D5E-418A-4945-8F34-2AD19079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5464810"/>
            <a:ext cx="53848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400">
                <a:solidFill>
                  <a:schemeClr val="dk1"/>
                </a:solidFill>
                <a:latin typeface="汉仪书宋二简"/>
                <a:ea typeface="汉仪书宋二简"/>
                <a:cs typeface="汉仪书宋二简"/>
              </a:rPr>
              <a:t>第30保单年度累计领取 US$875,000，领取后退保价值 US$544,522。</a:t>
            </a:r>
          </a:p>
        </p:txBody>
      </p:sp>
      <p:sp>
        <p:nvSpPr>
          <p:cNvPr id="10" name="标题 9">
            <a:extLst xmlns:a="http://schemas.openxmlformats.org/drawingml/2006/main">
              <a:ext uri="{FF2B5EF4-FFF2-40B4-BE49-F238E27FC236}">
                <a16:creationId xmlns:a16="http://schemas.microsoft.com/office/drawing/2014/main" id="{A6A21065-B2B2-45EF-930A-0575CCFED59C}"/>
              </a:ext>
            </a:extLst>
          </p:cNvPr>
          <p:cNvSpPr>
            <a:spLocks xmlns:a="http://schemas.openxmlformats.org/drawingml/2006/main" noGrp="1"/>
          </p:cNvSpPr>
          <p:nvPr>
            <p:ph type="title" idx="11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tx1">
                    <a:lumMod val="0"/>
                    <a:lumOff val="100000"/>
                  </a:schemeClr>
                </a:solidFill>
                <a:latin typeface="+mj-lt"/>
                <a:ea typeface="+mj-lt"/>
                <a:cs typeface="+mj-lt"/>
              </a:rPr>
              <a:t>教育金领取路径：从第6年开始</a:t>
            </a:r>
          </a:p>
        </p:txBody>
      </p:sp>
    </p:spTree>
    <p:extLst>
      <p:ext uri="{BB962C8B-B14F-4D97-AF65-F5344CB8AC3E}">
        <p14:creationId xmlns:p14="http://schemas.microsoft.com/office/powerpoint/2010/main" val="54543386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占位符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609b368c5941f4"/>
          <a:srcRect xmlns:a="http://schemas.openxmlformats.org/drawingml/2006/main" l="20361" t="0" r="2036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0"/>
            <a:ext cx="6096000" cy="6858000"/>
          </a:xfrm>
          <a:prstGeom xmlns:a="http://schemas.openxmlformats.org/drawingml/2006/main" prst="rect">
            <a:avLst/>
          </a:prstGeom>
        </p:spPr>
      </p:pic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492A9A73-6095-4163-B7AA-AAC43250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80000"/>
                </a:schemeClr>
              </a:gs>
              <a:gs pos="50000">
                <a:schemeClr val="accent1">
                  <a:lumMod val="80000"/>
                </a:schemeClr>
              </a:gs>
              <a:gs pos="80000">
                <a:schemeClr val="accent1">
                  <a:lumMod val="80000"/>
                  <a:alpha val="0"/>
                </a:schemeClr>
              </a:gs>
              <a:gs pos="100000">
                <a:schemeClr val="accent1">
                  <a:lumMod val="80000"/>
                  <a:alpha val="0"/>
                </a:schemeClr>
              </a:gs>
            </a:gsLst>
            <a:lin ang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99AD2DFF-7A56-44D0-AED8-6850C27F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3365"/>
            <a:ext cx="6858000" cy="143954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Mod val="10000"/>
              <a:lumOff val="90000"/>
            </a:schemeClr>
          </a:solidFill>
          <a:ln xmlns:a="http://schemas.openxmlformats.org/drawingml/2006/main" w="19050">
            <a:solidFill>
              <a:schemeClr val="accent1">
                <a:lumMod val="20000"/>
                <a:lumOff val="80000"/>
              </a:schemeClr>
            </a:solidFill>
          </a:ln>
          <a:effectLst xmlns:a="http://schemas.openxmlformats.org/drawingml/2006/main">
            <a:outerShdw blurRad="171450" dist="95250" dir="5399999" algn="ctr" rotWithShape="0">
              <a:srgbClr val="000000">
                <a:alpha val="3000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14" name="任意多边形 13">
            <a:extLst xmlns:a="http://schemas.openxmlformats.org/drawingml/2006/main">
              <a:ext uri="{FF2B5EF4-FFF2-40B4-BE49-F238E27FC236}">
                <a16:creationId xmlns:a16="http://schemas.microsoft.com/office/drawing/2014/main" id="{7E337C8C-281F-4967-96F5-916AFEB4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36420"/>
            <a:ext cx="812800" cy="8128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952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pic>
        <p:nvPicPr>
          <p:cNvPr id="15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bb99505195439c">
            <a:extLst>
              <a:ext uri="{96DAC541-7B7A-43D3-8B79-37D633B846F1}">
                <asvg:svgBlip xmlns:asvg="http://schemas.microsoft.com/office/drawing/2016/SVG/main" r:embed="Rd511e2fe811d49c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1400" y="2040227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4CBFB868-9EEF-43F0-A7C6-FCF699915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1772920"/>
            <a:ext cx="5384800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>
                <a:solidFill>
                  <a:schemeClr val="dk1"/>
                </a:solidFill>
                <a:latin typeface="汉仪中宋简"/>
                <a:ea typeface="汉仪中宋简"/>
                <a:cs typeface="汉仪中宋简"/>
              </a:rPr>
              <a:t>第30保单年度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B2CFD09B-2BD6-4E5B-8C65-97C0E9E8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2179320"/>
            <a:ext cx="53848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400">
                <a:solidFill>
                  <a:schemeClr val="dk1"/>
                </a:solidFill>
                <a:latin typeface="汉仪书宋二简"/>
                <a:ea typeface="汉仪书宋二简"/>
                <a:cs typeface="汉仪书宋二简"/>
              </a:rPr>
              <a:t>累计领取 US$875,000，领取后退保价值 US$544,522。</a:t>
            </a: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5EAFA037-0F11-4620-ACF2-1365746A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6110"/>
            <a:ext cx="6858000" cy="143954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Mod val="10000"/>
              <a:lumOff val="90000"/>
            </a:schemeClr>
          </a:solidFill>
          <a:ln xmlns:a="http://schemas.openxmlformats.org/drawingml/2006/main" w="19050">
            <a:solidFill>
              <a:schemeClr val="accent1">
                <a:lumMod val="20000"/>
                <a:lumOff val="80000"/>
              </a:schemeClr>
            </a:solidFill>
          </a:ln>
          <a:effectLst xmlns:a="http://schemas.openxmlformats.org/drawingml/2006/main">
            <a:outerShdw blurRad="171450" dist="95250" dir="5399999" algn="ctr" rotWithShape="0">
              <a:srgbClr val="000000">
                <a:alpha val="3000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19" name="任意多边形 18">
            <a:extLst xmlns:a="http://schemas.openxmlformats.org/drawingml/2006/main">
              <a:ext uri="{FF2B5EF4-FFF2-40B4-BE49-F238E27FC236}">
                <a16:creationId xmlns:a16="http://schemas.microsoft.com/office/drawing/2014/main" id="{1355518C-1CEE-41BD-AEC2-A97A9FA5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79165"/>
            <a:ext cx="812800" cy="8128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952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pic>
        <p:nvPicPr>
          <p:cNvPr id="20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944d85f7aa4614">
            <a:extLst>
              <a:ext uri="{96DAC541-7B7A-43D3-8B79-37D633B846F1}">
                <asvg:svgBlip xmlns:asvg="http://schemas.microsoft.com/office/drawing/2016/SVG/main" r:embed="R272f93132633493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1400" y="3682859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B0AAF247-9C2B-45FE-A0B6-F114C0E73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3415665"/>
            <a:ext cx="5384800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>
                <a:solidFill>
                  <a:schemeClr val="dk1"/>
                </a:solidFill>
                <a:latin typeface="汉仪中宋简"/>
                <a:ea typeface="汉仪中宋简"/>
                <a:cs typeface="汉仪中宋简"/>
              </a:rPr>
              <a:t>第60保单年度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5C73A875-9519-4796-B413-FC9C0DA8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3822065"/>
            <a:ext cx="53848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400">
                <a:solidFill>
                  <a:schemeClr val="dk1"/>
                </a:solidFill>
                <a:latin typeface="汉仪书宋二简"/>
                <a:ea typeface="汉仪书宋二简"/>
                <a:cs typeface="汉仪书宋二简"/>
              </a:rPr>
              <a:t>累计领取 US$1,925,000，领取后退保价值 US$568,270。</a:t>
            </a:r>
          </a:p>
        </p:txBody>
      </p:sp>
      <p:sp>
        <p:nvSpPr>
          <p:cNvPr id="22" name="任意多边形 21">
            <a:extLst xmlns:a="http://schemas.openxmlformats.org/drawingml/2006/main">
              <a:ext uri="{FF2B5EF4-FFF2-40B4-BE49-F238E27FC236}">
                <a16:creationId xmlns:a16="http://schemas.microsoft.com/office/drawing/2014/main" id="{8F2170F0-9A6D-4CFB-AF20-8F84ABB4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8855"/>
            <a:ext cx="6858000" cy="143954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Mod val="10000"/>
              <a:lumOff val="90000"/>
            </a:schemeClr>
          </a:solidFill>
          <a:ln xmlns:a="http://schemas.openxmlformats.org/drawingml/2006/main" w="19050">
            <a:solidFill>
              <a:schemeClr val="accent1">
                <a:lumMod val="20000"/>
                <a:lumOff val="80000"/>
              </a:schemeClr>
            </a:solidFill>
          </a:ln>
          <a:effectLst xmlns:a="http://schemas.openxmlformats.org/drawingml/2006/main">
            <a:outerShdw blurRad="171450" dist="95250" dir="5399999" algn="ctr" rotWithShape="0">
              <a:srgbClr val="000000">
                <a:alpha val="3000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24" name="任意多边形 23">
            <a:extLst xmlns:a="http://schemas.openxmlformats.org/drawingml/2006/main">
              <a:ext uri="{FF2B5EF4-FFF2-40B4-BE49-F238E27FC236}">
                <a16:creationId xmlns:a16="http://schemas.microsoft.com/office/drawing/2014/main" id="{7A2BD7E1-6BCA-441E-B7BA-534E02A5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21910"/>
            <a:ext cx="812800" cy="8128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952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pic>
        <p:nvPicPr>
          <p:cNvPr id="25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3a2ea5dd8245f8">
            <a:extLst>
              <a:ext uri="{96DAC541-7B7A-43D3-8B79-37D633B846F1}">
                <asvg:svgBlip xmlns:asvg="http://schemas.microsoft.com/office/drawing/2016/SVG/main" r:embed="R2b4d850b673e422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1400" y="5325491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BC7B89CA-26C9-426D-84A4-3D33A833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5058410"/>
            <a:ext cx="5384800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>
                <a:solidFill>
                  <a:schemeClr val="dk1"/>
                </a:solidFill>
                <a:latin typeface="汉仪中宋简"/>
                <a:ea typeface="汉仪中宋简"/>
                <a:cs typeface="汉仪中宋简"/>
              </a:rPr>
              <a:t>第80保单年度</a:t>
            </a: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22347917-9266-42A7-A496-FE06B826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5464810"/>
            <a:ext cx="53848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400">
                <a:solidFill>
                  <a:schemeClr val="dk1"/>
                </a:solidFill>
                <a:latin typeface="汉仪书宋二简"/>
                <a:ea typeface="汉仪书宋二简"/>
                <a:cs typeface="汉仪书宋二简"/>
              </a:rPr>
              <a:t>累计领取 US$2,625,000，领取后退保价值 US$650,209。</a:t>
            </a:r>
          </a:p>
        </p:txBody>
      </p:sp>
      <p:sp>
        <p:nvSpPr>
          <p:cNvPr id="10" name="标题 9">
            <a:extLst xmlns:a="http://schemas.openxmlformats.org/drawingml/2006/main">
              <a:ext uri="{FF2B5EF4-FFF2-40B4-BE49-F238E27FC236}">
                <a16:creationId xmlns:a16="http://schemas.microsoft.com/office/drawing/2014/main" id="{D5889A6A-3301-4938-B187-8FCD815FC250}"/>
              </a:ext>
            </a:extLst>
          </p:cNvPr>
          <p:cNvSpPr>
            <a:spLocks xmlns:a="http://schemas.openxmlformats.org/drawingml/2006/main" noGrp="1"/>
          </p:cNvSpPr>
          <p:nvPr>
            <p:ph type="title" idx="11"/>
          </p:nvPr>
        </p:nvSpPr>
        <p:spPr/>
        <p:txBody>
          <a:bodyPr xmlns:a="http://schemas.openxmlformats.org/drawingml/2006/main">
            <a:normAutofit fontScale="86420"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tx1">
                    <a:lumMod val="0"/>
                    <a:lumOff val="100000"/>
                  </a:schemeClr>
                </a:solidFill>
                <a:latin typeface="+mj-lt"/>
                <a:ea typeface="+mj-lt"/>
                <a:cs typeface="+mj-lt"/>
              </a:rPr>
              <a:t>长期领取路径：现金流与剩余价值并行</a:t>
            </a:r>
          </a:p>
        </p:txBody>
      </p:sp>
    </p:spTree>
    <p:extLst>
      <p:ext uri="{BB962C8B-B14F-4D97-AF65-F5344CB8AC3E}">
        <p14:creationId xmlns:p14="http://schemas.microsoft.com/office/powerpoint/2010/main" val="143996914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52538B5-F83A-417A-A596-2B7B989CAFB4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中宋简"/>
                <a:ea typeface="汉仪中宋简"/>
                <a:cs typeface="汉仪中宋简"/>
              </a:rPr>
              <a:t>提领方案数据表（每10年）</a:t>
            </a:r>
          </a:p>
        </p:txBody>
      </p:sp>
      <p:pic>
        <p:nvPicPr>
          <p:cNvPr id="3" name="内容占位符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9e17605a144550"/>
          <a:srcRect xmlns:a="http://schemas.openxmlformats.org/drawingml/2006/main" l="0" t="287" r="0" b="2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609600"/>
            <a:ext cx="10972800" cy="2082800"/>
          </a:xfrm>
          <a:prstGeom xmlns:a="http://schemas.openxmlformats.org/drawingml/2006/main" prst="rect">
            <a:avLst/>
          </a:prstGeom>
        </p:spPr>
      </p:pic>
      <p:sp>
        <p:nvSpPr>
          <p:cNvPr id="4" name="装饰  2">
            <a:extLst xmlns:a="http://schemas.openxmlformats.org/drawingml/2006/main">
              <a:ext uri="{FF2B5EF4-FFF2-40B4-BE49-F238E27FC236}">
                <a16:creationId xmlns:a16="http://schemas.microsoft.com/office/drawing/2014/main" id="{1ACCC212-7D72-4B0C-970D-FD6F8B69D7FB}"/>
              </a:ext>
            </a:extLst>
          </p:cNvPr>
          <p:cNvSpPr>
            <a:spLocks xmlns:a="http://schemas.openxmlformats.org/drawingml/2006/main" noGrp="1"/>
          </p:cNvSpPr>
          <p:nvPr>
            <p:ph type="body" idx="1639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⁠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527F0421-CFB8-40B9-893C-2D5E2E0179FE}"/>
              </a:ext>
            </a:extLst>
          </p:cNvPr>
          <p:cNvSpPr>
            <a:spLocks xmlns:a="http://schemas.openxmlformats.org/drawingml/2006/main" noGrp="1"/>
          </p:cNvSpPr>
          <p:nvPr>
            <p:ph type="body" idx="16386"/>
          </p:nvPr>
        </p:nvSpPr>
        <p:spPr/>
        <p:txBody>
          <a:bodyPr xmlns:a="http://schemas.openxmlformats.org/drawingml/2006/main">
            <a:normAutofit fontScale="688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固定领取节奏</a:t>
            </a:r>
          </a:p>
        </p:txBody>
      </p:sp>
      <p:sp>
        <p:nvSpPr>
          <p:cNvPr id="6" name="文本占位符 5">
            <a:extLst xmlns:a="http://schemas.openxmlformats.org/drawingml/2006/main">
              <a:ext uri="{FF2B5EF4-FFF2-40B4-BE49-F238E27FC236}">
                <a16:creationId xmlns:a16="http://schemas.microsoft.com/office/drawing/2014/main" id="{A1BEE185-1060-485D-8472-CBECC1EA964E}"/>
              </a:ext>
            </a:extLst>
          </p:cNvPr>
          <p:cNvSpPr>
            <a:spLocks xmlns:a="http://schemas.openxmlformats.org/drawingml/2006/main" noGrp="1"/>
          </p:cNvSpPr>
          <p:nvPr>
            <p:ph type="body" idx="16387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自第6年起每年领取 US$35,000，表中按每10年展示累计领取与领取后退保现金价值。</a:t>
            </a:r>
          </a:p>
        </p:txBody>
      </p:sp>
      <p:sp>
        <p:nvSpPr>
          <p:cNvPr id="7" name="装饰  5">
            <a:extLst xmlns:a="http://schemas.openxmlformats.org/drawingml/2006/main">
              <a:ext uri="{FF2B5EF4-FFF2-40B4-BE49-F238E27FC236}">
                <a16:creationId xmlns:a16="http://schemas.microsoft.com/office/drawing/2014/main" id="{F635329D-C6DB-40CE-82A5-AB55C8A7F4CC}"/>
              </a:ext>
            </a:extLst>
          </p:cNvPr>
          <p:cNvSpPr>
            <a:spLocks xmlns:a="http://schemas.openxmlformats.org/drawingml/2006/main" noGrp="1"/>
          </p:cNvSpPr>
          <p:nvPr>
            <p:ph type="body" idx="1639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⁠</a:t>
            </a:r>
          </a:p>
        </p:txBody>
      </p:sp>
      <p:sp>
        <p:nvSpPr>
          <p:cNvPr id="8" name="文本占位符 7">
            <a:extLst xmlns:a="http://schemas.openxmlformats.org/drawingml/2006/main">
              <a:ext uri="{FF2B5EF4-FFF2-40B4-BE49-F238E27FC236}">
                <a16:creationId xmlns:a16="http://schemas.microsoft.com/office/drawing/2014/main" id="{55588B74-9E44-46C9-8063-86AAD4ED7B28}"/>
              </a:ext>
            </a:extLst>
          </p:cNvPr>
          <p:cNvSpPr>
            <a:spLocks xmlns:a="http://schemas.openxmlformats.org/drawingml/2006/main" noGrp="1"/>
          </p:cNvSpPr>
          <p:nvPr>
            <p:ph type="body" idx="16388"/>
          </p:nvPr>
        </p:nvSpPr>
        <p:spPr/>
        <p:txBody>
          <a:bodyPr xmlns:a="http://schemas.openxmlformats.org/drawingml/2006/main">
            <a:normAutofit fontScale="688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读表重点</a:t>
            </a:r>
          </a:p>
        </p:txBody>
      </p:sp>
      <p:sp>
        <p:nvSpPr>
          <p:cNvPr id="9" name="文本占位符 8">
            <a:extLst xmlns:a="http://schemas.openxmlformats.org/drawingml/2006/main">
              <a:ext uri="{FF2B5EF4-FFF2-40B4-BE49-F238E27FC236}">
                <a16:creationId xmlns:a16="http://schemas.microsoft.com/office/drawing/2014/main" id="{7C5DB9BC-11A8-4E58-A28D-4642DA6E8C9A}"/>
              </a:ext>
            </a:extLst>
          </p:cNvPr>
          <p:cNvSpPr>
            <a:spLocks xmlns:a="http://schemas.openxmlformats.org/drawingml/2006/main" noGrp="1"/>
          </p:cNvSpPr>
          <p:nvPr>
            <p:ph type="body" idx="16389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同时观察累计领取、剩余价值、单利和复利，不用单一收益率替代现金流判断。</a:t>
            </a:r>
          </a:p>
        </p:txBody>
      </p:sp>
      <p:sp>
        <p:nvSpPr>
          <p:cNvPr id="10" name="装饰  8">
            <a:extLst xmlns:a="http://schemas.openxmlformats.org/drawingml/2006/main">
              <a:ext uri="{FF2B5EF4-FFF2-40B4-BE49-F238E27FC236}">
                <a16:creationId xmlns:a16="http://schemas.microsoft.com/office/drawing/2014/main" id="{D9766144-8475-42F2-85B6-A0337A746C99}"/>
              </a:ext>
            </a:extLst>
          </p:cNvPr>
          <p:cNvSpPr>
            <a:spLocks xmlns:a="http://schemas.openxmlformats.org/drawingml/2006/main" noGrp="1"/>
          </p:cNvSpPr>
          <p:nvPr>
            <p:ph type="body" idx="1639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⁠</a:t>
            </a:r>
          </a:p>
        </p:txBody>
      </p:sp>
      <p:sp>
        <p:nvSpPr>
          <p:cNvPr id="11" name="文本占位符 10">
            <a:extLst xmlns:a="http://schemas.openxmlformats.org/drawingml/2006/main">
              <a:ext uri="{FF2B5EF4-FFF2-40B4-BE49-F238E27FC236}">
                <a16:creationId xmlns:a16="http://schemas.microsoft.com/office/drawing/2014/main" id="{E2916B7B-BFE6-4D9D-9430-02B3468FEA4A}"/>
              </a:ext>
            </a:extLst>
          </p:cNvPr>
          <p:cNvSpPr>
            <a:spLocks xmlns:a="http://schemas.openxmlformats.org/drawingml/2006/main" noGrp="1"/>
          </p:cNvSpPr>
          <p:nvPr>
            <p:ph type="body" idx="16390"/>
          </p:nvPr>
        </p:nvSpPr>
        <p:spPr/>
        <p:txBody>
          <a:bodyPr xmlns:a="http://schemas.openxmlformats.org/drawingml/2006/main">
            <a:normAutofit fontScale="688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数据来源</a:t>
            </a:r>
          </a:p>
        </p:txBody>
      </p:sp>
      <p:sp>
        <p:nvSpPr>
          <p:cNvPr id="12" name="文本占位符 11">
            <a:extLst xmlns:a="http://schemas.openxmlformats.org/drawingml/2006/main">
              <a:ext uri="{FF2B5EF4-FFF2-40B4-BE49-F238E27FC236}">
                <a16:creationId xmlns:a16="http://schemas.microsoft.com/office/drawing/2014/main" id="{04BAE704-EF5E-490D-9A3D-98BE57E0320D}"/>
              </a:ext>
            </a:extLst>
          </p:cNvPr>
          <p:cNvSpPr>
            <a:spLocks xmlns:a="http://schemas.openxmlformats.org/drawingml/2006/main" noGrp="1"/>
          </p:cNvSpPr>
          <p:nvPr>
            <p:ph type="body" idx="16391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本页数字均来自官方计划书提领利益演示表，未使用模拟正式数字。</a:t>
            </a:r>
          </a:p>
        </p:txBody>
      </p:sp>
    </p:spTree>
    <p:extLst>
      <p:ext uri="{BB962C8B-B14F-4D97-AF65-F5344CB8AC3E}">
        <p14:creationId xmlns:p14="http://schemas.microsoft.com/office/powerpoint/2010/main" val="167155336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C896D52-A324-423C-AC8A-9AF9171451BB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中宋简"/>
                <a:ea typeface="汉仪中宋简"/>
                <a:cs typeface="汉仪中宋简"/>
              </a:rPr>
              <a:t>不提领方案数据表（每10年）</a:t>
            </a:r>
          </a:p>
        </p:txBody>
      </p:sp>
      <p:pic>
        <p:nvPicPr>
          <p:cNvPr id="3" name="内容占位符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89fc404b394483"/>
          <a:srcRect xmlns:a="http://schemas.openxmlformats.org/drawingml/2006/main" l="3140" t="0" r="31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524000"/>
            <a:ext cx="10972800" cy="2235200"/>
          </a:xfrm>
          <a:prstGeom xmlns:a="http://schemas.openxmlformats.org/drawingml/2006/main" prst="rect">
            <a:avLst/>
          </a:prstGeom>
        </p:spPr>
      </p:pic>
      <p:sp>
        <p:nvSpPr>
          <p:cNvPr id="4" name="装饰  2">
            <a:extLst xmlns:a="http://schemas.openxmlformats.org/drawingml/2006/main">
              <a:ext uri="{FF2B5EF4-FFF2-40B4-BE49-F238E27FC236}">
                <a16:creationId xmlns:a16="http://schemas.microsoft.com/office/drawing/2014/main" id="{5F90F9BF-43A9-457B-8CEE-BA73EB51086A}"/>
              </a:ext>
            </a:extLst>
          </p:cNvPr>
          <p:cNvSpPr>
            <a:spLocks xmlns:a="http://schemas.openxmlformats.org/drawingml/2006/main" noGrp="1"/>
          </p:cNvSpPr>
          <p:nvPr>
            <p:ph type="body" idx="1639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⁠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2D2B8005-1C41-48BC-B174-903C6B92354F}"/>
              </a:ext>
            </a:extLst>
          </p:cNvPr>
          <p:cNvSpPr>
            <a:spLocks xmlns:a="http://schemas.openxmlformats.org/drawingml/2006/main" noGrp="1"/>
          </p:cNvSpPr>
          <p:nvPr>
            <p:ph type="body" idx="16386"/>
          </p:nvPr>
        </p:nvSpPr>
        <p:spPr/>
        <p:txBody>
          <a:bodyPr xmlns:a="http://schemas.openxmlformats.org/drawingml/2006/main">
            <a:normAutofit fontScale="688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复利增长路径</a:t>
            </a:r>
          </a:p>
        </p:txBody>
      </p:sp>
      <p:sp>
        <p:nvSpPr>
          <p:cNvPr id="6" name="文本占位符 5">
            <a:extLst xmlns:a="http://schemas.openxmlformats.org/drawingml/2006/main">
              <a:ext uri="{FF2B5EF4-FFF2-40B4-BE49-F238E27FC236}">
                <a16:creationId xmlns:a16="http://schemas.microsoft.com/office/drawing/2014/main" id="{328A628B-4B99-4B42-8728-9031AA3A7ABB}"/>
              </a:ext>
            </a:extLst>
          </p:cNvPr>
          <p:cNvSpPr>
            <a:spLocks xmlns:a="http://schemas.openxmlformats.org/drawingml/2006/main" noGrp="1"/>
          </p:cNvSpPr>
          <p:nvPr>
            <p:ph type="body" idx="16387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总缴保费约 US$500,000；第20年约 2.72 倍，第30年约 5.85 倍。</a:t>
            </a:r>
          </a:p>
        </p:txBody>
      </p:sp>
      <p:sp>
        <p:nvSpPr>
          <p:cNvPr id="7" name="装饰  5">
            <a:extLst xmlns:a="http://schemas.openxmlformats.org/drawingml/2006/main">
              <a:ext uri="{FF2B5EF4-FFF2-40B4-BE49-F238E27FC236}">
                <a16:creationId xmlns:a16="http://schemas.microsoft.com/office/drawing/2014/main" id="{DE6D67E6-39F0-41C6-9376-591FC240428D}"/>
              </a:ext>
            </a:extLst>
          </p:cNvPr>
          <p:cNvSpPr>
            <a:spLocks xmlns:a="http://schemas.openxmlformats.org/drawingml/2006/main" noGrp="1"/>
          </p:cNvSpPr>
          <p:nvPr>
            <p:ph type="body" idx="1639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⁠</a:t>
            </a:r>
          </a:p>
        </p:txBody>
      </p:sp>
      <p:sp>
        <p:nvSpPr>
          <p:cNvPr id="8" name="文本占位符 7">
            <a:extLst xmlns:a="http://schemas.openxmlformats.org/drawingml/2006/main">
              <a:ext uri="{FF2B5EF4-FFF2-40B4-BE49-F238E27FC236}">
                <a16:creationId xmlns:a16="http://schemas.microsoft.com/office/drawing/2014/main" id="{4BD2C243-1560-4DA6-BA15-DDA2048B43B5}"/>
              </a:ext>
            </a:extLst>
          </p:cNvPr>
          <p:cNvSpPr>
            <a:spLocks xmlns:a="http://schemas.openxmlformats.org/drawingml/2006/main" noGrp="1"/>
          </p:cNvSpPr>
          <p:nvPr>
            <p:ph type="body" idx="16388"/>
          </p:nvPr>
        </p:nvSpPr>
        <p:spPr/>
        <p:txBody>
          <a:bodyPr xmlns:a="http://schemas.openxmlformats.org/drawingml/2006/main">
            <a:normAutofit fontScale="688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读表重点</a:t>
            </a:r>
          </a:p>
        </p:txBody>
      </p:sp>
      <p:sp>
        <p:nvSpPr>
          <p:cNvPr id="9" name="文本占位符 8">
            <a:extLst xmlns:a="http://schemas.openxmlformats.org/drawingml/2006/main">
              <a:ext uri="{FF2B5EF4-FFF2-40B4-BE49-F238E27FC236}">
                <a16:creationId xmlns:a16="http://schemas.microsoft.com/office/drawing/2014/main" id="{A8FEFA48-6B62-4288-B4C7-6784714AD1AE}"/>
              </a:ext>
            </a:extLst>
          </p:cNvPr>
          <p:cNvSpPr>
            <a:spLocks xmlns:a="http://schemas.openxmlformats.org/drawingml/2006/main" noGrp="1"/>
          </p:cNvSpPr>
          <p:nvPr>
            <p:ph type="body" idx="16389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本页用于理解长期积累能力；保证价值与非保证价值需结合官方利益演示阅读。</a:t>
            </a:r>
          </a:p>
        </p:txBody>
      </p:sp>
      <p:sp>
        <p:nvSpPr>
          <p:cNvPr id="10" name="装饰  8">
            <a:extLst xmlns:a="http://schemas.openxmlformats.org/drawingml/2006/main">
              <a:ext uri="{FF2B5EF4-FFF2-40B4-BE49-F238E27FC236}">
                <a16:creationId xmlns:a16="http://schemas.microsoft.com/office/drawing/2014/main" id="{971A5412-72B9-4F8C-A5F9-616C97D62B59}"/>
              </a:ext>
            </a:extLst>
          </p:cNvPr>
          <p:cNvSpPr>
            <a:spLocks xmlns:a="http://schemas.openxmlformats.org/drawingml/2006/main" noGrp="1"/>
          </p:cNvSpPr>
          <p:nvPr>
            <p:ph type="body" idx="1639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⁠</a:t>
            </a:r>
          </a:p>
        </p:txBody>
      </p:sp>
      <p:sp>
        <p:nvSpPr>
          <p:cNvPr id="11" name="文本占位符 10">
            <a:extLst xmlns:a="http://schemas.openxmlformats.org/drawingml/2006/main">
              <a:ext uri="{FF2B5EF4-FFF2-40B4-BE49-F238E27FC236}">
                <a16:creationId xmlns:a16="http://schemas.microsoft.com/office/drawing/2014/main" id="{51E47C3D-F4BC-4E7F-9AD3-32FF04A1322C}"/>
              </a:ext>
            </a:extLst>
          </p:cNvPr>
          <p:cNvSpPr>
            <a:spLocks xmlns:a="http://schemas.openxmlformats.org/drawingml/2006/main" noGrp="1"/>
          </p:cNvSpPr>
          <p:nvPr>
            <p:ph type="body" idx="16390"/>
          </p:nvPr>
        </p:nvSpPr>
        <p:spPr/>
        <p:txBody>
          <a:bodyPr xmlns:a="http://schemas.openxmlformats.org/drawingml/2006/main">
            <a:normAutofit fontScale="688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数据来源</a:t>
            </a:r>
          </a:p>
        </p:txBody>
      </p:sp>
      <p:sp>
        <p:nvSpPr>
          <p:cNvPr id="12" name="文本占位符 11">
            <a:extLst xmlns:a="http://schemas.openxmlformats.org/drawingml/2006/main">
              <a:ext uri="{FF2B5EF4-FFF2-40B4-BE49-F238E27FC236}">
                <a16:creationId xmlns:a16="http://schemas.microsoft.com/office/drawing/2014/main" id="{9FF7F2D6-9CFD-4220-A343-C6B481C8B0D7}"/>
              </a:ext>
            </a:extLst>
          </p:cNvPr>
          <p:cNvSpPr>
            <a:spLocks xmlns:a="http://schemas.openxmlformats.org/drawingml/2006/main" noGrp="1"/>
          </p:cNvSpPr>
          <p:nvPr>
            <p:ph type="body" idx="16391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本页数字均来自官方计划书不提领利益演示表，未使用模拟正式数字。</a:t>
            </a:r>
          </a:p>
        </p:txBody>
      </p:sp>
    </p:spTree>
    <p:extLst>
      <p:ext uri="{BB962C8B-B14F-4D97-AF65-F5344CB8AC3E}">
        <p14:creationId xmlns:p14="http://schemas.microsoft.com/office/powerpoint/2010/main" val="28962507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A1E3CA4-F8A2-43AF-9402-458B56D2F681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中宋简"/>
                <a:ea typeface="汉仪中宋简"/>
                <a:cs typeface="汉仪中宋简"/>
              </a:rPr>
              <a:t>让时间成为家庭资产配置的一部分</a:t>
            </a:r>
          </a:p>
        </p:txBody>
      </p:sp>
      <p:pic>
        <p:nvPicPr>
          <p:cNvPr id="3" name="内容占位符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bac7a506ef418a"/>
          <a:srcRect xmlns:a="http://schemas.openxmlformats.org/drawingml/2006/main" l="11278" t="0" r="112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524000"/>
            <a:ext cx="5486400" cy="4724400"/>
          </a:xfrm>
          <a:prstGeom xmlns:a="http://schemas.openxmlformats.org/drawingml/2006/main" prst="rect">
            <a:avLst/>
          </a:prstGeom>
        </p:spPr>
      </p:pic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DB08C43-54D8-4C51-AE00-4F505B4CE402}"/>
              </a:ext>
            </a:extLst>
          </p:cNvPr>
          <p:cNvSpPr>
            <a:spLocks xmlns:a="http://schemas.openxmlformats.org/drawingml/2006/main" noGrp="1"/>
          </p:cNvSpPr>
          <p:nvPr>
            <p:ph type="body" idx="16386"/>
          </p:nvPr>
        </p:nvSpPr>
        <p:spPr/>
        <p:txBody>
          <a:bodyPr xmlns:a="http://schemas.openxmlformats.org/drawingml/2006/main">
            <a:normAutofit fontScale="688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教育金有安排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75B94437-8054-4FD0-8CD8-E76B9295C030}"/>
              </a:ext>
            </a:extLst>
          </p:cNvPr>
          <p:cNvSpPr>
            <a:spLocks xmlns:a="http://schemas.openxmlformats.org/drawingml/2006/main" noGrp="1"/>
          </p:cNvSpPr>
          <p:nvPr>
            <p:ph type="body" idx="16387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在成长阶段保留可使用的教育资金，让家庭选择更从容。</a:t>
            </a:r>
          </a:p>
        </p:txBody>
      </p:sp>
      <p:sp>
        <p:nvSpPr>
          <p:cNvPr id="6" name="文本占位符 5">
            <a:extLst xmlns:a="http://schemas.openxmlformats.org/drawingml/2006/main">
              <a:ext uri="{FF2B5EF4-FFF2-40B4-BE49-F238E27FC236}">
                <a16:creationId xmlns:a16="http://schemas.microsoft.com/office/drawing/2014/main" id="{C1C4ABE3-0054-4129-A69E-5F43471CA14D}"/>
              </a:ext>
            </a:extLst>
          </p:cNvPr>
          <p:cNvSpPr>
            <a:spLocks xmlns:a="http://schemas.openxmlformats.org/drawingml/2006/main" noGrp="1"/>
          </p:cNvSpPr>
          <p:nvPr>
            <p:ph type="body" idx="16388"/>
          </p:nvPr>
        </p:nvSpPr>
        <p:spPr/>
        <p:txBody>
          <a:bodyPr xmlns:a="http://schemas.openxmlformats.org/drawingml/2006/main">
            <a:normAutofit fontScale="688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长期现金流有来源</a:t>
            </a:r>
          </a:p>
        </p:txBody>
      </p:sp>
      <p:sp>
        <p:nvSpPr>
          <p:cNvPr id="7" name="文本占位符 6">
            <a:extLst xmlns:a="http://schemas.openxmlformats.org/drawingml/2006/main">
              <a:ext uri="{FF2B5EF4-FFF2-40B4-BE49-F238E27FC236}">
                <a16:creationId xmlns:a16="http://schemas.microsoft.com/office/drawing/2014/main" id="{A5E25B59-21C7-4D0F-BF23-4E70E1BEA123}"/>
              </a:ext>
            </a:extLst>
          </p:cNvPr>
          <p:cNvSpPr>
            <a:spLocks xmlns:a="http://schemas.openxmlformats.org/drawingml/2006/main" noGrp="1"/>
          </p:cNvSpPr>
          <p:nvPr>
            <p:ph type="body" idx="16389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领取节奏与剩余价值并行展示，便于持续复盘。</a:t>
            </a:r>
          </a:p>
        </p:txBody>
      </p:sp>
    </p:spTree>
    <p:extLst>
      <p:ext uri="{BB962C8B-B14F-4D97-AF65-F5344CB8AC3E}">
        <p14:creationId xmlns:p14="http://schemas.microsoft.com/office/powerpoint/2010/main" val="165378597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21D09089-1799-40F4-885F-7D794B5A5498}"/>
              </a:ext>
            </a:extLst>
          </p:cNvPr>
          <p:cNvSpPr>
            <a:spLocks xmlns:a="http://schemas.openxmlformats.org/drawingml/2006/main" noGrp="1"/>
          </p:cNvSpPr>
          <p:nvPr>
            <p:ph type="subTitle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THE END</a:t>
            </a:r>
          </a:p>
        </p:txBody>
      </p:sp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6A354155-1A59-473C-8BF4-42BD0330CA5B}"/>
              </a:ext>
            </a:extLst>
          </p:cNvPr>
          <p:cNvSpPr>
            <a:spLocks xmlns:a="http://schemas.openxmlformats.org/drawingml/2006/main" noGrp="1"/>
          </p:cNvSpPr>
          <p:nvPr>
            <p:ph type="ctrTitle" idx="14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latin typeface="汉仪中宋简"/>
                <a:ea typeface="汉仪中宋简"/>
                <a:cs typeface="汉仪中宋简"/>
              </a:rPr>
              <a:t>谢谢</a:t>
            </a:r>
          </a:p>
        </p:txBody>
      </p:sp>
    </p:spTree>
    <p:extLst>
      <p:ext uri="{BB962C8B-B14F-4D97-AF65-F5344CB8AC3E}">
        <p14:creationId xmlns:p14="http://schemas.microsoft.com/office/powerpoint/2010/main" val="525443595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2026-06-01T08:07:28.5340000Z</dcterms:created>
  <dcterms:modified xsi:type="dcterms:W3CDTF">2026-06-01T08:07:28.5340000Z</dcterms:modified>
</coreProperties>
</file>