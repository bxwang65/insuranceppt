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65413e5f34882" /><Relationship Type="http://schemas.openxmlformats.org/officeDocument/2006/relationships/extended-properties" Target="/docProps/app.xml" Id="Rc00d576969334d2d" /><Relationship Type="http://schemas.openxmlformats.org/officeDocument/2006/relationships/officeDocument" Target="/ppt/presentation.xml" Id="Rafd57a0a58714b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8d3ef72e434008"/>
  </p:sldMasterIdLst>
  <p:notesMasterIdLst>
    <p:notesMasterId xmlns:r="http://schemas.openxmlformats.org/officeDocument/2006/relationships" r:id="R258ac101dc2e4236"/>
  </p:notesMasterIdLst>
  <p:sldIdLst>
    <p:sldId xmlns:r="http://schemas.openxmlformats.org/officeDocument/2006/relationships" id="256" r:id="R40e19d49a9e44e15"/>
    <p:sldId xmlns:r="http://schemas.openxmlformats.org/officeDocument/2006/relationships" id="257" r:id="Recdce2f08e504e2a"/>
    <p:sldId xmlns:r="http://schemas.openxmlformats.org/officeDocument/2006/relationships" id="258" r:id="Ra0836739b1a0454a"/>
    <p:sldId xmlns:r="http://schemas.openxmlformats.org/officeDocument/2006/relationships" id="259" r:id="R52183dff01f34f19"/>
    <p:sldId xmlns:r="http://schemas.openxmlformats.org/officeDocument/2006/relationships" id="260" r:id="R4e5f1350ca534901"/>
    <p:sldId xmlns:r="http://schemas.openxmlformats.org/officeDocument/2006/relationships" id="261" r:id="R3d7b92a08b844eb1"/>
    <p:sldId xmlns:r="http://schemas.openxmlformats.org/officeDocument/2006/relationships" id="262" r:id="R60bffcdd1c8a4269"/>
    <p:sldId xmlns:r="http://schemas.openxmlformats.org/officeDocument/2006/relationships" id="263" r:id="Re5c3e3a6bbf942a4"/>
    <p:sldId xmlns:r="http://schemas.openxmlformats.org/officeDocument/2006/relationships" id="264" r:id="R5ea40a165eff46a3"/>
    <p:sldId xmlns:r="http://schemas.openxmlformats.org/officeDocument/2006/relationships" id="265" r:id="Ra49ec9cd64fa4c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d3ef72e434008" /><Relationship Type="http://schemas.openxmlformats.org/officeDocument/2006/relationships/theme" Target="/ppt/theme/theme1.xml" Id="R6f34b75a5db2453e" /><Relationship Type="http://schemas.openxmlformats.org/officeDocument/2006/relationships/notesMaster" Target="/ppt/notesMasters/notesMaster1.xml" Id="R258ac101dc2e4236" /><Relationship Type="http://schemas.openxmlformats.org/officeDocument/2006/relationships/presProps" Target="/ppt/presProps.xml" Id="R7cfb8befcb9e4df6" /><Relationship Type="http://schemas.openxmlformats.org/officeDocument/2006/relationships/viewProps" Target="/ppt/viewProps.xml" Id="Raa9aa2cb0fb146ec" /><Relationship Type="http://schemas.openxmlformats.org/officeDocument/2006/relationships/tableStyles" Target="/ppt/tableStyles.xml" Id="Ree79c6d55b43420e" /><Relationship Type="http://schemas.openxmlformats.org/officeDocument/2006/relationships/slide" Target="/ppt/slides/slide1.xml" Id="R40e19d49a9e44e15" /><Relationship Type="http://schemas.openxmlformats.org/officeDocument/2006/relationships/slide" Target="/ppt/slides/slide2.xml" Id="Recdce2f08e504e2a" /><Relationship Type="http://schemas.openxmlformats.org/officeDocument/2006/relationships/slide" Target="/ppt/slides/slide3.xml" Id="Ra0836739b1a0454a" /><Relationship Type="http://schemas.openxmlformats.org/officeDocument/2006/relationships/slide" Target="/ppt/slides/slide4.xml" Id="R52183dff01f34f19" /><Relationship Type="http://schemas.openxmlformats.org/officeDocument/2006/relationships/slide" Target="/ppt/slides/slide5.xml" Id="R4e5f1350ca534901" /><Relationship Type="http://schemas.openxmlformats.org/officeDocument/2006/relationships/slide" Target="/ppt/slides/slide6.xml" Id="R3d7b92a08b844eb1" /><Relationship Type="http://schemas.openxmlformats.org/officeDocument/2006/relationships/slide" Target="/ppt/slides/slide7.xml" Id="R60bffcdd1c8a4269" /><Relationship Type="http://schemas.openxmlformats.org/officeDocument/2006/relationships/slide" Target="/ppt/slides/slide8.xml" Id="Re5c3e3a6bbf942a4" /><Relationship Type="http://schemas.openxmlformats.org/officeDocument/2006/relationships/slide" Target="/ppt/slides/slide9.xml" Id="R5ea40a165eff46a3" /><Relationship Type="http://schemas.openxmlformats.org/officeDocument/2006/relationships/slide" Target="/ppt/slides/slide10.xml" Id="Ra49ec9cd64fa4c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f589b71ad0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368b84111d4f4e" /><Relationship Type="http://schemas.openxmlformats.org/officeDocument/2006/relationships/notesMaster" Target="/ppt/notesMasters/notesMaster1.xml" Id="R798359cd90964a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d6739e11f2400c" /><Relationship Type="http://schemas.openxmlformats.org/officeDocument/2006/relationships/notesMaster" Target="/ppt/notesMasters/notesMaster1.xml" Id="R20e9125d41fd4c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ddcfab24d740c8" /><Relationship Type="http://schemas.openxmlformats.org/officeDocument/2006/relationships/notesMaster" Target="/ppt/notesMasters/notesMaster1.xml" Id="R457d710559c846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fd0b0a4234dd9" /><Relationship Type="http://schemas.openxmlformats.org/officeDocument/2006/relationships/notesMaster" Target="/ppt/notesMasters/notesMaster1.xml" Id="Ra6a9fcae30494e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3f58690a4b4b5d" /><Relationship Type="http://schemas.openxmlformats.org/officeDocument/2006/relationships/notesMaster" Target="/ppt/notesMasters/notesMaster1.xml" Id="R03640b26b22445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47b620118450d" /><Relationship Type="http://schemas.openxmlformats.org/officeDocument/2006/relationships/notesMaster" Target="/ppt/notesMasters/notesMaster1.xml" Id="R9f678748716846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c2e533e33946fe" /><Relationship Type="http://schemas.openxmlformats.org/officeDocument/2006/relationships/notesMaster" Target="/ppt/notesMasters/notesMaster1.xml" Id="R08b0333f9f7443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bcf3b027ac4312" /><Relationship Type="http://schemas.openxmlformats.org/officeDocument/2006/relationships/notesMaster" Target="/ppt/notesMasters/notesMaster1.xml" Id="R1facef19440c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c42723d50f4be5" /><Relationship Type="http://schemas.openxmlformats.org/officeDocument/2006/relationships/notesMaster" Target="/ppt/notesMasters/notesMaster1.xml" Id="Rc5acb284fa574a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708e2b0e8643bc" /><Relationship Type="http://schemas.openxmlformats.org/officeDocument/2006/relationships/notesMaster" Target="/ppt/notesMasters/notesMaster1.xml" Id="Rc7ce9d9c9b7c48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70a80c64642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dffcd508140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a355e178849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f081e680b4f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6966b5618488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e7dc0b59147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9198b03984c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4b8344c8449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10ff69d3346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8e182216b486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fa0e5a10f408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f4aba77814df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7c33c29b24c1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1042a8328427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c2b2f619f44f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9fd3a9bf3408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0e801ebe0438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0eeec0138485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a8afb9b604e0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b1dec6c634bf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12e83f87e499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fe224c1974c0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283054d904c8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bd9abfb3e401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ad860de9f414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1184fc16a408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11a8b1a6d4fe4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af321fd9f490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4bc6af0f949d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42b89cb0a402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72444cac043d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ec677632746df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7742ec3684699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be9e78c86461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c605110b7438b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f7491274c4514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db406c2cb4e09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f057118404dd1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b85f1724b435a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4fc53e0d84e6f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53b4910784ea5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fcd68c0eb4bbd" /></Relationships>
</file>

<file path=ppt/slideLayouts/slideLayout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7373D6E-F827-4EB4-A443-EEDB6BDE4350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27186268-E391-43D1-87AB-D76DF4E8A938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90351BB-1B7A-491A-98CC-4455B2AC267F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7D938734-AED1-42CD-9340-B7FC3DAE417F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41B311B4-EB68-4556-87F3-27318A2EE3C3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B0D8F1-7E94-4D25-9FFD-8E21C695198D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A96BC375-F39A-4F45-8963-9DD5F445E7D2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DF7145FE-F0D0-471D-A1FB-96A18862D629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E30156C-C8D9-48C2-9D80-FAF2714A8DE6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F84F0C93-349C-4A42-8D42-B045CE261489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0930CECF-36E7-4EAE-A473-19C6DB34FC7F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9BD24C7-7F58-4102-BC3E-034FB942E984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E2209A3-2DDC-4728-8129-A90CA7C8D97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2D39AA0-2CE6-423A-9628-955ACEF8006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22B299-0CFE-4B30-BD69-F785733B7ED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EC0DE3-6AEA-41DE-A139-6B9FE225B79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45CC65D-7EA8-477D-9416-58C89406177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051E1F0-1247-4958-B737-C3E8B380F52A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F951F7C-1206-48D3-A703-567FF2C8DD9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03232BD-3D25-472C-BD7C-F7EA429D932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8DA9F04-680F-48F7-90B8-AD2C008C938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8790076-4844-41EE-B61E-B0B7DBA9922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1ACD9423-58EE-4A5C-BC15-570DB90D18E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59A72E7-7F4A-4B01-9B84-CE0D80D35A6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B942EE2-945B-49F8-AAD9-D224E7EDDED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2177904-C5D2-462C-B9DD-A4D8728ECD8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25CDDD-74C0-47B7-848D-8ADF205E602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F709E1C-177F-4314-87EC-0186E89DB5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001F45E-CA5B-4D0D-A5C6-1D3C179AF02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1411298-D0AB-4CEE-9919-9B6B3A9FA6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5F6B13-229D-420C-BA01-9F35AE83CA2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18187D7-7CA4-4894-8C83-0C69B6E4D3B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59E215C-ED89-4A40-8BA9-4BB90BA2F87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E1F1501-EB91-4706-A9A8-E7703FB76B8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FDC99D5-1C98-40C6-B3E5-CC372B98640D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7C5D9F5-8790-4328-9815-735BAB6821F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867BE47-D879-401C-B122-7716BD9BF74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F3CDCC3-631D-4E95-87E9-1F8AC4F4C3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34C5E0-088B-4419-B634-5F64ADBEEC8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489D73-9CBF-464F-AFFB-BD8B423FE69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61A841B-3E43-46EC-8CA5-1B7EBD58D4E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95A244F-9367-4FED-960B-BB985858DEB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F1688DE-DF4B-4114-817F-EDE2E2202D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5CEC572-E2A5-4A5B-A791-16A9A546F57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144E5B-98B8-4355-9F83-5B69723EE74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97F39AF-281E-44C2-A85A-99CB724381A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86F7748-C0B8-4506-832E-3EC2A3373C6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BA733375-7C3A-45F8-A916-6E0C7837C202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32AF7A66-CC87-4027-8664-7CE89EE8E284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34A0910-86AB-4E12-9B1B-56D116650C1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AA017D9-6668-41C8-BF1A-F9B7615B9C9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70306CC-7D11-4AB7-8CA9-1D77A669C65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2CF5F316-A5F6-47F3-BFEE-319BB8F081E4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581A0B2-2153-4C1D-B5BE-ED48B1BFF00F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42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B991678-6B84-403B-B6D7-A873CEA8F55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20E66C47-3CBD-400C-88E2-0E24652B702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C5BF2EB-C33D-4662-9A5D-98A66323652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E49ABE1-65AD-4E15-8153-745B1979DA9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F1365FFC-62CF-443E-B1C2-94EF02360685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235200"/>
          </a:xfrm>
          <a:custGeom xmlns:a="http://schemas.openxmlformats.org/drawingml/2006/main"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D73665B-4C54-4A19-82FE-FE3FEF8E8A9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1107D9-A970-4C03-BC99-18A09AB075F7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B04EDFA-49D7-4EB9-864E-24AFFA3F064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B8B5880-139B-4B5A-9B7F-B5500D0682E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642DA475-C8E4-4841-BE65-E883F670091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4D65919-39FF-4A02-B366-9CB6DDFA2AE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97AC8629-3429-460B-B86F-15CFF7783B93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2D053509-CF4B-4271-97E1-4E25B284D63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54ABE445-65EA-4DE1-BFA7-789CB0B119F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正文页-10012_9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A3E1A8F-59E1-4336-95BA-F472DE2F5C4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AF2F5F52-A18E-4A3B-AA1A-73F45DF86CF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CA877D7-6507-4B72-9B65-37EFE9CEEBE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F38752A-1DF5-4231-8CF2-0C606916561A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A77E1308-1675-4D63-ABB9-B43265DB0D2C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53BE942B-20A4-4E3A-AC53-F182B0DA0B4D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2108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A2FED93-D6A1-4B9B-99DF-C1339BCB8B1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667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1DB9EED-D6DC-4294-9D7A-1674A6EF4B2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91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76886EF5-7FF5-4615-99BE-631F1CDED65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49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1_4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F1D0930-F024-4BF4-9E79-41F19F9FEE4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17341A3-FB4A-4D82-B653-7822F0D6AF1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7002C6B-F594-4978-B2FB-C8F8D81F2D6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8F30B13-C164-4365-BC20-EED4FCA49D3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22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42960911-433F-4D3B-ABD3-15D4F96552FA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82800"/>
          </a:xfrm>
          <a:custGeom xmlns:a="http://schemas.openxmlformats.org/drawingml/2006/main"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34844D2-825A-42DA-B25F-B881718F4256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848FDFA-EAD2-4B6C-B5FA-96F4970A891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455B37B0-BE55-4AD1-904F-9331D9DF505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2ACCF5DD-FB36-4D2D-ACED-4C2A28B7074E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D7AF3341-B916-4BC8-886D-A42B04515B0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45476DD-DCB2-4F09-A08E-BB82C66E07E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79C8D2EA-68A7-407A-B44E-26C00841A322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E122011D-F0A2-49C9-B529-1D45F8C25E2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ACB08BA3-870E-43BD-9E77-0363B1CC9A5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2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229A04DA-4B6B-4A24-914D-8CD4910255D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4AB6483-AB8D-423A-8A0F-C40E963626F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7A67800C-91AD-4A7F-B06A-4A042DF98F4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4A8F454-C693-40CB-8902-8FFC19674C34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BAA08798-3629-4907-A334-AF2C3F73A29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3639023-2614-4580-9AFF-3BB3689411BC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A61561D-42A6-4867-9985-5EE98A444F2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A72CD3FC-5409-431D-95A8-387BB728D0D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F30BAAA5-2E28-4B04-BDD4-BEE40916B136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0754A8F2-5618-4451-A32D-6C3F7DC74B3F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D95574C-9954-4240-81AC-A212D207901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4C5FFC9-1558-4B75-BE63-40056C8F38E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0BA0FC12-2299-46C4-BB0E-94CF664ED582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A990258C-2966-4D13-A649-6BFA807A35A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6E0804F6-B209-4CBC-B403-7378FCA9A3C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13092783-3086-46DA-8CE1-4842CA7C83E8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6D2B7361-62B7-444A-8C1A-02333E13502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BC56B9DC-F704-403C-9178-E80276124A9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56B0090-8AE5-43D9-9346-37C01C102AB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E780101-ECEC-4A2E-A7A1-8C2ADEE2349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CAA4F210-F814-44A1-AA56-409C464521DE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84580FF0-3C6E-43AA-AF3B-68327AFB9E4C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8625AD6-B28A-4B80-A659-FBA6B33254A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22C0188A-AE05-41E5-AD7B-2F86CE7A7BC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78D4F960-E30E-4035-AF41-25678B6AEDC8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66204908-282A-4985-B0DF-D86615F15730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D2C7C8E-2A28-40FB-83B8-B008F6FC4CF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B0D43843-5F4F-40B9-BB70-CFCB6FD6405D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537A9642-E340-4E37-B3C3-1DE58F2D3733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2219DCAD-D005-49D7-8E00-27C3E37A1D93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89C00C1B-84BA-4439-B5DB-2C51D773F28F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3C3CCE68-DC97-4D7F-8F57-6295080DC483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2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B7E24186-95BB-4722-A258-3D86DC952CA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1B6EA9FC-296D-496A-8ACD-6056CEEECBA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611869B-BE56-4510-9758-5323FE76564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CD53FA2-40D9-446F-94AE-F4F4FA1F775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1A12191-A56E-435B-B75E-723F97546042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68799123-844E-4359-B77D-7A50C3E4BCA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572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9B2E3A9-846C-4ABC-8BD4-326E8D542C8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1EB5757-4B9E-4075-BF0A-7785D0AE6FB0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2BEBD6B9-0F34-467A-B290-DD32EA545405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4704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6F94E261-1E7D-4D56-AE5F-89F840001AB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47180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5795E8AC-FFCA-4DFD-A8DB-F8526D23206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066E4BB1-2C8E-45E5-A44F-758E5835DF3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44704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4ACD9AB-79EF-4E7A-B558-8F0986DE9F4B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83312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0C446343-6976-4914-823B-457AE4CA591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5788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7A426ADD-F519-4A7F-8649-915F48A03FB9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83312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48120A65-5802-4807-87F7-31ADA7CF32D7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83312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57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4169B91E-E2E2-4115-B08E-C1D8A2783E2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E3D33D6-8AE7-4D54-A6B6-5D703EB1557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70A9AB1-348B-4CB3-9823-5EED5E80D75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0569552-F726-4FB2-8611-E05087B2C85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9B65917-7655-4D56-9BB3-0D531053A08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096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5126CDC-FCA0-4E2D-B40B-CA81D19FB2CA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EF09F4C-CA00-4780-95DC-3CE3C1A2E9DC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FC7299A0-8A30-4921-ACD4-01DD4BFE702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A6AAC30-A55A-4A48-9F70-F1D721C4A6E2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2484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D8767AD9-28CC-48F0-A0BD-6BCC1E9B7050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2484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293ECAE-5B22-40AC-ABEF-69D14F76E03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C8D7773E-EE0C-4324-AA67-FEA7A298D49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3EF6D78-3CC8-4FA4-9AE1-DEB7ADFD9E0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BE6BC7F4-6BDA-41BA-A5CD-CC58D3AE4D1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103DABD-F332-4694-97D9-E9F3720670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12EB397-F902-422C-99FD-EB6AB32A266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529B256F-72D1-4501-A045-A06425132A89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B1B6EB0-0313-421E-A891-540CEFF5B720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F6428E0-6E4C-4DDC-B532-842F6287D9F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CE34478-5871-4D20-A2D7-F13E40CA7BB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3EAD94E-743B-4DC6-92FF-19AE110FDB4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A7BFDDE-1B34-4F0A-9448-E09939F7DA0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5C7B3F2-109A-4B8B-BE41-B6054C13294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CA4D43A8-7662-4FD0-9E8C-12DC5411257D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0351ACF6-8AAD-4B83-B601-9EFD5A7CB84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92A496AA-9A8E-428E-AB4B-FC49EEC6B006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98A855-D5A1-4C45-A4C5-13726478942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CE86BB-91DC-4CF5-A52A-03C78AB0906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C016D59-1997-40B1-982B-6676B8D5031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D7815B-9BB7-44FB-AE2A-9CFC5620FEF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138D84D-BDD4-43A5-84D1-E3A84721D6E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26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60EDF35-8FEE-42CA-B6E5-10CF3662B11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CA807021-5CFD-4727-9C08-3BAD41D073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2A4FB23-E8EC-4562-B3D1-E873FE95A22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02ECC789-2AC3-4AD3-AD90-CA1901C9534A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E29A0104-549A-412D-9C70-2C3E81E5F0B9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8D358F2-B623-40A4-85D0-70A019AEFD84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27C9FD-C494-42F4-A4C5-A8378471B08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0F8C3C3-FECE-477D-A905-41041D35DC7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56209033-C38B-4FE5-B336-8EEC3A0C2C4D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A13B5CD6-5829-4D35-B2D6-69DC828F2C08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060AA22-1896-46EF-8AED-0A90A27CE5B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82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8D23EDB-4A17-40D9-8280-BAFAC46407A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3368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2115481-C346-4DF2-9A19-45417187A3A3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3719C82D-48A0-403A-BAE5-9D3948BE7416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037A43D1-2997-4D52-AB36-CA04FEA7EBD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80267F80-D454-4E7F-979C-25179A1962EC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53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1799889-E229-4634-9A15-23621C986C1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374DD974-50C5-4936-940D-ECE73A1BAD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9B05F1B-0794-4CFA-B4A1-F006AB1CD1D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F4FA1B1-3E3D-4E90-9ACB-F99BE08F56F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F50E5237-F603-445D-94C1-B03692CD47E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0C54F4CE-5338-4D82-B527-40092C29678F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EC71488-E508-4157-A032-149D9BF3555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F775923-1E3C-4E07-B20C-AAAF8D7CCA2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3048AD16-D05B-46FA-BB08-20D7D40B8C3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F7D62AB2-B28B-4E62-8790-0E14C3D61447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8196CFF-B490-468C-910E-51EE6C83E95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7F801E1C-5EDD-4437-ABF5-D4DC51A7E23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09A33A2-D262-4894-BA2E-A7712945F95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C58919C0-D178-4FD7-8C9B-E2E5A96F74B8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CA69991-8535-4298-947E-A7CCC0A966B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A3ED8D7A-A223-44E5-A22D-071E6E5D621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0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33B5C51-9A37-441B-95D0-D15855D5257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BDC8522-8F74-42DE-AE94-A9C9D68BF93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6B72E8C-B4CD-4ACB-83C6-8320F201E72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473FB36-4AD9-4772-AAFD-F67B3CE06C56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52578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E2E61A2F-0EF7-4DCA-B7FA-C040CE70F753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6E0A18C6-CA00-428B-9582-C5D31C09BCA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257800" y="21844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D132CA1F-3EDE-4313-BEAD-EADBBD1B6C0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10200" y="2184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D222B98-2889-4A58-B719-CA22C4952DD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10200" y="26924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4193A6A-12F5-4A7B-8A22-2A28FE5BC332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2578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58035768-73BE-4D38-8195-B07B4E011CF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10200" y="45212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7A4EAFB9-30CA-46EC-9ABC-0D8710318BC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10200" y="50292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D75A5FE-924A-494A-A9E6-095B478689F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534F988-11C0-407C-B061-9F3722DDE31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0BE4163-FEF6-42B7-BBEF-7D12D426BFC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F2726F1D-838D-4990-8328-5931E22DAE63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C04CCF2-4241-40A4-9781-61AACA8ED0B6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A94BAB45-BB00-4E2A-A401-47A625CD7FA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8B017CF-FF58-4DF7-BADD-293F647DBAC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F0D60A9F-7922-443A-A5AC-4C55CE312C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FDAA1C15-552E-4100-95CF-4DE7C15DFE3D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21477C8C-2CE0-4FA6-BF61-31B6AAB73F5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DB2298D-96C2-4621-AC6B-76E0CF0470D3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3E586F6-89CF-4670-BF73-6F8CB3CBFC30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C11981A-0598-43FF-BBB3-8FBB7362623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61C0320A-AE5D-46E9-B18B-684B90813977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C9BC7335-3848-400C-A83C-8BD2F7EB8A2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F2DED615-FB73-44C2-966A-31627E58FF3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77339588-D14F-44E8-A35B-3763BDA2BDB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0C369D07-CB02-4FE7-AE1B-9FF36D79863A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D21BF8C0-E064-4940-BD5E-3061D58500B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F6D3FA99-7524-4CFD-9136-EFB3051C3138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8724AF9E-98CE-44EF-BD79-CF4467EB5B8E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2FFE577D-3A2F-41CF-86BE-8DAD1A101EC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8C495A26-ECE3-4955-AEAC-9888337B42D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DD6AA5B-201B-46AF-BBEB-1F7CAF2B72B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7BF65000-4964-4BA3-80F8-29A5D877CCC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7A423398-6F7E-4A84-BE9E-83F5FB232174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FD15710E-1A0F-4242-9CC5-E42D3F04B4C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2A92B215-F416-430D-8E60-60484DDA2BB9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CE1065B-7836-4669-8ADF-97435ACF2B6A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80709B6-D0D2-4D67-A34F-6238F1932ECE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B421840-0DD8-48E7-952F-6479D1683D81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2FA44E9C-8F24-40F3-961D-0AED9A97BB72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F7C75D3-6935-4FF5-9F77-4477F1854618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695B103-680E-49A6-8781-3F55F253703F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6BF21E08-DB42-414D-BA92-BE52EE70EECB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5B974A1C-62B1-4823-87E8-5E4F0ADCEF4B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9BA0A569-CB3E-4F17-9FE1-1383FA97983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0D3BA4B3-BAF9-4B36-9CF8-00EB705095E1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52F91929-E4C0-4C46-85E9-979A25C7CA04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200078-D9AF-4865-A291-D7323598B57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22CAA5-E0B0-460C-BDC8-C532762515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1FE26F-CE74-47A4-8663-4C221659CFF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1BA9D74D-5C45-4675-A5A1-D130EC7928A7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3CADAA8B-046A-428A-AF4C-67E3305C30BA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52186B07-D6F5-40B4-B1BA-0717151EA5B1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5486BE8-A4DD-4E28-AD79-AE80609066A1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A82C823-0F78-419C-894D-57C14D3F50C3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27FF032B-E340-4608-8428-8AD6FA0920A5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2B3CE189-DE23-47B4-A610-253F16AC2C0F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ED5EE084-CAC4-4AEE-BFAA-A29A816B39F7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446E4F4B-8FD0-4C5B-B221-887428EEBFE0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03FF28E-9757-4C94-B177-D582ABBB6B46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C5202AE1-2404-4191-8BE5-0DF06DFD9F1A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41DE5B9-621B-406E-A328-115F022CB9F3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3DA972F1-A9B7-4C45-82CC-D13C25AD5160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2F43611E-5864-4B47-A1B3-BDD1F57AC10C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目录页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A5577E2-0280-4A8B-AD35-EB29EDCDBAA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8C23D26-67C5-451F-9C6A-8B3896EC65F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E737E3A-5841-4521-8C79-851A8A978B2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697AC2D8-DA4A-4F3B-9426-7217E6322631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22354" y="3517898"/>
            <a:ext cx="825502" cy="1524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ctr">
              <a:lnSpc>
                <a:spcPct val="83000"/>
              </a:lnSpc>
              <a:buNone/>
              <a:defRPr sz="6000" b="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FA1B143-4242-45E3-88D7-9262F846CD5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85F71FF-7CB5-4CA1-B599-95F15275BAD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77B1E4-C8ED-49DA-AD84-341988C341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24C232F6-CC24-40E2-8DC8-460ED7EF2F63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B3AC0A80-2C03-44AE-B4C5-26B438A7EE39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B6A5137-CFA5-4E7C-AC18-E7A4ADB3808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50FFBD-0602-42B5-821E-3747B2143FF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9BFB56E-A5CF-4163-A274-2B0160D9A8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47A5EE8D-DC24-42E6-AA82-B3A1C3687C88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type="title">
  <p:cSld name="封面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1E41ACD4-4A5A-42D5-B093-C8196AEC3FE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6C617C2B-F531-409D-812F-3BF852B934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369D9509-C9DB-4698-963E-6BEF858F082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DE279CDE-BF3E-49B9-9503-33300E1FBE62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16000" y="2294890"/>
            <a:ext cx="6667500" cy="2695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5000"/>
              </a:lnSpc>
              <a:buNone/>
              <a:defRPr sz="6000" b="0" u="none" cap="none" spc="0">
                <a:solidFill>
                  <a:schemeClr val="tx1"/>
                </a:solidFill>
                <a:latin typeface="汉仪中宋简"/>
                <a:ea typeface="汉仪中宋简"/>
                <a:cs typeface="汉仪中宋简"/>
              </a:defRPr>
            </a:lvl1pPr>
          </a:lstStyle>
          <a:p xmlns:a="http://schemas.openxmlformats.org/drawingml/2006/main"/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508CF94E-02C1-46F5-AAE3-2217BBAB4A69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1016000" y="5321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B1602AA1-C605-404F-B3DC-7A17D1A6C442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1016000" y="178689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82A9741-A371-4F8E-B061-F4E8B28754C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3D15FB2-9FDE-4973-B217-E61D46C0275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42C95E2-554B-4AA0-A3A3-744E530B66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8238058D-906B-4B26-A11B-48397A0642DD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1442D769-BE80-440B-80B9-8E7EC7A2AA5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E54887-9E26-45C9-957B-85CAA582D88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327EA63-B908-471F-A071-D0BED062B971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D17A891-DE87-4712-8D92-2AD6A4F060BF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C115B253-1116-46D2-964F-8F4A0F3B5F7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13067DDD-6116-443E-A078-9F007753376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F6738E5A-99FA-4200-BFD3-872A4377BC42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90976B-5C4B-4A4C-AB38-A6B3B1187AB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118BB4C-9123-48B8-BEAE-73B81E39650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9325BF44-30DF-4DD0-A945-B454478C2557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990C90F0-6011-43B2-B1FA-32DBCFAD54C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AEBEEA-9864-42BB-BF64-4DE9691603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8B9FEA1-2A5D-4400-9840-3263E1D8FB8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9C56D6F-D4B3-4806-A29D-527FB337BEEB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D0BB4FB-D423-42A6-B4FA-392D4DC1D8BA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EB51553-EB4F-43B3-8EEC-C956E1C97F10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6F918A77-8F13-4DC8-97C4-BFA80C67CD05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9358B918-C2AE-4B1F-B493-04EF5889739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154507C9-5A4C-4FD4-887E-183A35C2BD8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07AC0F-E31D-49B6-8378-34742066ED9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9E7E446-D38B-4BE9-B85A-86AB84A872C5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89F3929-DFB3-4780-8B61-B5BAB336705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222385AD-F4A1-4623-ADDD-F944A25CB3C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9C787175-C138-40C0-85D5-80828A2790D1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57B843C5-0DEF-451A-A009-896C3095D5B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CEDF1A-9022-4B4F-9770-F14F3E7BED2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DE49806-BB43-413D-90AF-24535032112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70804939-EB35-43E0-9D81-98A548A024D5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B77E4598-3A1E-42D7-933F-9ECC4C87368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7406766A-5141-4B24-A2EE-788BB65D76B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98F19DB4-BA6E-40A4-B8AB-814075A948EC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52C8D42-59FF-49F3-B519-D0C694E19E8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2CC26994-0692-448D-A663-C4B3FBF4976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65CC14-C83B-4106-8ADB-4EBEA0A6383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8850885-C083-4903-AB8A-FE3463342F2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39F22F08-BCB4-47E3-A8BF-05D097C09535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4AFF5A24-3B77-4F0F-A7E0-CE26ED02CFB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5A3D108-A7DA-4684-8C1C-7BDBABEC8BB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68CF6953-DF9C-4A6D-84B2-2F7FB38A8B27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755D14FD-21AC-404C-AFD1-92C5CABB3F7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C04BD51B-8E30-4C05-BFFA-69E6735A266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C714A522-A7A2-4889-B253-57F9C0318CC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6D0068-0CFA-423B-B754-B84B2E97992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01E4FA9-755B-4FB2-A840-D1AD181214C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72C711BF-C35C-4A7F-8F96-CBDADB12429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307EDA51-E2A1-4A90-B245-78DAF10557F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7DA884FE-DA06-435A-BA87-5DDD71726FD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404467dd434cf7" /><Relationship Type="http://schemas.openxmlformats.org/officeDocument/2006/relationships/slideLayout" Target="/ppt/slideLayouts/slideLayout2.xml" Id="Rae3eeaeb25574d4e" /><Relationship Type="http://schemas.openxmlformats.org/officeDocument/2006/relationships/slideLayout" Target="/ppt/slideLayouts/slideLayout3.xml" Id="Ra5fbca4d76af4836" /><Relationship Type="http://schemas.openxmlformats.org/officeDocument/2006/relationships/slideLayout" Target="/ppt/slideLayouts/slideLayout4.xml" Id="R36dc7dc9226a4c86" /><Relationship Type="http://schemas.openxmlformats.org/officeDocument/2006/relationships/slideLayout" Target="/ppt/slideLayouts/slideLayout5.xml" Id="Re03b24fdbaee4751" /><Relationship Type="http://schemas.openxmlformats.org/officeDocument/2006/relationships/slideLayout" Target="/ppt/slideLayouts/slideLayout6.xml" Id="Ra6056bcadafc491e" /><Relationship Type="http://schemas.openxmlformats.org/officeDocument/2006/relationships/slideLayout" Target="/ppt/slideLayouts/slideLayout7.xml" Id="Reff66610f4dd4f72" /><Relationship Type="http://schemas.openxmlformats.org/officeDocument/2006/relationships/slideLayout" Target="/ppt/slideLayouts/slideLayout8.xml" Id="Raf527131489b4b73" /><Relationship Type="http://schemas.openxmlformats.org/officeDocument/2006/relationships/slideLayout" Target="/ppt/slideLayouts/slideLayout9.xml" Id="R59f0cf074ed647ce" /><Relationship Type="http://schemas.openxmlformats.org/officeDocument/2006/relationships/slideLayout" Target="/ppt/slideLayouts/slideLayout10.xml" Id="R009e0b509d1749d1" /><Relationship Type="http://schemas.openxmlformats.org/officeDocument/2006/relationships/slideLayout" Target="/ppt/slideLayouts/slideLayout11.xml" Id="Rf9d2b1c21f38428f" /><Relationship Type="http://schemas.openxmlformats.org/officeDocument/2006/relationships/slideLayout" Target="/ppt/slideLayouts/slideLayout12.xml" Id="Rd60cb05d1ca24c6c" /><Relationship Type="http://schemas.openxmlformats.org/officeDocument/2006/relationships/slideLayout" Target="/ppt/slideLayouts/slideLayout13.xml" Id="R5b1cc88ee45d4c13" /><Relationship Type="http://schemas.openxmlformats.org/officeDocument/2006/relationships/slideLayout" Target="/ppt/slideLayouts/slideLayout14.xml" Id="Rfd26174ceebd4423" /><Relationship Type="http://schemas.openxmlformats.org/officeDocument/2006/relationships/slideLayout" Target="/ppt/slideLayouts/slideLayout15.xml" Id="Re42ff6ae31304e48" /><Relationship Type="http://schemas.openxmlformats.org/officeDocument/2006/relationships/slideLayout" Target="/ppt/slideLayouts/slideLayout16.xml" Id="Re50ea0ee324546ba" /><Relationship Type="http://schemas.openxmlformats.org/officeDocument/2006/relationships/slideLayout" Target="/ppt/slideLayouts/slideLayout17.xml" Id="Raeef79a84b5a4260" /><Relationship Type="http://schemas.openxmlformats.org/officeDocument/2006/relationships/slideLayout" Target="/ppt/slideLayouts/slideLayout18.xml" Id="R7fcdd5d7d5284801" /><Relationship Type="http://schemas.openxmlformats.org/officeDocument/2006/relationships/slideLayout" Target="/ppt/slideLayouts/slideLayout19.xml" Id="R8a9979754fd84bf5" /><Relationship Type="http://schemas.openxmlformats.org/officeDocument/2006/relationships/slideLayout" Target="/ppt/slideLayouts/slideLayout20.xml" Id="R5cb2d338f64a4da0" /><Relationship Type="http://schemas.openxmlformats.org/officeDocument/2006/relationships/slideLayout" Target="/ppt/slideLayouts/slideLayout21.xml" Id="R15719f821b2b41fd" /><Relationship Type="http://schemas.openxmlformats.org/officeDocument/2006/relationships/slideLayout" Target="/ppt/slideLayouts/slideLayout22.xml" Id="R0c874186bf3f4cf1" /><Relationship Type="http://schemas.openxmlformats.org/officeDocument/2006/relationships/slideLayout" Target="/ppt/slideLayouts/slideLayout23.xml" Id="R81e1cfd188694f4d" /><Relationship Type="http://schemas.openxmlformats.org/officeDocument/2006/relationships/slideLayout" Target="/ppt/slideLayouts/slideLayout24.xml" Id="R2ad78bb7fa0742da" /><Relationship Type="http://schemas.openxmlformats.org/officeDocument/2006/relationships/slideLayout" Target="/ppt/slideLayouts/slideLayout25.xml" Id="Rafde37f816d944ef" /><Relationship Type="http://schemas.openxmlformats.org/officeDocument/2006/relationships/slideLayout" Target="/ppt/slideLayouts/slideLayout26.xml" Id="R66fafc8544924fe1" /><Relationship Type="http://schemas.openxmlformats.org/officeDocument/2006/relationships/slideLayout" Target="/ppt/slideLayouts/slideLayout27.xml" Id="R5d4f3c940c4241d5" /><Relationship Type="http://schemas.openxmlformats.org/officeDocument/2006/relationships/slideLayout" Target="/ppt/slideLayouts/slideLayout28.xml" Id="R31c5b85f0d2942bd" /><Relationship Type="http://schemas.openxmlformats.org/officeDocument/2006/relationships/slideLayout" Target="/ppt/slideLayouts/slideLayout29.xml" Id="R68f292f8d166437f" /><Relationship Type="http://schemas.openxmlformats.org/officeDocument/2006/relationships/slideLayout" Target="/ppt/slideLayouts/slideLayout30.xml" Id="R8e7b1f7fa8924e74" /><Relationship Type="http://schemas.openxmlformats.org/officeDocument/2006/relationships/slideLayout" Target="/ppt/slideLayouts/slideLayout31.xml" Id="R109c4311be6d4d0f" /><Relationship Type="http://schemas.openxmlformats.org/officeDocument/2006/relationships/slideLayout" Target="/ppt/slideLayouts/slideLayout32.xml" Id="R851f9e8b854342d5" /><Relationship Type="http://schemas.openxmlformats.org/officeDocument/2006/relationships/slideLayout" Target="/ppt/slideLayouts/slideLayout33.xml" Id="Rf991601254e44933" /><Relationship Type="http://schemas.openxmlformats.org/officeDocument/2006/relationships/slideLayout" Target="/ppt/slideLayouts/slideLayout34.xml" Id="Rcf6eda26e25a417b" /><Relationship Type="http://schemas.openxmlformats.org/officeDocument/2006/relationships/slideLayout" Target="/ppt/slideLayouts/slideLayout35.xml" Id="R549a741a10cd4513" /><Relationship Type="http://schemas.openxmlformats.org/officeDocument/2006/relationships/slideLayout" Target="/ppt/slideLayouts/slideLayout36.xml" Id="R1205b8c12814491f" /><Relationship Type="http://schemas.openxmlformats.org/officeDocument/2006/relationships/slideLayout" Target="/ppt/slideLayouts/slideLayout37.xml" Id="R6edbaff449254a36" /><Relationship Type="http://schemas.openxmlformats.org/officeDocument/2006/relationships/slideLayout" Target="/ppt/slideLayouts/slideLayout38.xml" Id="Rc1ac11b078b44f70" /><Relationship Type="http://schemas.openxmlformats.org/officeDocument/2006/relationships/slideLayout" Target="/ppt/slideLayouts/slideLayout39.xml" Id="Rdb973093dbf3482c" /><Relationship Type="http://schemas.openxmlformats.org/officeDocument/2006/relationships/slideLayout" Target="/ppt/slideLayouts/slideLayout40.xml" Id="R178c129609b84abb" /><Relationship Type="http://schemas.openxmlformats.org/officeDocument/2006/relationships/slideLayout" Target="/ppt/slideLayouts/slideLayout41.xml" Id="R94e66dfc07f4436c" /><Relationship Type="http://schemas.openxmlformats.org/officeDocument/2006/relationships/slideLayout" Target="/ppt/slideLayouts/slideLayout42.xml" Id="R077a90445f034f06" /><Relationship Type="http://schemas.openxmlformats.org/officeDocument/2006/relationships/slideLayout" Target="/ppt/slideLayouts/slideLayout43.xml" Id="R9b909496279845e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4254ED4-736B-4AF0-A7D0-EA090122A64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BAB095-7BEB-4516-83D0-4FED77EAB2A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1FFDC9-74A2-4D5B-8AB6-B7CED60F98A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25A935-4E88-4C6F-9461-88C6FF89B9E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3B7B1E-0995-44A4-9770-541D7894F22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4525AC3-0B3E-4D74-BC04-8B2C55E926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3AD53C2-8B42-4324-B8D1-D607821EA4B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CF53D62-1E69-4A31-87EB-F8B5D8419D34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C25A8D0-E409-4512-8774-D39B5D578EC1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8B13D8-B2A7-4B02-B727-B4A402566E2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C68C38-08A1-429E-B580-E28F51E9869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7185D30-3028-46E5-90C3-8079DBC2296C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13DDF11-851A-44E8-A142-012C502DEBC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2BF347A-9317-424C-A98B-CC7DDCF390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23E828-A276-4FD2-8C01-5E0A81FA7D9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eeaeb25574d4e"/>
    <p:sldLayoutId xmlns:r="http://schemas.openxmlformats.org/officeDocument/2006/relationships" id="2147483650" r:id="Ra5fbca4d76af4836"/>
    <p:sldLayoutId xmlns:r="http://schemas.openxmlformats.org/officeDocument/2006/relationships" id="2147483651" r:id="R36dc7dc9226a4c86"/>
    <p:sldLayoutId xmlns:r="http://schemas.openxmlformats.org/officeDocument/2006/relationships" id="2147483652" r:id="Re03b24fdbaee4751"/>
    <p:sldLayoutId xmlns:r="http://schemas.openxmlformats.org/officeDocument/2006/relationships" id="2147483653" r:id="Ra6056bcadafc491e"/>
    <p:sldLayoutId xmlns:r="http://schemas.openxmlformats.org/officeDocument/2006/relationships" id="2147483654" r:id="Reff66610f4dd4f72"/>
    <p:sldLayoutId xmlns:r="http://schemas.openxmlformats.org/officeDocument/2006/relationships" id="2147483655" r:id="Raf527131489b4b73"/>
    <p:sldLayoutId xmlns:r="http://schemas.openxmlformats.org/officeDocument/2006/relationships" id="2147483656" r:id="R59f0cf074ed647ce"/>
    <p:sldLayoutId xmlns:r="http://schemas.openxmlformats.org/officeDocument/2006/relationships" id="2147483657" r:id="R009e0b509d1749d1"/>
    <p:sldLayoutId xmlns:r="http://schemas.openxmlformats.org/officeDocument/2006/relationships" id="2147483658" r:id="Rf9d2b1c21f38428f"/>
    <p:sldLayoutId xmlns:r="http://schemas.openxmlformats.org/officeDocument/2006/relationships" id="2147483659" r:id="Rd60cb05d1ca24c6c"/>
    <p:sldLayoutId xmlns:r="http://schemas.openxmlformats.org/officeDocument/2006/relationships" id="2147483660" r:id="R5b1cc88ee45d4c13"/>
    <p:sldLayoutId xmlns:r="http://schemas.openxmlformats.org/officeDocument/2006/relationships" id="2147483661" r:id="Rfd26174ceebd4423"/>
    <p:sldLayoutId xmlns:r="http://schemas.openxmlformats.org/officeDocument/2006/relationships" id="2147483662" r:id="Re42ff6ae31304e48"/>
    <p:sldLayoutId xmlns:r="http://schemas.openxmlformats.org/officeDocument/2006/relationships" id="2147483663" r:id="Re50ea0ee324546ba"/>
    <p:sldLayoutId xmlns:r="http://schemas.openxmlformats.org/officeDocument/2006/relationships" id="2147483664" r:id="Raeef79a84b5a4260"/>
    <p:sldLayoutId xmlns:r="http://schemas.openxmlformats.org/officeDocument/2006/relationships" id="2147483665" r:id="R7fcdd5d7d5284801"/>
    <p:sldLayoutId xmlns:r="http://schemas.openxmlformats.org/officeDocument/2006/relationships" id="2147483666" r:id="R8a9979754fd84bf5"/>
    <p:sldLayoutId xmlns:r="http://schemas.openxmlformats.org/officeDocument/2006/relationships" id="2147483667" r:id="R5cb2d338f64a4da0"/>
    <p:sldLayoutId xmlns:r="http://schemas.openxmlformats.org/officeDocument/2006/relationships" id="2147483668" r:id="R15719f821b2b41fd"/>
    <p:sldLayoutId xmlns:r="http://schemas.openxmlformats.org/officeDocument/2006/relationships" id="2147483669" r:id="R0c874186bf3f4cf1"/>
    <p:sldLayoutId xmlns:r="http://schemas.openxmlformats.org/officeDocument/2006/relationships" id="2147483670" r:id="R81e1cfd188694f4d"/>
    <p:sldLayoutId xmlns:r="http://schemas.openxmlformats.org/officeDocument/2006/relationships" id="2147483671" r:id="R2ad78bb7fa0742da"/>
    <p:sldLayoutId xmlns:r="http://schemas.openxmlformats.org/officeDocument/2006/relationships" id="2147483672" r:id="Rafde37f816d944ef"/>
    <p:sldLayoutId xmlns:r="http://schemas.openxmlformats.org/officeDocument/2006/relationships" id="2147483673" r:id="R66fafc8544924fe1"/>
    <p:sldLayoutId xmlns:r="http://schemas.openxmlformats.org/officeDocument/2006/relationships" id="2147483674" r:id="R5d4f3c940c4241d5"/>
    <p:sldLayoutId xmlns:r="http://schemas.openxmlformats.org/officeDocument/2006/relationships" id="2147483675" r:id="R31c5b85f0d2942bd"/>
    <p:sldLayoutId xmlns:r="http://schemas.openxmlformats.org/officeDocument/2006/relationships" id="2147483676" r:id="R68f292f8d166437f"/>
    <p:sldLayoutId xmlns:r="http://schemas.openxmlformats.org/officeDocument/2006/relationships" id="2147483677" r:id="R8e7b1f7fa8924e74"/>
    <p:sldLayoutId xmlns:r="http://schemas.openxmlformats.org/officeDocument/2006/relationships" id="2147483678" r:id="R109c4311be6d4d0f"/>
    <p:sldLayoutId xmlns:r="http://schemas.openxmlformats.org/officeDocument/2006/relationships" id="2147483679" r:id="R851f9e8b854342d5"/>
    <p:sldLayoutId xmlns:r="http://schemas.openxmlformats.org/officeDocument/2006/relationships" id="2147483680" r:id="Rf991601254e44933"/>
    <p:sldLayoutId xmlns:r="http://schemas.openxmlformats.org/officeDocument/2006/relationships" id="2147483681" r:id="Rcf6eda26e25a417b"/>
    <p:sldLayoutId xmlns:r="http://schemas.openxmlformats.org/officeDocument/2006/relationships" id="2147483682" r:id="R549a741a10cd4513"/>
    <p:sldLayoutId xmlns:r="http://schemas.openxmlformats.org/officeDocument/2006/relationships" id="2147483683" r:id="R1205b8c12814491f"/>
    <p:sldLayoutId xmlns:r="http://schemas.openxmlformats.org/officeDocument/2006/relationships" id="2147483684" r:id="R6edbaff449254a36"/>
    <p:sldLayoutId xmlns:r="http://schemas.openxmlformats.org/officeDocument/2006/relationships" id="2147483685" r:id="Rc1ac11b078b44f70"/>
    <p:sldLayoutId xmlns:r="http://schemas.openxmlformats.org/officeDocument/2006/relationships" id="2147483686" r:id="Rdb973093dbf3482c"/>
    <p:sldLayoutId xmlns:r="http://schemas.openxmlformats.org/officeDocument/2006/relationships" id="2147483687" r:id="R178c129609b84abb"/>
    <p:sldLayoutId xmlns:r="http://schemas.openxmlformats.org/officeDocument/2006/relationships" id="2147483688" r:id="R94e66dfc07f4436c"/>
    <p:sldLayoutId xmlns:r="http://schemas.openxmlformats.org/officeDocument/2006/relationships" id="2147483689" r:id="R077a90445f034f06"/>
    <p:sldLayoutId xmlns:r="http://schemas.openxmlformats.org/officeDocument/2006/relationships" id="2147483690" r:id="R9b909496279845ea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cd350f83d39f46ff" /><Relationship Type="http://schemas.openxmlformats.org/officeDocument/2006/relationships/notesSlide" Target="/ppt/notesSlides/notesSlide1.xml" Id="R341820dafc7541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87ad40fd3c3342e2" /><Relationship Type="http://schemas.openxmlformats.org/officeDocument/2006/relationships/image" Target="/ppt/media/image.jpeg" Id="R134890b667c4405a" /><Relationship Type="http://schemas.openxmlformats.org/officeDocument/2006/relationships/notesSlide" Target="/ppt/notesSlides/notesSlide2.xml" Id="Rc7ab9fa80ce5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0369319f493e4a08" /><Relationship Type="http://schemas.openxmlformats.org/officeDocument/2006/relationships/image" Target="/ppt/media/image2.jpeg" Id="Rff77ef5217184fad" /><Relationship Type="http://schemas.openxmlformats.org/officeDocument/2006/relationships/image" Target="/ppt/media/image3.jpeg" Id="R7b1dee77c7ef47b1" /><Relationship Type="http://schemas.openxmlformats.org/officeDocument/2006/relationships/image" Target="/ppt/media/image4.jpeg" Id="Rda8040331376426d" /><Relationship Type="http://schemas.openxmlformats.org/officeDocument/2006/relationships/notesSlide" Target="/ppt/notesSlides/notesSlide3.xml" Id="R4acf1e0cb0124f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9d125d5ef734739" /><Relationship Type="http://schemas.openxmlformats.org/officeDocument/2006/relationships/image" Target="/ppt/media/image5.jpeg" Id="Ra27d6f603599442e" /><Relationship Type="http://schemas.openxmlformats.org/officeDocument/2006/relationships/image" Target="/ppt/media/image6.jpeg" Id="R189f667ccc6c4a47" /><Relationship Type="http://schemas.openxmlformats.org/officeDocument/2006/relationships/image" Target="/ppt/media/image7.jpeg" Id="R95fa307e302c46c7" /><Relationship Type="http://schemas.openxmlformats.org/officeDocument/2006/relationships/notesSlide" Target="/ppt/notesSlides/notesSlide4.xml" Id="R5b2e9643267b43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7fa98dbf654727" /><Relationship Type="http://schemas.openxmlformats.org/officeDocument/2006/relationships/image" Target="/ppt/media/image8.jpeg" Id="R4b1a78b3f42245ef" /><Relationship Type="http://schemas.openxmlformats.org/officeDocument/2006/relationships/image" Target="/ppt/media/image.png" Id="Rbb8f3b74ca2f4c35" /><Relationship Type="http://schemas.openxmlformats.org/officeDocument/2006/relationships/image" Target="/ppt/media/image.svg" Id="Rb7850968786146e9" /><Relationship Type="http://schemas.openxmlformats.org/officeDocument/2006/relationships/image" Target="/ppt/media/image2.png" Id="Rcd24c76c17fc467e" /><Relationship Type="http://schemas.openxmlformats.org/officeDocument/2006/relationships/image" Target="/ppt/media/image2.svg" Id="R3780aa1aac754477" /><Relationship Type="http://schemas.openxmlformats.org/officeDocument/2006/relationships/image" Target="/ppt/media/image3.png" Id="R1d9d57120d014d4b" /><Relationship Type="http://schemas.openxmlformats.org/officeDocument/2006/relationships/image" Target="/ppt/media/image3.svg" Id="R3809940a7a8b40ee" /><Relationship Type="http://schemas.openxmlformats.org/officeDocument/2006/relationships/notesSlide" Target="/ppt/notesSlides/notesSlide5.xml" Id="R4c0b0b69746646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7bf7ff60248d6" /><Relationship Type="http://schemas.openxmlformats.org/officeDocument/2006/relationships/image" Target="/ppt/media/image9.jpeg" Id="Re0aa86ece803450c" /><Relationship Type="http://schemas.openxmlformats.org/officeDocument/2006/relationships/image" Target="/ppt/media/image4.png" Id="R70321c06cc674614" /><Relationship Type="http://schemas.openxmlformats.org/officeDocument/2006/relationships/image" Target="/ppt/media/image4.svg" Id="R8d96b216293e4e13" /><Relationship Type="http://schemas.openxmlformats.org/officeDocument/2006/relationships/image" Target="/ppt/media/image5.png" Id="R52170e5f0b5a4ec0" /><Relationship Type="http://schemas.openxmlformats.org/officeDocument/2006/relationships/image" Target="/ppt/media/image5.svg" Id="R5e2e8f0921654263" /><Relationship Type="http://schemas.openxmlformats.org/officeDocument/2006/relationships/image" Target="/ppt/media/image6.png" Id="Rc18674decc6940a5" /><Relationship Type="http://schemas.openxmlformats.org/officeDocument/2006/relationships/image" Target="/ppt/media/image6.svg" Id="R580c798ad8764941" /><Relationship Type="http://schemas.openxmlformats.org/officeDocument/2006/relationships/notesSlide" Target="/ppt/notesSlides/notesSlide6.xml" Id="Rcb730de4ea5842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2b780c6d7d345d2" /><Relationship Type="http://schemas.openxmlformats.org/officeDocument/2006/relationships/image" Target="/ppt/media/image10.jpeg" Id="Rdc1254c4fdb24a88" /><Relationship Type="http://schemas.openxmlformats.org/officeDocument/2006/relationships/notesSlide" Target="/ppt/notesSlides/notesSlide7.xml" Id="R2e0e6a6838bb42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f9719995ead4aa6" /><Relationship Type="http://schemas.openxmlformats.org/officeDocument/2006/relationships/image" Target="/ppt/media/image11.jpeg" Id="R0c9c8cb995ea4a75" /><Relationship Type="http://schemas.openxmlformats.org/officeDocument/2006/relationships/notesSlide" Target="/ppt/notesSlides/notesSlide8.xml" Id="R28cbb10558214e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de64468fa194192" /><Relationship Type="http://schemas.openxmlformats.org/officeDocument/2006/relationships/image" Target="/ppt/media/image12.jpeg" Id="R55a31ac47fa148b3" /><Relationship Type="http://schemas.openxmlformats.org/officeDocument/2006/relationships/notesSlide" Target="/ppt/notesSlides/notesSlide9.xml" Id="Ra5b8eb338e4a41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c3faf340a004a14" /><Relationship Type="http://schemas.openxmlformats.org/officeDocument/2006/relationships/notesSlide" Target="/ppt/notesSlides/notesSlide10.xml" Id="R77ae6ce567324a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94BF26C9-ACD1-4BA6-B55A-BD0C67723D2A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家族传承客户建议书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6FD5E71-C8EF-4307-B4E8-E1D7B4A2572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2026/06/01</a:t>
            </a:r>
          </a:p>
        </p:txBody>
      </p:sp>
    </p:spTree>
    <p:extLst>
      <p:ext uri="{BB962C8B-B14F-4D97-AF65-F5344CB8AC3E}">
        <p14:creationId xmlns:p14="http://schemas.microsoft.com/office/powerpoint/2010/main" val="2093273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922C5E-7DD3-4660-ABF5-5089921AD17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机构定位与核心优势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890b667c4405a"/>
          <a:srcRect xmlns:a="http://schemas.openxmlformats.org/drawingml/2006/main" l="0" t="271" r="0" b="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4038600" cy="5638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CF778919-9036-45D9-A867-122B06944037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D569CCC-1862-4EA8-98D9-5C17B6E45359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家族财富守护者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291BCDC-E570-4C68-A9D7-673BEC03E7F4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以“百年传承”为目标，为高净值家族提供资产配置、税务规划等定制服务，如为某浙江家族设立家族信托，实现资产代际传承。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22BB58D-48D5-44B0-AC9E-61EF66FE658D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6762FB6D-6E72-4DCC-A26F-35A028A98564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全球资源整合者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1AE4901A-C52B-4505-9EDC-9FBCC7DF955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整合全球金融、法律、教育等资源，协助某山西煤老板家族子女赴海外顶尖学府深造，并配置海外不动产。</a:t>
            </a:r>
          </a:p>
        </p:txBody>
      </p:sp>
    </p:spTree>
    <p:extLst>
      <p:ext uri="{BB962C8B-B14F-4D97-AF65-F5344CB8AC3E}">
        <p14:creationId xmlns:p14="http://schemas.microsoft.com/office/powerpoint/2010/main" val="11422064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0F025C-28E5-4771-B009-EF5EA5314B18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资产增值能力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17D10738-0E45-4CDF-B063-C668F29424F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7ef5217184fad"/>
          <a:srcRect xmlns:a="http://schemas.openxmlformats.org/drawingml/2006/main" l="0" t="820" r="0" b="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1AD8D6A-EE2B-4D35-A90A-5A5EAF0E93C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多元化资产配置策略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08FC7371-2D49-434A-B51F-51B5B7C77765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采用股债平衡+另类投资组合，如某家族通过配置全球REITs与私募股权，近5年实现年化8.2%复合收益。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A12C9FC1-DFE2-4FD0-87BE-82C95B113F33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dee77c7ef47b1"/>
          <a:srcRect xmlns:a="http://schemas.openxmlformats.org/drawingml/2006/main" l="0" t="156" r="0" b="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38608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8C736E69-2E23-4090-9BF9-1D7881603566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长期复利增值机制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10E94B2A-F742-4E4C-9058-1AF2D734B39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依托时间价值效应，以某客户1000万初始投资为例，按7%年化复利计算，20年后资产规模可达3869万元。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AE475F6A-1496-437B-B158-BFFF13748A63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040331376426d"/>
          <a:srcRect xmlns:a="http://schemas.openxmlformats.org/drawingml/2006/main" l="0" t="820" r="0" b="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0D455435-EECB-435E-8D3B-69105934573D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动态风险对冲体系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1F1B847-7784-4225-8B39-DF48BB09525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引入量化模型实时调仓，2022年市场波动期间，某客户组合最大回撤仅12%，显著低于大盘25%跌幅。</a:t>
            </a:r>
          </a:p>
        </p:txBody>
      </p:sp>
    </p:spTree>
    <p:extLst>
      <p:ext uri="{BB962C8B-B14F-4D97-AF65-F5344CB8AC3E}">
        <p14:creationId xmlns:p14="http://schemas.microsoft.com/office/powerpoint/2010/main" val="1492398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FD1EC6-536E-4D33-ADA5-03D3E386B4A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现金价值变化曲线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524CB760-A45D-4859-A593-2EF7964B02A0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d6f603599442e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4804E10-7688-48BC-A193-DE43CCC442F2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曲线核心数据解析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0FA55E58-C71E-4925-9CF6-FF4E7C90512F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以某高净值客户投保1000万保额产品为例，第5年现金价值达800万，第10年突破1200万，呈现稳健增长态势。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B053D056-170C-4809-9C25-ADFA740CAE8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f667ccc6c4a47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FF58504E-E23F-4F5F-95D9-8BDCA9DD13F8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传承场景价值演示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806FFF1D-621F-4B19-9946-23EC8BE36DE1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假设客户60岁起每年提取50万作为家族教育基金，至80岁现金价值仍余1500万，可传承给下一代。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A2513453-1C37-4E32-914B-7A0609E37789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a307e302c46c7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458BFA24-B761-435D-828B-A16DC2251C7D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市场对比优势呈现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AC3C37E-F6E2-431F-9FC2-30696C84898B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与同类产品相比，本产品第20年现金价值较行业均值高出23%，在经济波动期仍保持6.5%的年化增长。</a:t>
            </a:r>
          </a:p>
        </p:txBody>
      </p:sp>
    </p:spTree>
    <p:extLst>
      <p:ext uri="{BB962C8B-B14F-4D97-AF65-F5344CB8AC3E}">
        <p14:creationId xmlns:p14="http://schemas.microsoft.com/office/powerpoint/2010/main" val="5218730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a78b3f42245ef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7105CE7-78FF-42E6-A08B-F13C522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667CEB26-5B1E-48F7-B7C6-4D78B766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4819805C-6E8B-4908-AB30-F0FA72F6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f3b74ca2f4c35">
            <a:extLst>
              <a:ext uri="{96DAC541-7B7A-43D3-8B79-37D633B846F1}">
                <asvg:svgBlip xmlns:asvg="http://schemas.microsoft.com/office/drawing/2016/SVG/main" r:embed="Rb7850968786146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2B1AFFE-77BA-4FF6-9DCD-70DDC4A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教育阶段提领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1742136-6D39-4B56-B31B-ACF07DE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子女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18-22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岁大学期间，可每年提取教育金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10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万元，如上海张先生为女儿设立专项账户，覆盖学费及海外交流费用。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F108D87-A3C1-45E5-B2CF-A3B2E26D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D79D2A49-8701-4D3A-AF4B-E69BD941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4c76c17fc467e">
            <a:extLst>
              <a:ext uri="{96DAC541-7B7A-43D3-8B79-37D633B846F1}">
                <asvg:svgBlip xmlns:asvg="http://schemas.microsoft.com/office/drawing/2016/SVG/main" r:embed="R3780aa1aac7544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A29456C-83F4-42DF-9617-5759748F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创业阶段提领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B786988-8394-4BEA-B759-DDE020B6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子女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25-30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岁创业期，可申请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50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万元启动资金，参考浙江李氏家族支持子辈创办科技公司，分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3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年拨付。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F69C9F62-B383-40BB-9482-FA434D0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80F16074-123C-48A4-A2F8-D20671B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d57120d014d4b">
            <a:extLst>
              <a:ext uri="{96DAC541-7B7A-43D3-8B79-37D633B846F1}">
                <asvg:svgBlip xmlns:asvg="http://schemas.microsoft.com/office/drawing/2016/SVG/main" r:embed="R3809940a7a8b40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3F8BA7F-14AA-4008-937E-FDBF0E4A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养老阶段提领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C832D5E-418A-4945-8F34-2AD19079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父母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60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岁后，每月提取养老金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2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万元，如北京王家通过家族信托，确保父母医疗及旅居需求持续覆盖。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A6A21065-B2B2-45EF-930A-0575CCFED59C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不同阶段提领路径</a:t>
            </a:r>
          </a:p>
        </p:txBody>
      </p:sp>
    </p:spTree>
    <p:extLst>
      <p:ext uri="{BB962C8B-B14F-4D97-AF65-F5344CB8AC3E}">
        <p14:creationId xmlns:p14="http://schemas.microsoft.com/office/powerpoint/2010/main" val="5454338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a86ece803450c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92A9A73-6095-4163-B7AA-AAC43250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9AD2DFF-7A56-44D0-AED8-6850C27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7E337C8C-281F-4967-96F5-916AFEB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21c06cc674614">
            <a:extLst>
              <a:ext uri="{96DAC541-7B7A-43D3-8B79-37D633B846F1}">
                <asvg:svgBlip xmlns:asvg="http://schemas.microsoft.com/office/drawing/2016/SVG/main" r:embed="R8d96b216293e4e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CBFB868-9EEF-43F0-A7C6-FCF6999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遗嘱定制传承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2CFD09B-2BD6-4E5B-8C65-97C0E9E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香港富豪李嘉诚通过设立家族信托及遗嘱，将长江实业股权定向传承给长子李泽钜，确保企业控制权稳定。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5EAFA037-0F11-4620-ACF2-1365746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1355518C-1CEE-41BD-AEC2-A97A9FA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70e5f0b5a4ec0">
            <a:extLst>
              <a:ext uri="{96DAC541-7B7A-43D3-8B79-37D633B846F1}">
                <asvg:svgBlip xmlns:asvg="http://schemas.microsoft.com/office/drawing/2016/SVG/main" r:embed="R5e2e8f09216542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0AAF247-9C2B-45FE-A0B6-F114C0E7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保险金信托传承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C73A875-9519-4796-B413-FC9C0DA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企业家王先生投保大额寿险，指定保险金进入信托，按约定向子女分期支付，避免一次性继承导致挥霍。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8F2170F0-9A6D-4CFB-AF20-8F84ABB4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A2BD7E1-6BCA-441E-B7BA-534E02A5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674decc6940a5">
            <a:extLst>
              <a:ext uri="{96DAC541-7B7A-43D3-8B79-37D633B846F1}">
                <asvg:svgBlip xmlns:asvg="http://schemas.microsoft.com/office/drawing/2016/SVG/main" r:embed="R580c798ad87649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C7B89CA-26C9-426D-84A4-3D33A833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家族基金会传承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2347917-9266-42A7-A496-FE06B826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洛克菲勒家族设立基金会，将部分财富定向用于慈善及家族成员教育，实现财富永续传承与社会价值结合。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D5889A6A-3301-4938-B187-8FCD815FC250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财富定向传承</a:t>
            </a:r>
          </a:p>
        </p:txBody>
      </p:sp>
    </p:spTree>
    <p:extLst>
      <p:ext uri="{BB962C8B-B14F-4D97-AF65-F5344CB8AC3E}">
        <p14:creationId xmlns:p14="http://schemas.microsoft.com/office/powerpoint/2010/main" val="14399691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2538B5-F83A-417A-A596-2B7B989CAFB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资产分配说明表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254c4fdb24a88"/>
          <a:srcRect xmlns:a="http://schemas.openxmlformats.org/drawingml/2006/main" l="0" t="3563" r="0" b="3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10972800" cy="2082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1ACCC212-7D72-4B0C-970D-FD6F8B69D7FB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27F0421-CFB8-40B9-893C-2D5E2E0179FE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跨代资产配置方案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A1BEE185-1060-485D-8472-CBECC1EA964E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某家族将60%资产配置于不动产（如上海陆家嘴写字楼），30%投入家族信托，10%作为流动资金，实现三代财富稳定传承。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635329D-C6DB-40CE-82A5-AB55C8A7F4CC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55588B74-9E44-46C9-8063-86AAD4ED7B28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风险隔离资产规划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C5DB9BC-11A8-4E58-A28D-4642DA6E8C9A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通过设立离岸信托持有海外股权（如某香港上市公司15%股份），有效隔离企业经营风险与家族资产，保障传承安全。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D9766144-8475-42F2-85B6-A0337A746C99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2916B7B-BFE6-4D9D-9430-02B3468FEA4A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动态调整机制说明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04BAE704-EF5E-490D-9A3D-98BE57E0320D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每年根据市场波动（如2023年债券市场利率变化）和家族成员需求，对资产配置比例进行5%-10%的优化调整，维持长期增值。</a:t>
            </a:r>
          </a:p>
        </p:txBody>
      </p:sp>
    </p:spTree>
    <p:extLst>
      <p:ext uri="{BB962C8B-B14F-4D97-AF65-F5344CB8AC3E}">
        <p14:creationId xmlns:p14="http://schemas.microsoft.com/office/powerpoint/2010/main" val="16715533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896D52-A324-423C-AC8A-9AF9171451B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合家欢主题致辞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c8cb995ea4a75"/>
          <a:srcRect xmlns:a="http://schemas.openxmlformats.org/drawingml/2006/main" l="0" t="174" r="0" b="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10972800" cy="22352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5F90F9BF-43A9-457B-8CEE-BA73EB51086A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D2B8005-1C41-48BC-B174-903C6B92354F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家族团圆故事分享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328A628B-4B99-4B42-8728-9031AA3A7ABB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可讲述香港李锦记家族春节团聚，四代同堂共制蚝油，传承百年家训，凝聚家族情感的温馨场景。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DE6D67E6-39F0-41C6-9376-591FC240428D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4BD2C243-1560-4DA6-BA15-DDA2048B43B5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传统习俗传承倡议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A8FEFA48-6B62-4288-B4C7-6784714AD1AE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建议借鉴江南周氏家族中秋祭月仪式，全家共诵家训，让后代在习俗中感受家族文化底蕴与责任。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971A5412-72B9-4F8C-A5F9-616C97D62B59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51E47C3D-F4BC-4E7F-9AD3-32FF04A1322C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未来传承寄语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9FF7F2D6-9CFD-4220-A343-C6B481C8B0D7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以福建陈氏家族设立“家族奖学金”为例，鼓励年轻一代勤学向善，延续家族精神，共筑美好未来。</a:t>
            </a:r>
          </a:p>
        </p:txBody>
      </p:sp>
    </p:spTree>
    <p:extLst>
      <p:ext uri="{BB962C8B-B14F-4D97-AF65-F5344CB8AC3E}">
        <p14:creationId xmlns:p14="http://schemas.microsoft.com/office/powerpoint/2010/main" val="2896250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A1E3CA4-F8A2-43AF-9402-458B56D2F681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家业长青保障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31ac47fa148b3"/>
          <a:srcRect xmlns:a="http://schemas.openxmlformats.org/drawingml/2006/main" l="0" t="263" r="0" b="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54864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DB08C43-54D8-4C51-AE00-4F505B4CE402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资产隔离与债务风险规避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5B94437-8054-4FD0-8CD8-E76B9295C030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如某家族企业主通过设立家族信托，将核心资产与个人债务隔离，在企业面临资金链危机时仍保障了家人生活与子女教育资金。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C1C4ABE3-0054-4129-A69E-5F43471CA14D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跨代际财富精准传承安排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A5E25B59-21C7-4D0F-BF23-4E70E1BEA123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香港李氏家族借助保险金信托，约定子女年满30岁且完成学业后才能领取信托收益，避免年轻一代挥霍资产，实现财富稳健交接。</a:t>
            </a:r>
          </a:p>
        </p:txBody>
      </p:sp>
    </p:spTree>
    <p:extLst>
      <p:ext uri="{BB962C8B-B14F-4D97-AF65-F5344CB8AC3E}">
        <p14:creationId xmlns:p14="http://schemas.microsoft.com/office/powerpoint/2010/main" val="16537859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1D09089-1799-40F4-885F-7D794B5A5498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THE END</a:t>
            </a:r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6A354155-1A59-473C-8BF4-42BD0330CA5B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汉仪中宋简"/>
                <a:ea typeface="汉仪中宋简"/>
                <a:cs typeface="汉仪中宋简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52544359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2026-06-01T08:07:18.9120000Z</dcterms:created>
  <dcterms:modified xsi:type="dcterms:W3CDTF">2026-06-01T08:07:18.9120000Z</dcterms:modified>
</coreProperties>
</file>