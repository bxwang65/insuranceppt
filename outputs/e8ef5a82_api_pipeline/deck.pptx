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90d48e1f849f3" /><Relationship Type="http://schemas.openxmlformats.org/officeDocument/2006/relationships/extended-properties" Target="/docProps/app.xml" Id="Rb6f8764bddb14d6f" /><Relationship Type="http://schemas.openxmlformats.org/officeDocument/2006/relationships/officeDocument" Target="/ppt/presentation.xml" Id="Rf4da001d76ad47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8fe9408cb4d1b"/>
  </p:sldMasterIdLst>
  <p:notesMasterIdLst>
    <p:notesMasterId xmlns:r="http://schemas.openxmlformats.org/officeDocument/2006/relationships" r:id="R763249b098884786"/>
  </p:notesMasterIdLst>
  <p:sldIdLst>
    <p:sldId xmlns:r="http://schemas.openxmlformats.org/officeDocument/2006/relationships" id="256" r:id="R7be2fbe92dd14f94"/>
    <p:sldId xmlns:r="http://schemas.openxmlformats.org/officeDocument/2006/relationships" id="257" r:id="R5d2c990837334371"/>
    <p:sldId xmlns:r="http://schemas.openxmlformats.org/officeDocument/2006/relationships" id="258" r:id="R93bfecaee8454d70"/>
    <p:sldId xmlns:r="http://schemas.openxmlformats.org/officeDocument/2006/relationships" id="259" r:id="Rb1147dc591c64f7b"/>
    <p:sldId xmlns:r="http://schemas.openxmlformats.org/officeDocument/2006/relationships" id="260" r:id="R4e0081edfdf344fc"/>
    <p:sldId xmlns:r="http://schemas.openxmlformats.org/officeDocument/2006/relationships" id="261" r:id="R10c720a58b7548eb"/>
    <p:sldId xmlns:r="http://schemas.openxmlformats.org/officeDocument/2006/relationships" id="262" r:id="R86044c3ee0ed4aad"/>
    <p:sldId xmlns:r="http://schemas.openxmlformats.org/officeDocument/2006/relationships" id="263" r:id="Rbd54465f498a4602"/>
    <p:sldId xmlns:r="http://schemas.openxmlformats.org/officeDocument/2006/relationships" id="264" r:id="R4c9e6a35e52548a6"/>
    <p:sldId xmlns:r="http://schemas.openxmlformats.org/officeDocument/2006/relationships" id="265" r:id="R8594e52b7bf34e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8fe9408cb4d1b" /><Relationship Type="http://schemas.openxmlformats.org/officeDocument/2006/relationships/theme" Target="/ppt/theme/theme1.xml" Id="R69b15cabacd24068" /><Relationship Type="http://schemas.openxmlformats.org/officeDocument/2006/relationships/notesMaster" Target="/ppt/notesMasters/notesMaster1.xml" Id="R763249b098884786" /><Relationship Type="http://schemas.openxmlformats.org/officeDocument/2006/relationships/presProps" Target="/ppt/presProps.xml" Id="R3d30934c72844e9e" /><Relationship Type="http://schemas.openxmlformats.org/officeDocument/2006/relationships/viewProps" Target="/ppt/viewProps.xml" Id="Rc701667b07b94205" /><Relationship Type="http://schemas.openxmlformats.org/officeDocument/2006/relationships/tableStyles" Target="/ppt/tableStyles.xml" Id="R2be47a7005d949ac" /><Relationship Type="http://schemas.openxmlformats.org/officeDocument/2006/relationships/slide" Target="/ppt/slides/slide1.xml" Id="R7be2fbe92dd14f94" /><Relationship Type="http://schemas.openxmlformats.org/officeDocument/2006/relationships/slide" Target="/ppt/slides/slide2.xml" Id="R5d2c990837334371" /><Relationship Type="http://schemas.openxmlformats.org/officeDocument/2006/relationships/slide" Target="/ppt/slides/slide3.xml" Id="R93bfecaee8454d70" /><Relationship Type="http://schemas.openxmlformats.org/officeDocument/2006/relationships/slide" Target="/ppt/slides/slide4.xml" Id="Rb1147dc591c64f7b" /><Relationship Type="http://schemas.openxmlformats.org/officeDocument/2006/relationships/slide" Target="/ppt/slides/slide5.xml" Id="R4e0081edfdf344fc" /><Relationship Type="http://schemas.openxmlformats.org/officeDocument/2006/relationships/slide" Target="/ppt/slides/slide6.xml" Id="R10c720a58b7548eb" /><Relationship Type="http://schemas.openxmlformats.org/officeDocument/2006/relationships/slide" Target="/ppt/slides/slide7.xml" Id="R86044c3ee0ed4aad" /><Relationship Type="http://schemas.openxmlformats.org/officeDocument/2006/relationships/slide" Target="/ppt/slides/slide8.xml" Id="Rbd54465f498a4602" /><Relationship Type="http://schemas.openxmlformats.org/officeDocument/2006/relationships/slide" Target="/ppt/slides/slide9.xml" Id="R4c9e6a35e52548a6" /><Relationship Type="http://schemas.openxmlformats.org/officeDocument/2006/relationships/slide" Target="/ppt/slides/slide10.xml" Id="R8594e52b7bf3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aa0e05f91844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38b923453456b" /><Relationship Type="http://schemas.openxmlformats.org/officeDocument/2006/relationships/notesMaster" Target="/ppt/notesMasters/notesMaster1.xml" Id="R406210037ffc40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c825594924bed" /><Relationship Type="http://schemas.openxmlformats.org/officeDocument/2006/relationships/notesMaster" Target="/ppt/notesMasters/notesMaster1.xml" Id="Rbb406e7ff2e5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614d2f2e44845" /><Relationship Type="http://schemas.openxmlformats.org/officeDocument/2006/relationships/notesMaster" Target="/ppt/notesMasters/notesMaster1.xml" Id="R58ee8aa9953d4d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7b9ce0af994cd7" /><Relationship Type="http://schemas.openxmlformats.org/officeDocument/2006/relationships/notesMaster" Target="/ppt/notesMasters/notesMaster1.xml" Id="R4e1bace55f6144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2ed38f3f3f46ff" /><Relationship Type="http://schemas.openxmlformats.org/officeDocument/2006/relationships/notesMaster" Target="/ppt/notesMasters/notesMaster1.xml" Id="R010ccce748a6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90cce970d4416" /><Relationship Type="http://schemas.openxmlformats.org/officeDocument/2006/relationships/notesMaster" Target="/ppt/notesMasters/notesMaster1.xml" Id="R25b624a12d90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c2e47af914698" /><Relationship Type="http://schemas.openxmlformats.org/officeDocument/2006/relationships/notesMaster" Target="/ppt/notesMasters/notesMaster1.xml" Id="Rc1f9a143b59543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3f1f522dd2412b" /><Relationship Type="http://schemas.openxmlformats.org/officeDocument/2006/relationships/notesMaster" Target="/ppt/notesMasters/notesMaster1.xml" Id="Re01c47ca2f654f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5f3d8a74464b82" /><Relationship Type="http://schemas.openxmlformats.org/officeDocument/2006/relationships/notesMaster" Target="/ppt/notesMasters/notesMaster1.xml" Id="R8d450b87f8364c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32a394159447c1" /><Relationship Type="http://schemas.openxmlformats.org/officeDocument/2006/relationships/notesMaster" Target="/ppt/notesMasters/notesMaster1.xml" Id="Rd313eb44bf2442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a52f67ba042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cbede448847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68c525dfc47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d4680a87d4f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406d6755944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8a51e66bf46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5e955ea70409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475d1575e42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c06a2582d4c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5170af4ac41a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616533008418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312cb59cd406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85aa8ae85471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cbb47b1fd43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d8137af8a46b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41e0d07ee450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374b93781466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c7e2412b34cf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6bc20a8624a3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9293db296464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1a549d77b415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51f014bf644a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4c8242a29439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dd0d2308a430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d19848e86403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e109fa80b4661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90cef0dd5417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ad5ef5a42496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1c28083e4433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2177f1309432c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30e88864541d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b1ff94d9846c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d05cc30bc497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d040331184fa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dfd21a35c47d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e5cfa5d974257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2f83d9c6d4467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a593458ae4819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db41140574db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06f24b5124783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11c0ea14a4b21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832cf162b40a5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33B896D1-0C2F-49D9-9B93-FE73CE4A2B1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B822CB1-04C0-419D-A40D-2CDEA1BD8510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014731-6AC2-4C76-BEF0-8591D6A0D682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9CFAC8E1-27C5-4916-A11D-1A58FE739B6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5A3A567-4F85-4535-8964-890AFEC4D494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1205BA4-F3FF-42C2-A8FB-258F2DC04015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4D930A50-0259-4E56-B430-3B9069C2C107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7554B81D-AC97-4FB6-97D5-0F282E6CA59C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8050673-40C0-4148-B18C-3AFB92EBEDEE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A8DEA74F-8A68-43A4-B3BF-510648716E0A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0FBF45A0-310D-464E-AB91-B7146FF59066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64DF45F-288E-427A-A565-AD58FDE0004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02E5BB0-124C-4FF8-9B22-254B8EBD5F3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E9B9E3-0D70-49C3-9133-81A87786DD5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6CF5B9-AAF8-4086-B6CB-F404DFEE2A8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C8CB85-433B-4A65-B468-4A2FEF03A2E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D3E6A4-ADA8-4A9F-9836-4FB83E46E08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4C7EA5F-F33B-4220-A57A-7DAEA8B9BF13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7293485-0EE9-4648-9948-10D00013CD2A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8DF65E3-B8D5-4061-B6C3-5B5C5FD47BE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1395A61-10BC-4C9D-ABFB-CD08716841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CA875C0-B0BE-44B3-B422-6C6AE4622AE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BD6BC439-93D2-4F5B-82B2-10522562C73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A4B57F1-5040-4762-BBFE-5EA4795616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3AD2F1C-B946-4F1F-82F3-2A50E8F0299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E1B2318-0ED9-43A0-A454-D2775804DB0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B07BC3-4C39-4383-9E94-51B3746CA9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06CD2C7-C204-4A01-85A4-707E635BDB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1744B21-A3EF-4019-88A7-38DA5A15880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E603E43-5545-4770-8CE6-D8F7E573BD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BBC0B1-45A5-4F93-94D8-CE74A3B20C5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D55470-931A-4107-B17F-7BA9472DC01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F3BEDF6-96EE-429C-9A84-DE4326EF7CE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E76CDAB-84F4-4C1A-B518-4664CEF9DDF3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2D3C0C3-1073-4443-B1B4-512BACD86570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D686A8B-A6AC-4EC5-81A7-7DFC604185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7C78C17-FA4B-4721-B555-B2592BD3B5B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064FF10-4A20-42F3-B520-9099D11491E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F1091E6-3599-46C1-A31B-081D37135C7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E1B1E27-65B7-44E8-BA21-E5B5A0F5646B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FEB88F4-DC27-463D-9071-3A60763D515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A631F1-8E1F-4D9D-8F4B-A9185A54A91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655B746-874A-4EE7-922D-D9CE2C2AA9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AAA61E8-A9B2-45D5-8187-1E4470338B4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08EBA2A-6B48-4631-8201-4A7C67C0FBB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32FE61-B098-46FF-972D-93ADCB301E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4C3D15-3060-434B-BA1D-A56A9C5A4E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02432D19-81A1-4C92-B6A6-8E25768EF05B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533ED17E-18A3-4AC0-83FC-97F80674F50C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479C06-8759-4812-BF4A-8C29A4E0155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C7FBD23-A2CC-4E91-9D4D-53180D8B398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9C5D76-E155-4992-AF11-E33FE9E8338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A760F7B6-8421-4A56-B8D9-3D34D1482F25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8D1F6212-C4B2-4713-9919-E94FE29FAF16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43C7A07-C2E1-4D99-AF02-AD084E52275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CC171EF-2400-49C8-93C6-7055C4EF82F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599CB70-C9D5-4E1F-9F29-B102E2022EE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B90E1D0-C88F-4C13-A6AD-51E5B8F3A60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78FFCC2-8DFC-4E49-848C-00FD671A232F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F0DE5E32-1AAA-438C-AC77-5394DE33246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911272D-C14F-4D11-B93B-E7ACBEB7D52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9317E061-FE13-42E7-817E-460D1888F875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4C796FAC-DDC3-4FB8-8CC0-6C14AF01835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2A3C554-F32A-4976-AEAA-88137576631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BF43BDC-221A-4280-AD90-0D2A2506AFE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5CA262BD-6AEE-456F-AB27-50C23AF11A6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43A58C3C-ED95-4EE5-B5BA-7DC1F4EA81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C756755-43AD-42B9-9EED-C743750F338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5B39323-8D22-42AA-9A8C-4D0D6D14DD5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FBAA9D0-62A2-4B44-AB51-5F9A635E70F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0191655-CE64-4131-9529-1D855CED777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04E03EB5-6CD8-436F-919F-B9B8CC41ACA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F3CC792B-9AC3-42AA-8341-7220BDE1BF80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56E09BE-027C-4441-BE80-23169BDF51B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3743EC8-E505-4341-AFBC-9E9751B3E6E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F745A80-7F22-4E83-8885-5B1B029039D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C74E29E-6C8F-4E2E-B750-35957B88F4D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F1DF5EF9-7C58-475D-907E-8B0448E4979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CEC85F0-AF53-4AC7-816A-8F769EA5DC7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5365E34E-911E-4AC4-9BD0-C59C02835B8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8571B6C-5311-400B-822C-31C60FB26BA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7061259-C0A3-4508-950B-6BE90B0F01E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CDC58AAA-0697-487D-B4E0-4DE087B640E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A52A4A3-4262-41A4-BFBF-3ECC9B56766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A9AA1C08-55E6-41C7-A3C7-755C9EA2E8B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66D2630-B5EF-4956-B2FD-D819FE0BDED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FAA9A08B-2C51-4F60-ADC1-126251186A5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A9642475-517D-4C94-8C2B-0D2FA5B972C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2E8F965A-5E76-47DA-9AAE-37CB25EB3CDE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B1E15BA-CCDC-4B54-9B4F-8C5C5BA9384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92EE0790-274E-4F24-A056-99D06BBF9944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E318DA9-650C-4018-9A6A-F862E433427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BFFAB5F-41F8-4F35-AB63-779FC02466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CE6A226-5C6B-4BD7-9250-51DD0BDD5E4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43162CB-6961-4BD2-8B68-F47E60F1681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DA75165-4199-42CC-B2E0-BAD18A7B8AB0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A8C11E00-7F23-4461-A7D4-E956B921BC9E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463EC1-464B-49DC-91D7-18F11EF9CE6F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8376EF0-E08A-4353-A3B5-45A37AF6163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74E5867-15C0-49AE-A823-FB922E1D830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B74E168-9D3D-4A90-93A7-561AE8F2B8A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B590436-DD4A-4C04-BB8E-D7763DCA5CD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FC44F42E-3CB8-4B96-BBE7-501908DF685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A84A13D-0988-4C3B-B076-19B019F8864F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5FEA367-5181-4397-B238-FDF4A04E956E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A4A4910D-2B12-4AB7-8A8B-642A59080BD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118FCC0-82FD-45BE-9E3D-0C34601A643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1D356365-861F-415D-AB44-D085B5EDC38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1B65A76-2622-4266-AD6D-5773FD76A2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8F81F52-D169-49C3-9FE0-5A7B9559914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B9FB6FF-5178-4E15-B7C8-8DA55CEF0A0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6C40F57-733E-4C2B-B367-64927C02232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4090C4AA-9E60-490F-9AAB-33E68B24B0C7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0455D36-7424-45A9-B554-462493A2B4F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B7167E8-833F-41BF-A4AE-4BD91016EF6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6830212-75EE-4001-8CE4-EA4DCDA417B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153F8AA-1BEF-469E-8EFB-529DFBEE8434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19B8348-B9AA-4271-AF23-4A700BD5361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324F98D-F0C6-4A11-9CBC-402CBF89FDA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AD4C69E-A2C3-49FA-9DFC-1C9F6F284C95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16615057-8294-4874-A115-657CA5971E8E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FA137F6-DECD-43CF-8317-B54948759F66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12EF1E2-4592-4FEA-927D-8703E2A46E9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1A7EB70-745E-4318-90D1-29A447F2F16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AE92950-9E13-46A5-871C-F5E3D6E10C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BBCC0BB4-2FC2-4636-8E1D-3E144DAC157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CECC3FC-6533-4CA2-9C19-5A30B9326F95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B8D53AF-507D-4BFB-A6C8-2082C813FDE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256F999C-3E9F-431C-A491-6809CDB80DAD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5CAEC8B-A018-47F6-9E3C-F2E004BE032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D1FD900-6828-48EA-A33E-5EC38008E9F6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65F29FA-A98D-4B31-9488-3C8668C5DC2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8336D62C-62AA-470E-BB1D-4E23E32FAB0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E69941A-34D5-421D-AB2B-49ED144B21B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D6DEA44-7E1D-471D-AFF9-14988E74C56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CCB8885-7FDD-438D-9B2B-422B6B0922E8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B2A0038-EACF-4FB0-B1DD-93C10EA57F8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31AA5EF-7505-4773-81A7-0A799F3DAE5C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3C07BC6-940D-48FE-976F-EB3FC8C67A3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4EA25BC-B53A-44DE-A78B-EE6088DA0C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469549A-F89B-4715-AB30-B450E20481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250EA0D-A5B3-4696-B77F-650DAB8657A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42B3FAE-18F7-432B-BAAC-AD7BE0F7E7A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745226BE-B291-41A8-9A32-74154F1A34F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ED95142-32C9-4F7B-8153-CD1CFE86A1C9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1390C67-1F02-4BDB-8D4A-52D6402F18B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8A32785-1590-4532-8B78-57E2B4207C0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51C274C-CABE-4DBF-B5CD-DBA4705A344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1962EB16-84A1-42B3-95BB-8B4B39051D0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9801BF2-3245-4C5F-AC47-FC3A2B7D93F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A700F78-CCE8-48D1-8E45-A12B844608B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B8C1B96-A46A-49CE-A898-7520545AF1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69040A2D-2E95-4A6F-8AE3-58ED0CDB600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BC6A0333-C8E3-4D9B-B4A7-71F2D77EDE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81BF7E4-70FE-4D15-87A6-EF7FA5388B7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E035085C-7343-43F3-B371-21A142E653C3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E3CA2E2-2F62-4CDF-922B-397DAE6822C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A6A7CE74-C68D-45DD-B00C-DBBA98516D6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2385761-6609-4A78-ABD5-3C1A9303982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45FA2BD6-D2A0-427F-8C28-0D489A8B965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AA074380-9DE6-465B-B4F2-DE7F64D22FF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039AE45-07EB-4829-9FB7-4A9E10DED6A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8147CB2C-0D56-45E6-9D82-86D5F4E0A16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8DF95597-3E41-4A5D-A880-75D0CDC401F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320410FB-3F31-481B-BABE-E9F7FC8DBA68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9B54D7-63F2-4D7F-BC53-EABD3E66D11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951679-22C5-44D1-8A94-88B45E542B5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257A2F-BC82-4E2A-9A96-731203B8A2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3B33D8-5F77-42BC-BCC0-C8B42474A1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681860-9C98-47B7-BC66-F55E967CDBB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0DE8984-8DDF-416A-B97D-A036348472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AC0537B-9353-44A1-8F71-67B8F6821D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1BC7917-028C-4DA1-AEE1-BFCB9D286B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6346833-A069-4212-AB9C-6C8C20BF393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8F3CE622-DFEF-4E82-AE2D-92DDE11D7FA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40B42C91-4697-422D-9D29-818871E83CA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504692-E28D-4D61-9263-ADF5A53E03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61C081E-C536-4BC6-AEFA-3ACCB1BE0B4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CC182DA-7141-46E4-988A-41E322AEBA9F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FD64FBF-E777-4700-80A9-336EFE1D8499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64A1871-B00B-4A81-B9D1-410BF1C3CD7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9951127-AF41-464A-840B-FDADE1CCF39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994035C-D76A-4BFF-8E38-A7A690431FAA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C84A230C-95BE-45D4-923F-637AE72DE0EA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FB79680-3511-4961-B758-36DC5D542A8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DC8C8B64-D531-4E67-B4ED-D641ACFC0FB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AE680616-B31B-463D-B42A-DF61446CBC4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3100471-B5F0-4B53-9400-8BA389FF95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A10B088-56D0-4957-A5B8-A60A5F54E4B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7280C0D-F5A8-430E-809A-2D46A974481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33B82D18-3E5D-4206-9A6C-031E53791F8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1065EEE-4CCE-4A08-AA8A-B65A7DB9B5F2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39857F5-4B8C-41CB-B38F-6FB1254E485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E09073E-BEE4-4A13-8CF3-B6D0F9BFB10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BCB468B-3022-40E7-80AB-26034F2D3F0E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6C0DF6D-7514-464A-8A04-4008C36E6CA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3295CEE-6577-44B8-B2EA-38A161E2017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27D3D6C-74AB-4D1B-AB2D-58B19EB560A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F099664-FE05-405B-ACE7-443216F2D7A6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95AE95AA-E6D8-4790-9A4E-F86E23033C62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C3DD2AC8-FADF-45CE-94C6-3BF24B8AFBE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7DA1FB6F-2F8A-40CC-88F7-5693BC37CDC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2BE488F-B9B5-479D-982A-13386A995F2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8294FDF-9537-4B68-B97B-ADAA5FB362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52C4B87-C34A-43A8-9EA3-B683945977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3CAAF82-2DD8-493E-8EC7-D828F1ECE33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CCAC9222-B53F-4831-9507-F534DD121DCD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9691386-F5D3-4B85-8E5A-0A14D37D729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0979CE4-C559-49A9-B1A4-96C01ABC02F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3EAEFDF-8661-41D2-B381-6B4FAE92B23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BA20896-20CA-45F7-9E2B-A56AFAF4A92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846B1D7-CDB2-4CB1-9222-21AEAB58648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7F9A1C9-648B-4580-A5DE-86B181CE010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684180-2269-4BB4-9548-615AE10BA4F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1D8FFA-6B33-4ABF-B2C3-0099E59EDFF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44FE42-DEA5-4A70-8C0D-E3A63B242B2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D67952EB-89CF-4C55-AA5B-73EC3EB856A1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E4F0FAF-B5F5-42F9-9B35-D32341DF36A6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ACA8AC3-C0AF-4E3B-B12F-D0F83525D6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E47C3DF-04F0-401B-A6BE-7AE7B60FCB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5020F3B8-21A1-4491-B1D7-2566AF590A7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3905E606-D8E7-49F9-97DE-1F92379B6295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C6B4189-74D6-4897-A6C7-820E64F8AB2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7742724C-2C6E-4F9B-875B-0E43CFEA3E3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AE7BB3B-B1AC-4E51-8E78-9E7DC7E0652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ADCA7C4-AD2C-4E01-9E34-FBB5677A3EC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70AB004B-32FE-4902-8A75-B375516E2F5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B5C8712E-3DE0-4568-8CF0-E37C114E9614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9A5A574-C5D1-4708-9DB1-8A9C70EDA43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7281D33-8E48-4B0C-9BD2-3D714052B3B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73CC750-DAB1-4A7C-BE8C-6472B8981553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16DD3B3-75BD-4E83-B0E3-B24563C3678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F52B1AC-270A-44A4-9AA8-CFFE084E04C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5B6BF845-1361-44DC-9F0E-F9709905709C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BD6C0323-0674-4333-8A36-E198C7ED320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61383EA6-D4C7-4AD6-BD1A-80C9FA5C65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1FECC577-EAD4-4AA9-A20B-E9C8BA3B6F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70A1126-763C-40B2-B524-27C47325348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12374AAB-5711-4C37-BB71-4F015435163F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861B0C4E-0D54-49D0-BBB5-D95A1D217F9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EE7C42EC-D3DD-4C2B-9ECF-8047A3645A2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2CCAA0E6-6A0E-4CFF-81FB-B253214D7128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409A2E9-4FF3-4081-9958-9DB606D1346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D8D2D9F-2915-4BC3-BA5A-23025CFF665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E774953-6FEC-4C3B-88E7-4419F530A5FC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5A986DC-68A1-4FD1-AC9A-CB483C90BB3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B18E826-9453-4799-9BE5-A4AE9DD2A46A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1246C42-D95A-45F1-AD48-5E8DC4480687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6A71586-DBB3-439F-8887-5477EDAD2EC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852103C5-6C94-49A4-9757-D58DD9182060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A184D1E5-AF4E-42DB-B751-9F74663A1C90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749BCB43-A12E-4F49-93CE-7B8F23F95548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DE56AC-41A6-41AA-AB78-EC04E94C621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C880C6-58AF-4D6B-87BF-45C74A60EE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1D748C-88A8-40A6-9C0B-878687C4188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ED1F9C5-FC64-424C-8C11-C1F1C9CE6382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1986503D-6D53-43F5-85BA-0B8E0088E9F0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092E60A-ED7C-4AAA-9DD6-7EEA3E389260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FE21C2D8-952E-4AC0-8D1A-F34497E888C1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8CAB6BF-C725-4EB9-8458-3C93CE0EE414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D8E917D2-2876-4519-851F-D7C05FD6D3A1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44712018-9EF1-4D24-984A-85FC1C0FBA43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AAB59D9C-CB53-4874-9465-8F6C33E8EFEC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1CDE745-8DBD-42F9-8684-F408C5F561CA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BB099E3-27E4-44BC-A256-A8A234318F3A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54412A4-D4F8-4E9D-87F1-02B4A4C3B834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07C2B18-E48E-4D37-8905-B0E21699895A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2C945414-294E-40A2-AFC1-18EA1FC46480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5D14888-E1C9-40C5-95CA-E0286998F380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6293CA2-7BEA-4818-91F3-2AF83C01BC5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CF7BB0D-BE6D-42C4-8B64-691C56484BE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F093E5-04B5-4308-B0E4-3AA1EB5C06E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C9AA3C5A-06C0-49CB-89DC-8E9444CD0403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BF59BFA-3AA0-4C57-9273-7760AECD053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34C2201-8996-4805-BEC1-E1A5B05AEB9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C1782B-73DE-4F33-9780-BC252ED73CD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658BD1C3-335D-4ED9-97D4-31168CF69303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275C996B-67B9-4D27-AEF8-BB172BA2A9A6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0E18661-AAD1-47E2-B77F-82500C02F55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48B997C-85F8-4D71-8117-94FDD46F18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A1D2525-DCE2-4C67-9377-4C88381F04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B1231AE-701B-44BA-84F9-FF1F5974F6C8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F94F90ED-781A-465D-8856-CEB3319E7A2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9C745542-B7C2-41B5-93B9-8B45ADD49EC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FBBB5BF8-1A96-4292-8178-14A7F0E99BB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B9F1A150-95C5-4E55-8585-3C1EB0BED2F8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0D060C7E-CA1E-4171-9329-A50C0D065B00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9F7E4021-4F72-4066-8DA2-A1F1E6D57F27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38C2E3E-1F5D-4E37-9CAF-2AD1FD90BDE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960A330-3BD1-4E9B-AA3B-4670DACA0EF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2AA0F2C-2F64-4841-904D-30C6C713F45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B60342D-95C4-4C24-AFF9-67F932A2641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E67F7BCE-6A36-45A4-BACB-AAFDAFE5FB5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D36331-DFBB-481F-AC94-F9CC6260E6E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5FC4A1-EF6F-4C5D-BD82-DF17CA1F4C8A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3965282-5CC8-4865-B50A-A406DC22664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868CC302-5786-42CD-970E-3D84F7F1103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1E1CDDC7-6E4D-4ECF-A3E1-570E40C45CE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75886D04-581C-4956-833B-4122173E6A91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C11F1E-6523-40F4-9426-C1A971AB586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F929AE-D187-447D-94B0-A2BC0D903D6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E88E2185-4DDC-4BE5-B9D2-C886C731E41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CAFBB557-946F-4824-8138-D3D899A7D03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2BF60A-16F4-496B-B433-A20B95E097E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70C69E-216B-4BF6-80FF-0C2C4EE76CA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763EFB3-0DF5-4CC6-8DFC-8BC94DE08B40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FA071E6-5494-4063-B23C-ED016A08A1D5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75DB19C-0B9A-479F-8289-15A9D0ADAB51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99ECD3CE-F930-46A7-863A-36B2577104D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B60EB919-DDD6-459B-8E6F-F28A0B046B6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A4CE2D5A-F710-4679-BDF2-653AB331813A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E057E2-1359-40C1-839D-41E3B8A12D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B3A1B44-F7E6-4CAD-A13A-187DF211D0F6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7488126-9C90-4E9C-8BEB-8DC755EB76A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C74DAF66-C05F-43E6-B49F-039CDDDD8A4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3AC2BA13-71ED-4F78-BF8B-2D563C8BB0D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DD6302AB-92D0-42BB-AB2E-0EFC1C04A6C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B65D28-C5D1-4F0E-9649-61DEF493D97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D65781-C10E-45B7-B687-B5F78002EF3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6E9504F8-8E9B-4E90-83A7-97A08D014CF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C4594C35-66BF-42CE-82BD-075F5537160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FCFD268-3CF6-479F-9226-470E58A07B6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ECABBE4-9311-4A1D-BD53-8B081EC0CF1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8220A14-F23B-44DA-8774-0959481EC54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EF7A9F4-AC94-4B4E-8F70-9CF13CD0E54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FB1EA6-D463-4006-BDE2-04E02A22D67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354A957-5EA1-4C6C-9687-8C972B098EEF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B81C75E5-D386-4456-9C3A-25D693BDA819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19C20D5B-DB3D-419C-B9C9-876A15B4F87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43032BFA-BA26-444D-9E34-BE8009CC1DB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1AC4547E-DCA4-4AC4-B8AB-9A611D2874FD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0899D56D-5CF5-4CA4-938C-1FD0B92A925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EF5F1FA7-D1E4-4E6C-AD52-F80A88215E9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F5F413A7-C107-4659-9EB3-FA742F98932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23ED42-2ECE-4378-A8DC-BA3FB23F8CB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F1BC390-56A7-405F-A0E7-D060BB4B484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3512199-97B9-4F26-B19D-DB8B62A28B0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9342D15-9954-4F38-860D-C6DD75E750D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0BB94A5-0C42-4C60-969B-79832E4FB52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2986fa02bf435e" /><Relationship Type="http://schemas.openxmlformats.org/officeDocument/2006/relationships/slideLayout" Target="/ppt/slideLayouts/slideLayout2.xml" Id="Ra76a8f7b86f24079" /><Relationship Type="http://schemas.openxmlformats.org/officeDocument/2006/relationships/slideLayout" Target="/ppt/slideLayouts/slideLayout3.xml" Id="R01d4d5975c35459c" /><Relationship Type="http://schemas.openxmlformats.org/officeDocument/2006/relationships/slideLayout" Target="/ppt/slideLayouts/slideLayout4.xml" Id="R0740c1049c6d4319" /><Relationship Type="http://schemas.openxmlformats.org/officeDocument/2006/relationships/slideLayout" Target="/ppt/slideLayouts/slideLayout5.xml" Id="Raa4dfc4486fa4a9b" /><Relationship Type="http://schemas.openxmlformats.org/officeDocument/2006/relationships/slideLayout" Target="/ppt/slideLayouts/slideLayout6.xml" Id="R07227829f2634077" /><Relationship Type="http://schemas.openxmlformats.org/officeDocument/2006/relationships/slideLayout" Target="/ppt/slideLayouts/slideLayout7.xml" Id="R8d86a81d41e94225" /><Relationship Type="http://schemas.openxmlformats.org/officeDocument/2006/relationships/slideLayout" Target="/ppt/slideLayouts/slideLayout8.xml" Id="Re41a836fd5434212" /><Relationship Type="http://schemas.openxmlformats.org/officeDocument/2006/relationships/slideLayout" Target="/ppt/slideLayouts/slideLayout9.xml" Id="R249ca7a2fc5a45d0" /><Relationship Type="http://schemas.openxmlformats.org/officeDocument/2006/relationships/slideLayout" Target="/ppt/slideLayouts/slideLayout10.xml" Id="R4792114711b940cb" /><Relationship Type="http://schemas.openxmlformats.org/officeDocument/2006/relationships/slideLayout" Target="/ppt/slideLayouts/slideLayout11.xml" Id="Rdb8acf67796e4d80" /><Relationship Type="http://schemas.openxmlformats.org/officeDocument/2006/relationships/slideLayout" Target="/ppt/slideLayouts/slideLayout12.xml" Id="R85bd3deff8a643df" /><Relationship Type="http://schemas.openxmlformats.org/officeDocument/2006/relationships/slideLayout" Target="/ppt/slideLayouts/slideLayout13.xml" Id="Rcdf22d4299364f65" /><Relationship Type="http://schemas.openxmlformats.org/officeDocument/2006/relationships/slideLayout" Target="/ppt/slideLayouts/slideLayout14.xml" Id="R4328da53ac644e29" /><Relationship Type="http://schemas.openxmlformats.org/officeDocument/2006/relationships/slideLayout" Target="/ppt/slideLayouts/slideLayout15.xml" Id="R35edc56e233643c4" /><Relationship Type="http://schemas.openxmlformats.org/officeDocument/2006/relationships/slideLayout" Target="/ppt/slideLayouts/slideLayout16.xml" Id="R4fc1aee60a1e4371" /><Relationship Type="http://schemas.openxmlformats.org/officeDocument/2006/relationships/slideLayout" Target="/ppt/slideLayouts/slideLayout17.xml" Id="R288a465ce0294f7e" /><Relationship Type="http://schemas.openxmlformats.org/officeDocument/2006/relationships/slideLayout" Target="/ppt/slideLayouts/slideLayout18.xml" Id="Rb46389dc951a45c7" /><Relationship Type="http://schemas.openxmlformats.org/officeDocument/2006/relationships/slideLayout" Target="/ppt/slideLayouts/slideLayout19.xml" Id="R57373eed451d4cda" /><Relationship Type="http://schemas.openxmlformats.org/officeDocument/2006/relationships/slideLayout" Target="/ppt/slideLayouts/slideLayout20.xml" Id="Rd8edbb394f434e09" /><Relationship Type="http://schemas.openxmlformats.org/officeDocument/2006/relationships/slideLayout" Target="/ppt/slideLayouts/slideLayout21.xml" Id="R11820d1bdd67428f" /><Relationship Type="http://schemas.openxmlformats.org/officeDocument/2006/relationships/slideLayout" Target="/ppt/slideLayouts/slideLayout22.xml" Id="Rbf1e0ea3108a4d2f" /><Relationship Type="http://schemas.openxmlformats.org/officeDocument/2006/relationships/slideLayout" Target="/ppt/slideLayouts/slideLayout23.xml" Id="R8ec82b9fd07d4ffa" /><Relationship Type="http://schemas.openxmlformats.org/officeDocument/2006/relationships/slideLayout" Target="/ppt/slideLayouts/slideLayout24.xml" Id="Rde4c2639c9534e68" /><Relationship Type="http://schemas.openxmlformats.org/officeDocument/2006/relationships/slideLayout" Target="/ppt/slideLayouts/slideLayout25.xml" Id="R29e8eedf4d644e0a" /><Relationship Type="http://schemas.openxmlformats.org/officeDocument/2006/relationships/slideLayout" Target="/ppt/slideLayouts/slideLayout26.xml" Id="R7cff9879e1154d18" /><Relationship Type="http://schemas.openxmlformats.org/officeDocument/2006/relationships/slideLayout" Target="/ppt/slideLayouts/slideLayout27.xml" Id="Rebf9df2a68e14788" /><Relationship Type="http://schemas.openxmlformats.org/officeDocument/2006/relationships/slideLayout" Target="/ppt/slideLayouts/slideLayout28.xml" Id="R22f77a20c2c14a5a" /><Relationship Type="http://schemas.openxmlformats.org/officeDocument/2006/relationships/slideLayout" Target="/ppt/slideLayouts/slideLayout29.xml" Id="R055839d4d75548de" /><Relationship Type="http://schemas.openxmlformats.org/officeDocument/2006/relationships/slideLayout" Target="/ppt/slideLayouts/slideLayout30.xml" Id="Rc89ad9c0d894443a" /><Relationship Type="http://schemas.openxmlformats.org/officeDocument/2006/relationships/slideLayout" Target="/ppt/slideLayouts/slideLayout31.xml" Id="Redad11ff335a4fe3" /><Relationship Type="http://schemas.openxmlformats.org/officeDocument/2006/relationships/slideLayout" Target="/ppt/slideLayouts/slideLayout32.xml" Id="Rd5c572b1b1204601" /><Relationship Type="http://schemas.openxmlformats.org/officeDocument/2006/relationships/slideLayout" Target="/ppt/slideLayouts/slideLayout33.xml" Id="R8d332862e2c04956" /><Relationship Type="http://schemas.openxmlformats.org/officeDocument/2006/relationships/slideLayout" Target="/ppt/slideLayouts/slideLayout34.xml" Id="R2e67056bd6cc43f3" /><Relationship Type="http://schemas.openxmlformats.org/officeDocument/2006/relationships/slideLayout" Target="/ppt/slideLayouts/slideLayout35.xml" Id="R65fa12e7e3504bd0" /><Relationship Type="http://schemas.openxmlformats.org/officeDocument/2006/relationships/slideLayout" Target="/ppt/slideLayouts/slideLayout36.xml" Id="Rc76cb351f1834369" /><Relationship Type="http://schemas.openxmlformats.org/officeDocument/2006/relationships/slideLayout" Target="/ppt/slideLayouts/slideLayout37.xml" Id="R5758708b55124d1a" /><Relationship Type="http://schemas.openxmlformats.org/officeDocument/2006/relationships/slideLayout" Target="/ppt/slideLayouts/slideLayout38.xml" Id="R4446b0ae28794e0b" /><Relationship Type="http://schemas.openxmlformats.org/officeDocument/2006/relationships/slideLayout" Target="/ppt/slideLayouts/slideLayout39.xml" Id="Rf687180baaef4f01" /><Relationship Type="http://schemas.openxmlformats.org/officeDocument/2006/relationships/slideLayout" Target="/ppt/slideLayouts/slideLayout40.xml" Id="R44f3c252c8644cc6" /><Relationship Type="http://schemas.openxmlformats.org/officeDocument/2006/relationships/slideLayout" Target="/ppt/slideLayouts/slideLayout41.xml" Id="R80501d058f86421b" /><Relationship Type="http://schemas.openxmlformats.org/officeDocument/2006/relationships/slideLayout" Target="/ppt/slideLayouts/slideLayout42.xml" Id="R9515125581674e34" /><Relationship Type="http://schemas.openxmlformats.org/officeDocument/2006/relationships/slideLayout" Target="/ppt/slideLayouts/slideLayout43.xml" Id="R3119a739dfa942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CF66F0B-CA63-4A40-996A-19A72F77D16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788F8F-66BB-45B0-ADDA-49E40FA2AEA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D8048F3-9D7C-492B-84E9-9EC10F16521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4A5C88-1C09-4573-A1EE-DCF3B9853CA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60550B-A9CE-4DBD-8EA2-5380BD983CD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425A0B-C3FE-43F3-8CCD-A0ABF60F439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C8CADF1-F201-46BD-B257-BBAB6900DA1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79DBE5-574D-4E56-8378-CDD33DC536F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211796-B567-43FA-B233-E84C3329C71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A9E2DC-064D-44C9-98C3-0B25AC1E0F4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60BDE7-7CAE-4A4F-8E6D-765947C22A1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DFE358-07E8-470B-853E-02F0D8262E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EDF457-662C-47F0-8013-73FC9C8A56E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9B044BF-8A3D-4006-87DC-5CB3DBFDF7B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E5F723-83DF-480A-9326-749CEDE0595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a8f7b86f24079"/>
    <p:sldLayoutId xmlns:r="http://schemas.openxmlformats.org/officeDocument/2006/relationships" id="2147483650" r:id="R01d4d5975c35459c"/>
    <p:sldLayoutId xmlns:r="http://schemas.openxmlformats.org/officeDocument/2006/relationships" id="2147483651" r:id="R0740c1049c6d4319"/>
    <p:sldLayoutId xmlns:r="http://schemas.openxmlformats.org/officeDocument/2006/relationships" id="2147483652" r:id="Raa4dfc4486fa4a9b"/>
    <p:sldLayoutId xmlns:r="http://schemas.openxmlformats.org/officeDocument/2006/relationships" id="2147483653" r:id="R07227829f2634077"/>
    <p:sldLayoutId xmlns:r="http://schemas.openxmlformats.org/officeDocument/2006/relationships" id="2147483654" r:id="R8d86a81d41e94225"/>
    <p:sldLayoutId xmlns:r="http://schemas.openxmlformats.org/officeDocument/2006/relationships" id="2147483655" r:id="Re41a836fd5434212"/>
    <p:sldLayoutId xmlns:r="http://schemas.openxmlformats.org/officeDocument/2006/relationships" id="2147483656" r:id="R249ca7a2fc5a45d0"/>
    <p:sldLayoutId xmlns:r="http://schemas.openxmlformats.org/officeDocument/2006/relationships" id="2147483657" r:id="R4792114711b940cb"/>
    <p:sldLayoutId xmlns:r="http://schemas.openxmlformats.org/officeDocument/2006/relationships" id="2147483658" r:id="Rdb8acf67796e4d80"/>
    <p:sldLayoutId xmlns:r="http://schemas.openxmlformats.org/officeDocument/2006/relationships" id="2147483659" r:id="R85bd3deff8a643df"/>
    <p:sldLayoutId xmlns:r="http://schemas.openxmlformats.org/officeDocument/2006/relationships" id="2147483660" r:id="Rcdf22d4299364f65"/>
    <p:sldLayoutId xmlns:r="http://schemas.openxmlformats.org/officeDocument/2006/relationships" id="2147483661" r:id="R4328da53ac644e29"/>
    <p:sldLayoutId xmlns:r="http://schemas.openxmlformats.org/officeDocument/2006/relationships" id="2147483662" r:id="R35edc56e233643c4"/>
    <p:sldLayoutId xmlns:r="http://schemas.openxmlformats.org/officeDocument/2006/relationships" id="2147483663" r:id="R4fc1aee60a1e4371"/>
    <p:sldLayoutId xmlns:r="http://schemas.openxmlformats.org/officeDocument/2006/relationships" id="2147483664" r:id="R288a465ce0294f7e"/>
    <p:sldLayoutId xmlns:r="http://schemas.openxmlformats.org/officeDocument/2006/relationships" id="2147483665" r:id="Rb46389dc951a45c7"/>
    <p:sldLayoutId xmlns:r="http://schemas.openxmlformats.org/officeDocument/2006/relationships" id="2147483666" r:id="R57373eed451d4cda"/>
    <p:sldLayoutId xmlns:r="http://schemas.openxmlformats.org/officeDocument/2006/relationships" id="2147483667" r:id="Rd8edbb394f434e09"/>
    <p:sldLayoutId xmlns:r="http://schemas.openxmlformats.org/officeDocument/2006/relationships" id="2147483668" r:id="R11820d1bdd67428f"/>
    <p:sldLayoutId xmlns:r="http://schemas.openxmlformats.org/officeDocument/2006/relationships" id="2147483669" r:id="Rbf1e0ea3108a4d2f"/>
    <p:sldLayoutId xmlns:r="http://schemas.openxmlformats.org/officeDocument/2006/relationships" id="2147483670" r:id="R8ec82b9fd07d4ffa"/>
    <p:sldLayoutId xmlns:r="http://schemas.openxmlformats.org/officeDocument/2006/relationships" id="2147483671" r:id="Rde4c2639c9534e68"/>
    <p:sldLayoutId xmlns:r="http://schemas.openxmlformats.org/officeDocument/2006/relationships" id="2147483672" r:id="R29e8eedf4d644e0a"/>
    <p:sldLayoutId xmlns:r="http://schemas.openxmlformats.org/officeDocument/2006/relationships" id="2147483673" r:id="R7cff9879e1154d18"/>
    <p:sldLayoutId xmlns:r="http://schemas.openxmlformats.org/officeDocument/2006/relationships" id="2147483674" r:id="Rebf9df2a68e14788"/>
    <p:sldLayoutId xmlns:r="http://schemas.openxmlformats.org/officeDocument/2006/relationships" id="2147483675" r:id="R22f77a20c2c14a5a"/>
    <p:sldLayoutId xmlns:r="http://schemas.openxmlformats.org/officeDocument/2006/relationships" id="2147483676" r:id="R055839d4d75548de"/>
    <p:sldLayoutId xmlns:r="http://schemas.openxmlformats.org/officeDocument/2006/relationships" id="2147483677" r:id="Rc89ad9c0d894443a"/>
    <p:sldLayoutId xmlns:r="http://schemas.openxmlformats.org/officeDocument/2006/relationships" id="2147483678" r:id="Redad11ff335a4fe3"/>
    <p:sldLayoutId xmlns:r="http://schemas.openxmlformats.org/officeDocument/2006/relationships" id="2147483679" r:id="Rd5c572b1b1204601"/>
    <p:sldLayoutId xmlns:r="http://schemas.openxmlformats.org/officeDocument/2006/relationships" id="2147483680" r:id="R8d332862e2c04956"/>
    <p:sldLayoutId xmlns:r="http://schemas.openxmlformats.org/officeDocument/2006/relationships" id="2147483681" r:id="R2e67056bd6cc43f3"/>
    <p:sldLayoutId xmlns:r="http://schemas.openxmlformats.org/officeDocument/2006/relationships" id="2147483682" r:id="R65fa12e7e3504bd0"/>
    <p:sldLayoutId xmlns:r="http://schemas.openxmlformats.org/officeDocument/2006/relationships" id="2147483683" r:id="Rc76cb351f1834369"/>
    <p:sldLayoutId xmlns:r="http://schemas.openxmlformats.org/officeDocument/2006/relationships" id="2147483684" r:id="R5758708b55124d1a"/>
    <p:sldLayoutId xmlns:r="http://schemas.openxmlformats.org/officeDocument/2006/relationships" id="2147483685" r:id="R4446b0ae28794e0b"/>
    <p:sldLayoutId xmlns:r="http://schemas.openxmlformats.org/officeDocument/2006/relationships" id="2147483686" r:id="Rf687180baaef4f01"/>
    <p:sldLayoutId xmlns:r="http://schemas.openxmlformats.org/officeDocument/2006/relationships" id="2147483687" r:id="R44f3c252c8644cc6"/>
    <p:sldLayoutId xmlns:r="http://schemas.openxmlformats.org/officeDocument/2006/relationships" id="2147483688" r:id="R80501d058f86421b"/>
    <p:sldLayoutId xmlns:r="http://schemas.openxmlformats.org/officeDocument/2006/relationships" id="2147483689" r:id="R9515125581674e34"/>
    <p:sldLayoutId xmlns:r="http://schemas.openxmlformats.org/officeDocument/2006/relationships" id="2147483690" r:id="R3119a739dfa94228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6a8853d6bc5642d3" /><Relationship Type="http://schemas.openxmlformats.org/officeDocument/2006/relationships/notesSlide" Target="/ppt/notesSlides/notesSlide1.xml" Id="R661d6df0b44d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f6c644333af743c6" /><Relationship Type="http://schemas.openxmlformats.org/officeDocument/2006/relationships/image" Target="/ppt/media/image.jpeg" Id="Rf7bb7425ffa242ce" /><Relationship Type="http://schemas.openxmlformats.org/officeDocument/2006/relationships/notesSlide" Target="/ppt/notesSlides/notesSlide2.xml" Id="Rc7abfc8328e8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33c0ffc22214956" /><Relationship Type="http://schemas.openxmlformats.org/officeDocument/2006/relationships/image" Target="/ppt/media/image2.jpeg" Id="R1e16bc111b304253" /><Relationship Type="http://schemas.openxmlformats.org/officeDocument/2006/relationships/image" Target="/ppt/media/image3.jpeg" Id="R833687fe95414f47" /><Relationship Type="http://schemas.openxmlformats.org/officeDocument/2006/relationships/image" Target="/ppt/media/image.png" Id="Rc48d04bc2c674a9a" /><Relationship Type="http://schemas.openxmlformats.org/officeDocument/2006/relationships/notesSlide" Target="/ppt/notesSlides/notesSlide3.xml" Id="R55a606541f094e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b2327a58fb74ee0" /><Relationship Type="http://schemas.openxmlformats.org/officeDocument/2006/relationships/image" Target="/ppt/media/image2.png" Id="R0648eb6d23e04e72" /><Relationship Type="http://schemas.openxmlformats.org/officeDocument/2006/relationships/image" Target="/ppt/media/image3.png" Id="R1e7d0839b612489f" /><Relationship Type="http://schemas.openxmlformats.org/officeDocument/2006/relationships/image" Target="/ppt/media/image4.png" Id="Rd03a349adb78455b" /><Relationship Type="http://schemas.openxmlformats.org/officeDocument/2006/relationships/notesSlide" Target="/ppt/notesSlides/notesSlide4.xml" Id="Rb20afdb2693d48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0d456ace0c490a" /><Relationship Type="http://schemas.openxmlformats.org/officeDocument/2006/relationships/image" Target="/ppt/media/image4.jpeg" Id="R93fc43f1fa994b23" /><Relationship Type="http://schemas.openxmlformats.org/officeDocument/2006/relationships/image" Target="/ppt/media/image.svg" Id="R2cff07110973442d" /><Relationship Type="http://schemas.openxmlformats.org/officeDocument/2006/relationships/image" Target="/ppt/media/image.jpeg" Id="R3312de01c5544bf2" /><Relationship Type="http://schemas.openxmlformats.org/officeDocument/2006/relationships/image" Target="/ppt/media/image2.svg" Id="Rfb8a34995b8c406f" /><Relationship Type="http://schemas.openxmlformats.org/officeDocument/2006/relationships/image" Target="/ppt/media/image2.jpeg" Id="Ra4eb4413ab62462c" /><Relationship Type="http://schemas.openxmlformats.org/officeDocument/2006/relationships/image" Target="/ppt/media/image3.svg" Id="R4355bcd8ccf3486d" /><Relationship Type="http://schemas.openxmlformats.org/officeDocument/2006/relationships/image" Target="/ppt/media/image3.jpeg" Id="Radd8d75424f14d1a" /><Relationship Type="http://schemas.openxmlformats.org/officeDocument/2006/relationships/notesSlide" Target="/ppt/notesSlides/notesSlide5.xml" Id="Re910777316de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66ccfb4e354327" /><Relationship Type="http://schemas.openxmlformats.org/officeDocument/2006/relationships/image" Target="/ppt/media/image5.jpeg" Id="Rc04703b537a046b9" /><Relationship Type="http://schemas.openxmlformats.org/officeDocument/2006/relationships/image" Target="/ppt/media/image4.svg" Id="R9db5c90853e64efe" /><Relationship Type="http://schemas.openxmlformats.org/officeDocument/2006/relationships/image" Target="/ppt/media/image.png" Id="R663c8f7fa14043a2" /><Relationship Type="http://schemas.openxmlformats.org/officeDocument/2006/relationships/image" Target="/ppt/media/image5.svg" Id="R31f01b46697044d4" /><Relationship Type="http://schemas.openxmlformats.org/officeDocument/2006/relationships/image" Target="/ppt/media/image2.png" Id="Rf52ffd9a90f34e5b" /><Relationship Type="http://schemas.openxmlformats.org/officeDocument/2006/relationships/image" Target="/ppt/media/image6.svg" Id="Re2886c2b29494ad3" /><Relationship Type="http://schemas.openxmlformats.org/officeDocument/2006/relationships/image" Target="/ppt/media/image3.png" Id="R073f01ed06074162" /><Relationship Type="http://schemas.openxmlformats.org/officeDocument/2006/relationships/notesSlide" Target="/ppt/notesSlides/notesSlide6.xml" Id="Rc9fb0b1bc58c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759b4847aa247be" /><Relationship Type="http://schemas.openxmlformats.org/officeDocument/2006/relationships/image" Target="/ppt/media/image5.png" Id="Rd742e63372dd4b76" /><Relationship Type="http://schemas.openxmlformats.org/officeDocument/2006/relationships/notesSlide" Target="/ppt/notesSlides/notesSlide7.xml" Id="Rcc3a8c9b346f42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34220ef5d8e4632" /><Relationship Type="http://schemas.openxmlformats.org/officeDocument/2006/relationships/image" Target="/ppt/media/image6.png" Id="R03ff73b1e3914533" /><Relationship Type="http://schemas.openxmlformats.org/officeDocument/2006/relationships/notesSlide" Target="/ppt/notesSlides/notesSlide8.xml" Id="R48a5b489d43f47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c111d59381947ae" /><Relationship Type="http://schemas.openxmlformats.org/officeDocument/2006/relationships/image" Target="/ppt/media/image6.jpeg" Id="R055f6998aaaa4301" /><Relationship Type="http://schemas.openxmlformats.org/officeDocument/2006/relationships/notesSlide" Target="/ppt/notesSlides/notesSlide9.xml" Id="R78785a30549a46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59e9e2a73074098" /><Relationship Type="http://schemas.openxmlformats.org/officeDocument/2006/relationships/notesSlide" Target="/ppt/notesSlides/notesSlide10.xml" Id="Re7240f4e4a6848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21D80999-7F14-4627-9F0E-97752E592946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 fontScale="98264"/>
          </a:bodyPr>
          <a:lstStyle xmlns:a="http://schemas.openxmlformats.org/drawingml/2006/main"/>
          <a:p xmlns:a="http://schemas.openxmlformats.org/drawingml/2006/main">
            <a:r>
              <a:t>VIP 先生 家庭资产配置建议书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205F49FA-E3A1-4A8B-A0C0-8ACD75738C2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2026-06-01</a:t>
            </a:r>
          </a:p>
        </p:txBody>
      </p:sp>
    </p:spTree>
    <p:extLst>
      <p:ext uri="{BB962C8B-B14F-4D97-AF65-F5344CB8AC3E}">
        <p14:creationId xmlns:p14="http://schemas.microsoft.com/office/powerpoint/2010/main" val="1994056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363D4B-A75D-42D3-87ED-0D9B3FD7682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友邦保险：长期财富管理实力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b7425ffa242ce"/>
          <a:srcRect xmlns:a="http://schemas.openxmlformats.org/drawingml/2006/main" l="26119" t="0" r="26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CD77EF20-19A0-4862-87BB-ADF0E1048CD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8D786C4-D42C-4C9A-977C-BAB6FE23FF53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公司资料已入库并可追溯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C6D1F51E-5F42-47D8-BE09-C09E7DA9DCD3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友邦保险提供长期储蓄、保障与财富传承方案。公司介绍页仅使用已入库资料和可追溯公开来源。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AAE4DBF-3A7B-4000-8C33-09A4A85E0D84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1D8D9522-B228-47E3-ADAD-F2926C1968B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重点资料：友邦-一图简介.pdf、友邦2024财务业绩.pdf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6F620A62-0719-44AA-A301-751032027BF2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产品：环球盈活储蓄保险计划。年缴 US$100,000，共缴 5 年。</a:t>
            </a:r>
          </a:p>
        </p:txBody>
      </p:sp>
    </p:spTree>
    <p:extLst>
      <p:ext uri="{BB962C8B-B14F-4D97-AF65-F5344CB8AC3E}">
        <p14:creationId xmlns:p14="http://schemas.microsoft.com/office/powerpoint/2010/main" val="15682270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EBE578-B9A2-4D80-956B-5F7E15751B2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一份保单，兼顾教育金与长期储备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2D6B7B63-4013-4335-A194-634A13F55BA7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6bc111b304253"/>
          <a:srcRect xmlns:a="http://schemas.openxmlformats.org/drawingml/2006/main" l="1758" t="0" r="1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5072218-E5D1-4F86-9DA9-939BBBD8A9A3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本金投入清晰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A5E2133-2E30-4852-881D-D5BC2D0F760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合同总缴保费约 US$500,000，缴费期为 5 年。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609DA33F-F67F-4023-9492-BE1C41568EBB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687fe95414f47"/>
          <a:srcRect xmlns:a="http://schemas.openxmlformats.org/drawingml/2006/main" l="0" t="26961" r="0" b="26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21978E43-76F2-4457-AE81-2F4861E10F4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长期价值可验证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48336FC-E95D-4784-9BF8-10580EC194D0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不提领情景：第20年退保价值约 US$1,357,738；第30年约 US$2,927,387。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3386C1F8-37A7-48CE-8193-D747A50CB0BC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d04bc2c674a9a"/>
          <a:srcRect xmlns:a="http://schemas.openxmlformats.org/drawingml/2006/main" l="9440" t="0" r="9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C1D8CE0-D237-4482-BB6B-955514295DEE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领取后仍保留账户价值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D2CD9C8-591B-43E6-B222-149E9A6E095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自保单第6年起每年领取 US$35,000，第20年累计领取 US$525,000。</a:t>
            </a:r>
          </a:p>
        </p:txBody>
      </p:sp>
    </p:spTree>
    <p:extLst>
      <p:ext uri="{BB962C8B-B14F-4D97-AF65-F5344CB8AC3E}">
        <p14:creationId xmlns:p14="http://schemas.microsoft.com/office/powerpoint/2010/main" val="2869105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5E3C79-9238-4078-947D-57E8899B86B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不提领情景：现金价值增长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A40E9085-2AFF-489D-BE46-53F834B19BAB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8eb6d23e04e72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CD494ED-1E69-49ED-832C-363BF7035467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20年价值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EF9AFB1-B495-467B-B976-4AE24C42A6E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第20年退保现金价值约 US$1,357,738，约为本金 2.72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9E16222-69C9-42F7-B530-FBB6B5B57058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d0839b612489f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8EBA2DD4-8BA8-4B84-97E3-5AA4C5FD893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30年价值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7DBA7AF-B70D-4250-897D-516F997C224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第30年退保现金价值约 US$2,927,387，约为本金 5.85 倍。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D9F4B452-F0B1-4AAF-AF59-13BBE269E7BE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a349adb78455b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10A52D45-231D-4F5E-A3D2-D23D2D65A6C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保证与非保证拆分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CEC04E9-8571-4D19-9831-57756169F37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图表分别展示保证底盘、非保证弹性和总退保价值，便于解释长期价值来源。</a:t>
            </a:r>
          </a:p>
        </p:txBody>
      </p:sp>
    </p:spTree>
    <p:extLst>
      <p:ext uri="{BB962C8B-B14F-4D97-AF65-F5344CB8AC3E}">
        <p14:creationId xmlns:p14="http://schemas.microsoft.com/office/powerpoint/2010/main" val="17171274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c43f1fa994b2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E7FD333-6D3C-46B2-818C-D10D1DA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9FE429-E199-4552-9FFB-8BBD341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37880F7F-DA29-41B5-BC09-8544E3A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2de01c5544bf2">
            <a:extLst>
              <a:ext uri="{96DAC541-7B7A-43D3-8B79-37D633B846F1}">
                <asvg:svgBlip xmlns:asvg="http://schemas.microsoft.com/office/drawing/2016/SVG/main" r:embed="R2cff0711097344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37D376D-9801-43C4-A377-F3FE5E6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起领节点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869E7DC-D0FB-47F5-B0E2-3DD2EE8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保单第6年开始，每年领取 US$35,000；领取后仍有退保价值 US$405,900。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027051A-067C-4832-B036-6FB904DA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CB644A3A-FDEC-4C9D-9CD2-96503D2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b4413ab62462c">
            <a:extLst>
              <a:ext uri="{96DAC541-7B7A-43D3-8B79-37D633B846F1}">
                <asvg:svgBlip xmlns:asvg="http://schemas.microsoft.com/office/drawing/2016/SVG/main" r:embed="Rfb8a34995b8c40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B7B97C0-BDE2-4D24-ADDB-FD3F961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20岁前后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34C1D99-A608-4B3C-9584-B6B17FD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第20保单年度累计领取 US$525,000，领取后退保价值 US$479,749。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34B3FB66-B972-4597-BDDF-B4450A8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828876C5-CFE6-4A39-8F35-D09B973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8d75424f14d1a">
            <a:extLst>
              <a:ext uri="{96DAC541-7B7A-43D3-8B79-37D633B846F1}">
                <asvg:svgBlip xmlns:asvg="http://schemas.microsoft.com/office/drawing/2016/SVG/main" r:embed="R4355bcd8ccf348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0FAA4DD-2BE6-44DA-B1BA-155C13B8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30岁前后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5A88EBF-6654-48D3-A262-6F2C0C5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第30保单年度累计领取 US$875,000，领取后退保价值 US$544,522。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0407138B-4436-4FBC-A52A-16BC9B28CDFD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教育金领取路径：从第6年开始</a:t>
            </a:r>
          </a:p>
        </p:txBody>
      </p:sp>
    </p:spTree>
    <p:extLst>
      <p:ext uri="{BB962C8B-B14F-4D97-AF65-F5344CB8AC3E}">
        <p14:creationId xmlns:p14="http://schemas.microsoft.com/office/powerpoint/2010/main" val="4308643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703b537a046b9"/>
          <a:srcRect xmlns:a="http://schemas.openxmlformats.org/drawingml/2006/main" l="20361" t="0" r="20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05EFBDEA-AF16-4E4E-83DF-0BD34C1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E3381B-65A6-4C82-BB9C-09828A4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097384E0-34C4-460B-A56E-664C199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c8f7fa14043a2">
            <a:extLst>
              <a:ext uri="{96DAC541-7B7A-43D3-8B79-37D633B846F1}">
                <asvg:svgBlip xmlns:asvg="http://schemas.microsoft.com/office/drawing/2016/SVG/main" r:embed="R9db5c90853e64e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B240DE4-C76E-40C4-9AA0-96BBF3C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第30保单年度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999B170-A6C5-45E0-96CE-4F81385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US$875,000，领取后退保价值 US$544,522。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81B3EDCC-1BC2-4CE0-A822-D698B7B6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7E030E5F-1E89-4FFC-B375-4E029338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ffd9a90f34e5b">
            <a:extLst>
              <a:ext uri="{96DAC541-7B7A-43D3-8B79-37D633B846F1}">
                <asvg:svgBlip xmlns:asvg="http://schemas.microsoft.com/office/drawing/2016/SVG/main" r:embed="R31f01b46697044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22F9331-5CA7-4CC7-9AE5-40CADB6D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第60保单年度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E440AA5-5D3D-4819-B24E-B4159FA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US$1,925,000，领取后退保价值 US$568,270。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95FF809-3015-488E-92A3-218578F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BE13FF60-6AF9-4768-BAEA-611360C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f01ed06074162">
            <a:extLst>
              <a:ext uri="{96DAC541-7B7A-43D3-8B79-37D633B846F1}">
                <asvg:svgBlip xmlns:asvg="http://schemas.microsoft.com/office/drawing/2016/SVG/main" r:embed="Re2886c2b29494a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24AC10E-581F-421B-B352-99AC84C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第80保单年度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A26DEDE-20C0-4B28-9CF5-32A3CC6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US$2,625,000，领取后退保价值 US$650,209。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43900080-FA7C-4494-8F7E-28642074BAD9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8642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长期领取路径：现金流与剩余价值并行</a:t>
            </a:r>
          </a:p>
        </p:txBody>
      </p:sp>
    </p:spTree>
    <p:extLst>
      <p:ext uri="{BB962C8B-B14F-4D97-AF65-F5344CB8AC3E}">
        <p14:creationId xmlns:p14="http://schemas.microsoft.com/office/powerpoint/2010/main" val="14532480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55CB89-6E19-41DD-B77B-36B9F2B069D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2e63372dd4b76"/>
          <a:srcRect xmlns:a="http://schemas.openxmlformats.org/drawingml/2006/main" l="0" t="287" r="0" b="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E3D4A77-530A-4DB2-A2CF-D557EAFBE436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BF042C1-4E9A-4429-A21F-554F78FF5F05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固定领取节奏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4F3CA2B-8BC1-4838-AEE7-4A68D89340F6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自第6年起每年领取 US$35,000，表中按每10年展示累计领取与领取后退保现金价值。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8057B12D-7E7A-4E4A-9632-DFA33AE8175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6E3FA6D6-F9B8-43C9-9326-3FCD77B0C66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36FF1838-9B58-4598-8ECA-47CE83ACB5E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同时观察累计领取、剩余价值、单利和复利，不用单一收益率替代现金流判断。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4EEF3672-E1E3-49F8-BB6E-E9E4226FE594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CF725A75-B877-461E-8E71-48EE43E4FD8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1E80CDBA-2A6D-4FD7-BE6C-9F634851BE45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21422336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54AF45-BF91-42B4-8BF8-0BCFCE4051A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f73b1e3914533"/>
          <a:srcRect xmlns:a="http://schemas.openxmlformats.org/drawingml/2006/main" l="3140" t="0" r="3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42A46A1E-0D48-4B9F-BF6D-37FDA82D51C8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B83F354-BE41-4B32-A7D7-F1F4998C4474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复利增长路径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369A33DF-5C4F-407A-8486-49DBB0735BB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总缴保费约 US$500,000；第20年约 2.72 倍，第30年约 5.85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437CFA3-016C-4C14-835A-156D3A9043B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39D5090F-AB68-4B80-A329-C3B7BB85A020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9B51964F-79F6-4272-80EF-86D51A62AECC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本页用于理解长期积累能力；保证价值与非保证价值需结合官方利益演示阅读。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73FA74E0-8944-4248-B774-D9B7DA843491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CBB1D0A-326E-4D00-B939-9735A29211F1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5968650-6836-4426-81F9-A89BAFF21FCF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本页数字均来自官方计划书不提领利益演示表，未使用模拟正式数字。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1697739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911885-1A8D-4BA0-BF0E-BA60363AF31D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让时间成为家庭资产配置的一部分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f6998aaaa4301"/>
          <a:srcRect xmlns:a="http://schemas.openxmlformats.org/drawingml/2006/main" l="11278" t="0" r="11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A849D15-B89D-4C01-9484-6E749FCEC48F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教育金有安排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053278-76FB-4815-BA69-6FAE686D150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在成长阶段保留可使用的教育资金，让家庭选择更从容。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FA44FC7B-6535-4BC3-9C78-03DAA10983D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长期现金流有来源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E510D11-DBB3-4F3A-B422-22B2A51083F4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领取节奏与剩余价值并行展示，便于持续复盘。</a:t>
            </a:r>
          </a:p>
        </p:txBody>
      </p:sp>
    </p:spTree>
    <p:extLst>
      <p:ext uri="{BB962C8B-B14F-4D97-AF65-F5344CB8AC3E}">
        <p14:creationId xmlns:p14="http://schemas.microsoft.com/office/powerpoint/2010/main" val="4994013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862F783-A302-4BB8-B72F-B078AC211D8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3012EF90-7A5D-4E9A-8AA0-B333A4F8760E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9216123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2026-06-01T08:23:17.6230000Z</dcterms:created>
  <dcterms:modified xsi:type="dcterms:W3CDTF">2026-06-01T08:23:17.6230000Z</dcterms:modified>
</coreProperties>
</file>