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472acfc6f64239" /><Relationship Type="http://schemas.openxmlformats.org/officeDocument/2006/relationships/extended-properties" Target="/docProps/app.xml" Id="R2868066d352b4d2f" /><Relationship Type="http://schemas.openxmlformats.org/officeDocument/2006/relationships/officeDocument" Target="/ppt/presentation.xml" Id="Rf15eab7615b143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4807e0d0cb4c38"/>
  </p:sldMasterIdLst>
  <p:notesMasterIdLst>
    <p:notesMasterId xmlns:r="http://schemas.openxmlformats.org/officeDocument/2006/relationships" r:id="R39ace32791a34361"/>
  </p:notesMasterIdLst>
  <p:sldIdLst>
    <p:sldId xmlns:r="http://schemas.openxmlformats.org/officeDocument/2006/relationships" id="256" r:id="Rd32707a4987245cf"/>
    <p:sldId xmlns:r="http://schemas.openxmlformats.org/officeDocument/2006/relationships" id="257" r:id="R5df7c4d357e741ab"/>
    <p:sldId xmlns:r="http://schemas.openxmlformats.org/officeDocument/2006/relationships" id="258" r:id="R222c96f4432d4da7"/>
    <p:sldId xmlns:r="http://schemas.openxmlformats.org/officeDocument/2006/relationships" id="259" r:id="R2d09513bbc5a4569"/>
    <p:sldId xmlns:r="http://schemas.openxmlformats.org/officeDocument/2006/relationships" id="260" r:id="Rad1b3b40900c4345"/>
    <p:sldId xmlns:r="http://schemas.openxmlformats.org/officeDocument/2006/relationships" id="261" r:id="Rf68b74322b9d463e"/>
    <p:sldId xmlns:r="http://schemas.openxmlformats.org/officeDocument/2006/relationships" id="262" r:id="R91b0707fd79a49d0"/>
    <p:sldId xmlns:r="http://schemas.openxmlformats.org/officeDocument/2006/relationships" id="263" r:id="Rf59a18f3918a4d94"/>
    <p:sldId xmlns:r="http://schemas.openxmlformats.org/officeDocument/2006/relationships" id="264" r:id="R559232e517294dc5"/>
    <p:sldId xmlns:r="http://schemas.openxmlformats.org/officeDocument/2006/relationships" id="265" r:id="R9aec471a035c4d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807e0d0cb4c38" /><Relationship Type="http://schemas.openxmlformats.org/officeDocument/2006/relationships/theme" Target="/ppt/theme/theme1.xml" Id="Rcf47f049a18842cb" /><Relationship Type="http://schemas.openxmlformats.org/officeDocument/2006/relationships/notesMaster" Target="/ppt/notesMasters/notesMaster1.xml" Id="R39ace32791a34361" /><Relationship Type="http://schemas.openxmlformats.org/officeDocument/2006/relationships/presProps" Target="/ppt/presProps.xml" Id="R4d0070fc508c4b0b" /><Relationship Type="http://schemas.openxmlformats.org/officeDocument/2006/relationships/viewProps" Target="/ppt/viewProps.xml" Id="R7a6def0bd659426c" /><Relationship Type="http://schemas.openxmlformats.org/officeDocument/2006/relationships/tableStyles" Target="/ppt/tableStyles.xml" Id="Rd642aba9658f4b73" /><Relationship Type="http://schemas.openxmlformats.org/officeDocument/2006/relationships/slide" Target="/ppt/slides/slide1.xml" Id="Rd32707a4987245cf" /><Relationship Type="http://schemas.openxmlformats.org/officeDocument/2006/relationships/slide" Target="/ppt/slides/slide2.xml" Id="R5df7c4d357e741ab" /><Relationship Type="http://schemas.openxmlformats.org/officeDocument/2006/relationships/slide" Target="/ppt/slides/slide3.xml" Id="R222c96f4432d4da7" /><Relationship Type="http://schemas.openxmlformats.org/officeDocument/2006/relationships/slide" Target="/ppt/slides/slide4.xml" Id="R2d09513bbc5a4569" /><Relationship Type="http://schemas.openxmlformats.org/officeDocument/2006/relationships/slide" Target="/ppt/slides/slide5.xml" Id="Rad1b3b40900c4345" /><Relationship Type="http://schemas.openxmlformats.org/officeDocument/2006/relationships/slide" Target="/ppt/slides/slide6.xml" Id="Rf68b74322b9d463e" /><Relationship Type="http://schemas.openxmlformats.org/officeDocument/2006/relationships/slide" Target="/ppt/slides/slide7.xml" Id="R91b0707fd79a49d0" /><Relationship Type="http://schemas.openxmlformats.org/officeDocument/2006/relationships/slide" Target="/ppt/slides/slide8.xml" Id="Rf59a18f3918a4d94" /><Relationship Type="http://schemas.openxmlformats.org/officeDocument/2006/relationships/slide" Target="/ppt/slides/slide9.xml" Id="R559232e517294dc5" /><Relationship Type="http://schemas.openxmlformats.org/officeDocument/2006/relationships/slide" Target="/ppt/slides/slide10.xml" Id="R9aec471a035c4d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52cc7be824a48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77ab3ac66248f5" /><Relationship Type="http://schemas.openxmlformats.org/officeDocument/2006/relationships/notesMaster" Target="/ppt/notesMasters/notesMaster1.xml" Id="Redeb6b62ce8f4e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e023d1d3f8436e" /><Relationship Type="http://schemas.openxmlformats.org/officeDocument/2006/relationships/notesMaster" Target="/ppt/notesMasters/notesMaster1.xml" Id="R72515d46af6c4f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de656d67e54516" /><Relationship Type="http://schemas.openxmlformats.org/officeDocument/2006/relationships/notesMaster" Target="/ppt/notesMasters/notesMaster1.xml" Id="Ree26a7499b7b46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b9ece929a4483b" /><Relationship Type="http://schemas.openxmlformats.org/officeDocument/2006/relationships/notesMaster" Target="/ppt/notesMasters/notesMaster1.xml" Id="R2ecb5cb5478545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bd115528444282" /><Relationship Type="http://schemas.openxmlformats.org/officeDocument/2006/relationships/notesMaster" Target="/ppt/notesMasters/notesMaster1.xml" Id="R4ae398ac529142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2e1c69b4674705" /><Relationship Type="http://schemas.openxmlformats.org/officeDocument/2006/relationships/notesMaster" Target="/ppt/notesMasters/notesMaster1.xml" Id="Rfcadfac680b741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20964fe628404a" /><Relationship Type="http://schemas.openxmlformats.org/officeDocument/2006/relationships/notesMaster" Target="/ppt/notesMasters/notesMaster1.xml" Id="R47a3e52d798f47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6a74e115694af2" /><Relationship Type="http://schemas.openxmlformats.org/officeDocument/2006/relationships/notesMaster" Target="/ppt/notesMasters/notesMaster1.xml" Id="R22e85a4c11db4d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35c9e2beef4386" /><Relationship Type="http://schemas.openxmlformats.org/officeDocument/2006/relationships/notesMaster" Target="/ppt/notesMasters/notesMaster1.xml" Id="R58e15f1e4de047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eeb8bcbf764299" /><Relationship Type="http://schemas.openxmlformats.org/officeDocument/2006/relationships/notesMaster" Target="/ppt/notesMasters/notesMaster1.xml" Id="R4805352507a544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bc7afe5b749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c1b90952ca4b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4fe810eac40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1c121903b48c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6e033050c489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acf4c6703942d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ab829944244e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0ca9173cd40a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0daf812cd485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d431e54c0e4f5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c29cf46ac407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f7e8b3d434a5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fc11d200f4ce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3f060c31d453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e5f494bbb4b9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323a8ec9c4763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72ebe873334f58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3c4aad2be4495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cdf6252b944b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a4e02bbfb4f6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d68e3eb004b9c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e63688af94af4" /></Relationships>
</file>

<file path=ppt/slideLayouts/slideLayout2.xml><?xml version="1.0" encoding="utf-8"?>
<p:sldLayout xmlns:p="http://schemas.openxmlformats.org/presentationml/2006/main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1FA2790-4D61-4633-83C5-3F085F3CFC40}"/>
              </a:ext>
            </a:extLst>
          </p:cNvPr>
          <p:cNvSpPr/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0B233AA-8B94-4088-854D-2CE348A9BBE0}"/>
              </a:ext>
            </a:extLst>
          </p:cNvPr>
          <p:cNvSpPr/>
          <p:nvPr>
            <p:ph type="ftr" idx="16386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B844C6E-C7A8-4F7E-BAE7-FD335CB2E42A}"/>
              </a:ext>
            </a:extLst>
          </p:cNvPr>
          <p:cNvSpPr/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C043E364-C51A-4934-B928-CFEFE518AAC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1016000" y="1651000"/>
            <a:ext cx="60970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47C2F49-6B59-4C70-80F5-9C55F86E4DA6}"/>
              </a:ext>
            </a:extLst>
          </p:cNvPr>
          <p:cNvSpPr/>
          <p:nvPr>
            <p:ph type="ctrTitle" idx="16388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C4421F2C-31D5-45BB-A0FA-21944838AB9C}"/>
              </a:ext>
            </a:extLst>
          </p:cNvPr>
          <p:cNvSpPr/>
          <p:nvPr>
            <p:ph type="body" idx="16390"/>
          </p:nvPr>
        </p:nvSpPr>
        <p:spPr>
          <a:xfrm xmlns:a="http://schemas.openxmlformats.org/drawingml/2006/main">
            <a:off x="1016000" y="4749800"/>
            <a:ext cx="2540882" cy="533400"/>
          </a:xfrm>
        </p:spPr>
        <p:txBody>
          <a:bodyPr xmlns:a="http://schemas.openxmlformats.org/drawingml/2006/main" vert="horz" wrap="squar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spc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64A16F8-0AFC-4081-9533-2B7876587F3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7915FBC-F347-479D-A402-7A8DBA195EA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0340BF5-703E-4E7B-AA3E-8BD8F04AD10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67FF16D-FCDC-4347-A61E-01B13C99B99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E4A1D01C-F0B1-4A89-AE49-C5505B914A7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D26F95D3-0E18-4D81-9391-AEF0B12B191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A97DCF9-D344-491C-B08D-229C4E9DC66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11C5E45C-9146-408D-B242-6DC185FE6D5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8444C12-DE72-433E-BC14-A85570164A1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D62866A-E4AB-4BFE-B34F-F3F492DC9EF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E42FACD-8CDF-4137-91E7-AB2B178DB42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8942F4E-5C2A-4A1F-A4F4-4E689D4582A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21CD40A-6348-448E-A4A2-6255927B5DA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3C55871-B7E4-4744-B4C4-A257CDC2113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82F1DAF-B40E-4210-8589-B0AC97415F0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193EAB8-8E78-48D4-ADEB-E84F82B0B6C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56339BD-E64D-4191-BC91-2C0200E323C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24C01C3-19EE-4A6F-8488-50D56EF7F0D8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1AEF3A4-6C8D-41F4-8CEA-3FC579DAB5E0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8F5ED3F-DC1F-4941-824A-7E9E5D77BE12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78068F6-186A-4C2E-93E0-E0089329DF4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3143FA1-739D-4F3B-AF31-6A198E686F1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61E31D2-3518-4B10-A586-30D377D32A4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81A3AF79-F92A-4D14-AA85-06EE7BAF7FF1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835CE4-DD9F-4D7B-B66F-F325AE666BF2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735C5D6-3292-4A40-B1C5-4958DF8F8A21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FCBAD11-71DD-4F5D-91B4-40C5FA3279B4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8491CBB-AAC5-4B4F-AE5F-1F4EA849145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9ACF12A-B8EB-4106-B614-3377BE84FE8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B84976E-4506-4B9F-9645-E53EDC29D9E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3BC9950-512E-4D90-B044-4E6432EFF33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2178053" y="1445232"/>
            <a:ext cx="1146320" cy="1815098"/>
          </a:xfrm>
        </p:spPr>
        <p:txBody>
          <a:bodyPr xmlns:a="http://schemas.openxmlformats.org/drawingml/2006/main" vert="eaVert" wrap="square" anchor="b">
            <a:normAutofit/>
          </a:bodyPr>
          <a:lstStyle xmlns:a="http://schemas.openxmlformats.org/drawingml/2006/main">
            <a:lvl1pPr>
              <a:buNone/>
              <a:defRPr sz="66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D4DFF8-2685-4176-B093-F4FAE98B377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03CD8AA-A2A0-4048-A1C8-DD585251BF4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1F13FE-4058-4A42-B697-53CD42C5D43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目录页-1-5-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07A526-51F4-4913-841F-A4B16A7D229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B94011F-4657-4130-B9D5-980A1D729BE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1DF7EBD-F3CE-45C7-8738-52541490161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1" name="Subtitle 10">
            <a:extLst xmlns:a="http://schemas.openxmlformats.org/drawingml/2006/main">
              <a:ext uri="{FF2B5EF4-FFF2-40B4-BE49-F238E27FC236}">
                <a16:creationId xmlns:a16="http://schemas.microsoft.com/office/drawing/2014/main" id="{EE31B7B4-781B-4885-B875-E8D36B31A492}"/>
              </a:ext>
            </a:extLst>
          </p:cNvPr>
          <p:cNvSpPr/>
          <p:nvPr>
            <p:ph type="subTitle" idx="17826305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2" name="Title 11">
            <a:extLst xmlns:a="http://schemas.openxmlformats.org/drawingml/2006/main">
              <a:ext uri="{FF2B5EF4-FFF2-40B4-BE49-F238E27FC236}">
                <a16:creationId xmlns:a16="http://schemas.microsoft.com/office/drawing/2014/main" id="{C55B8154-54DD-43B0-8F01-B434D0D4CD44}"/>
              </a:ext>
            </a:extLst>
          </p:cNvPr>
          <p:cNvSpPr/>
          <p:nvPr>
            <p:ph type="ctrTitle" idx="17826049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C3741BE1-44AF-4BDB-914B-484BB1B13F24}"/>
              </a:ext>
            </a:extLst>
          </p:cNvPr>
          <p:cNvSpPr/>
          <p:nvPr>
            <p:ph type="body" idx="319883777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4" name="装饰  3">
            <a:extLst xmlns:a="http://schemas.openxmlformats.org/drawingml/2006/main">
              <a:ext uri="{FF2B5EF4-FFF2-40B4-BE49-F238E27FC236}">
                <a16:creationId xmlns:a16="http://schemas.microsoft.com/office/drawing/2014/main" id="{4979069E-8084-4615-980A-C5B8ACFC4343}"/>
              </a:ext>
            </a:extLst>
          </p:cNvPr>
          <p:cNvSpPr/>
          <p:nvPr>
            <p:ph type="body" idx="319883522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6F966F8F-CC51-4FE0-8BA1-8BCFFB57D160}"/>
              </a:ext>
            </a:extLst>
          </p:cNvPr>
          <p:cNvSpPr/>
          <p:nvPr>
            <p:ph type="body" idx="51446017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6" name="Text Placeholder 15">
            <a:extLst xmlns:a="http://schemas.openxmlformats.org/drawingml/2006/main">
              <a:ext uri="{FF2B5EF4-FFF2-40B4-BE49-F238E27FC236}">
                <a16:creationId xmlns:a16="http://schemas.microsoft.com/office/drawing/2014/main" id="{729D56DB-BC29-41D6-A958-761898E381E5}"/>
              </a:ext>
            </a:extLst>
          </p:cNvPr>
          <p:cNvSpPr/>
          <p:nvPr>
            <p:ph type="body" idx="319949313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7" name="装饰  6">
            <a:extLst xmlns:a="http://schemas.openxmlformats.org/drawingml/2006/main">
              <a:ext uri="{FF2B5EF4-FFF2-40B4-BE49-F238E27FC236}">
                <a16:creationId xmlns:a16="http://schemas.microsoft.com/office/drawing/2014/main" id="{7E7BB120-C153-4A93-B825-95458F95744D}"/>
              </a:ext>
            </a:extLst>
          </p:cNvPr>
          <p:cNvSpPr/>
          <p:nvPr>
            <p:ph type="body" idx="319949058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814C3078-968B-43FE-BEC7-B4E1DB32F375}"/>
              </a:ext>
            </a:extLst>
          </p:cNvPr>
          <p:cNvSpPr/>
          <p:nvPr>
            <p:ph type="body" idx="51511553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04AB01A0-29AC-4926-8A16-5B60D9399CEA}"/>
              </a:ext>
            </a:extLst>
          </p:cNvPr>
          <p:cNvSpPr/>
          <p:nvPr>
            <p:ph type="body" idx="320014849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DE45ABC0-AF1D-4BD2-A281-083855B4D0FE}"/>
              </a:ext>
            </a:extLst>
          </p:cNvPr>
          <p:cNvSpPr/>
          <p:nvPr>
            <p:ph type="body" idx="320014594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E02C4A5A-4421-4644-9B03-6A459411AE3C}"/>
              </a:ext>
            </a:extLst>
          </p:cNvPr>
          <p:cNvSpPr/>
          <p:nvPr>
            <p:ph type="body" idx="51577089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536E1E80-FD0E-4198-BFE3-87E6B7D705D8}"/>
              </a:ext>
            </a:extLst>
          </p:cNvPr>
          <p:cNvSpPr/>
          <p:nvPr>
            <p:ph type="body" idx="320080385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12B971E8-E531-4286-8DD2-FDE42595517A}"/>
              </a:ext>
            </a:extLst>
          </p:cNvPr>
          <p:cNvSpPr/>
          <p:nvPr>
            <p:ph type="body" idx="320080130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/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DE4D1FA7-E6F4-45EE-90C7-841228729109}"/>
              </a:ext>
            </a:extLst>
          </p:cNvPr>
          <p:cNvSpPr/>
          <p:nvPr>
            <p:ph type="body" idx="51642625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结束页_1_5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AA88DF3-3BA3-4801-A43D-E792DA84483F}"/>
              </a:ext>
            </a:extLst>
          </p:cNvPr>
          <p:cNvSpPr/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9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2BC9DAD-C705-4F8A-985E-AE6620CF7197}"/>
              </a:ext>
            </a:extLst>
          </p:cNvPr>
          <p:cNvSpPr/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B007E9B-41ED-44E0-B80D-17393BF80D17}"/>
              </a:ext>
            </a:extLst>
          </p:cNvPr>
          <p:cNvSpPr/>
          <p:nvPr>
            <p:ph type="sldNum" idx="16387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C429D68-F101-4558-B4C8-E6B37731E836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5726642" y="2667000"/>
            <a:ext cx="54493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1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1D8B5C6-A93F-48B7-AF5E-0EE3E918474F}"/>
              </a:ext>
            </a:extLst>
          </p:cNvPr>
          <p:cNvSpPr/>
          <p:nvPr>
            <p:ph type="ctrTitle" idx="16388"/>
          </p:nvPr>
        </p:nvSpPr>
        <p:spPr>
          <a:xfrm xmlns:a="http://schemas.openxmlformats.org/drawingml/2006/main">
            <a:off x="5724878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spc="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章节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8009F8F-E8D3-44FC-9431-E9C90DFD2D1F}"/>
              </a:ext>
            </a:extLst>
          </p:cNvPr>
          <p:cNvSpPr/>
          <p:nvPr>
            <p:ph type="dt" idx="16385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A3A4547-10A7-4D0D-A377-D9E311E36E2C}"/>
              </a:ext>
            </a:extLst>
          </p:cNvPr>
          <p:cNvSpPr/>
          <p:nvPr>
            <p:ph type="ftr" idx="1638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AA3A237-3694-4547-84CB-19B3F8B1EEA0}"/>
              </a:ext>
            </a:extLst>
          </p:cNvPr>
          <p:cNvSpPr/>
          <p:nvPr>
            <p:ph type="sldNum" idx="16387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8C433AEC-71A2-44E9-953A-278688651FAC}"/>
              </a:ext>
            </a:extLst>
          </p:cNvPr>
          <p:cNvSpPr/>
          <p:nvPr>
            <p:ph type="title" idx="16388"/>
          </p:nvPr>
        </p:nvSpPr>
        <p:spPr>
          <a:xfrm xmlns:a="http://schemas.openxmlformats.org/drawingml/2006/main">
            <a:off x="1016000" y="3530600"/>
            <a:ext cx="6352117" cy="1524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D2A6F4BC-403D-4387-B967-9D5DA359EBC5}"/>
              </a:ext>
            </a:extLst>
          </p:cNvPr>
          <p:cNvSpPr/>
          <p:nvPr>
            <p:ph type="body" idx="16389"/>
          </p:nvPr>
        </p:nvSpPr>
        <p:spPr>
          <a:xfrm xmlns:a="http://schemas.openxmlformats.org/drawingml/2006/main">
            <a:off x="1016000" y="1905000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1" spc="0">
                <a:solidFill>
                  <a:schemeClr val="accent1"/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F5E2CF5-813A-403A-8955-DBA7704F024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58C157E-A499-405D-936A-95969CEB9C7A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46D3C82-17B9-4C3A-AAE7-1446B2C2F4A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72DB29-00B0-457F-A6E1-2B2B5CCE370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717DAD9-C00D-4B1C-9B5B-83141707934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D0693BE8-FA67-4170-A0AC-36693B7081C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5299542-49DB-45EE-8C98-3657E96ED79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39727A9-F274-491A-AC2E-EBB2CFC4DC9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939AA96-5D3F-4544-921B-8F7664AEFD6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2EE44F8-3CAF-4221-937D-3FAF16A7D4D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76E10D4-C518-4989-8852-52510E2380F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716F33C-6DDA-4679-A578-CFA5B7348BF0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A1B0657-BD6D-4D10-9681-8C151A8DF741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9708A62-1B45-4474-9C6A-02123B2F72B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E75117-2231-4654-81DA-3FB4BAD66F5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E5A19F9-3AF4-4BB8-B791-3A1CEB8DE76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22C2E22-BFBB-4A60-90A5-C1D19AA8F5A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CE1FA91-BFE2-4383-B609-790E7BD379F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E9AB3DF3-80B1-41E2-BA39-AF7DDA2C118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95D5292-9871-4B71-9DF1-1EDC061D35F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180885D-FBBF-4594-9FE3-A5E235EFA49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93EF458-72AE-4BA1-A62C-7F1D54C9A7C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59475DB-C736-4943-803B-C76C8A76E56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82EA4A1-06C9-45E1-9D2D-7F660483D294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38B220B-31B4-4E7D-9D1E-0039573C79C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2FADB55-C845-4840-BE78-02C553DAE878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C35EC173-7E1F-46E3-AE3E-E261FD3DC691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7958207E-B0E5-40F4-B4CC-7A8F10E63678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F832389-1501-4A1C-9CDE-B927998C2C8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1248711-B941-478F-8F95-6D6C045BC11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2D34678-B154-4E78-ABB7-171AD0A8B7C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FBB43D-6DA1-4A6E-B37E-AE6D8B8ECB3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2196086-D6B3-430C-A196-FE5DDD7B9CE1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B6709F-5F87-40F1-897A-BBC97C60A69B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05E7AA0-662B-4951-9B6B-9695DE50BA3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29125E7-702A-438B-8518-A1B76622768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34C54-D777-439D-861A-4012D0F5981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012EC43-4ACA-430F-8C70-1ECD9647CA5D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5BB5D8D-98DC-4722-8FB2-A93521BC7752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B3CB7BB-D067-47CC-AAC7-88281AC5CE6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D4B89D-83C4-43A9-ABA8-38F26F5664E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9277701-1FE3-48E5-BC98-9D0DBBD1883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D69084E-EF86-47E0-B60B-70265855B04B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CF5F69E-95E9-40C8-BBC6-65D5CCCCC67A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70D6FF-F36B-4DDC-B3D6-33903F448C0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B9A374F-E654-4203-A0E8-0126598C81B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32D888E-55E3-4436-8DE8-3A1BA530573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DB36848-0218-4159-BC30-041A77F9E0A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233A32D-ACAB-4A27-9A3F-B83BFAA2A32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08A6944-D442-4711-85FE-B0BF97C36CA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FC91EF22-86F0-497D-A3CD-A500478C8055}"/>
              </a:ext>
            </a:extLst>
          </p:cNvPr>
          <p:cNvSpPr/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07CFA1F-74DD-45EF-9083-0974F1DA54A0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ADC9E48-520F-4592-81DA-B0D54B57C908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DBB7364-54FC-4D84-BDFA-22709B29095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6B0EACA-D16C-4128-81B0-0B3EA2C68F7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25532A6-CA88-49DC-B4DA-E52A85500F07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bb36be013404835" /><Relationship Type="http://schemas.openxmlformats.org/officeDocument/2006/relationships/slideLayout" Target="/ppt/slideLayouts/slideLayout2.xml" Id="R9435d498133b48de" /><Relationship Type="http://schemas.openxmlformats.org/officeDocument/2006/relationships/slideLayout" Target="/ppt/slideLayouts/slideLayout3.xml" Id="Rbccc58b1414f4864" /><Relationship Type="http://schemas.openxmlformats.org/officeDocument/2006/relationships/slideLayout" Target="/ppt/slideLayouts/slideLayout4.xml" Id="R3dfc23eb4868403d" /><Relationship Type="http://schemas.openxmlformats.org/officeDocument/2006/relationships/slideLayout" Target="/ppt/slideLayouts/slideLayout5.xml" Id="R5620a75364264340" /><Relationship Type="http://schemas.openxmlformats.org/officeDocument/2006/relationships/slideLayout" Target="/ppt/slideLayouts/slideLayout6.xml" Id="R662b65f9e9bc428e" /><Relationship Type="http://schemas.openxmlformats.org/officeDocument/2006/relationships/slideLayout" Target="/ppt/slideLayouts/slideLayout7.xml" Id="R298e545f1bbd4352" /><Relationship Type="http://schemas.openxmlformats.org/officeDocument/2006/relationships/slideLayout" Target="/ppt/slideLayouts/slideLayout8.xml" Id="Rfa4f649fa8e74238" /><Relationship Type="http://schemas.openxmlformats.org/officeDocument/2006/relationships/slideLayout" Target="/ppt/slideLayouts/slideLayout9.xml" Id="R3646419de7964ec4" /><Relationship Type="http://schemas.openxmlformats.org/officeDocument/2006/relationships/slideLayout" Target="/ppt/slideLayouts/slideLayout10.xml" Id="R2716340024dc4451" /><Relationship Type="http://schemas.openxmlformats.org/officeDocument/2006/relationships/slideLayout" Target="/ppt/slideLayouts/slideLayout11.xml" Id="Rc848ff6c1d964818" /><Relationship Type="http://schemas.openxmlformats.org/officeDocument/2006/relationships/slideLayout" Target="/ppt/slideLayouts/slideLayout12.xml" Id="R046ccf448ff44274" /><Relationship Type="http://schemas.openxmlformats.org/officeDocument/2006/relationships/slideLayout" Target="/ppt/slideLayouts/slideLayout13.xml" Id="Re0008b6276974d31" /><Relationship Type="http://schemas.openxmlformats.org/officeDocument/2006/relationships/slideLayout" Target="/ppt/slideLayouts/slideLayout14.xml" Id="R8481310499714647" /><Relationship Type="http://schemas.openxmlformats.org/officeDocument/2006/relationships/slideLayout" Target="/ppt/slideLayouts/slideLayout15.xml" Id="Rf229668d6d42459c" /><Relationship Type="http://schemas.openxmlformats.org/officeDocument/2006/relationships/slideLayout" Target="/ppt/slideLayouts/slideLayout16.xml" Id="R338d8a545ba64ab0" /><Relationship Type="http://schemas.openxmlformats.org/officeDocument/2006/relationships/slideLayout" Target="/ppt/slideLayouts/slideLayout17.xml" Id="Rfa550569781642f5" /><Relationship Type="http://schemas.openxmlformats.org/officeDocument/2006/relationships/slideLayout" Target="/ppt/slideLayouts/slideLayout18.xml" Id="R3af697bdd19b4536" /><Relationship Type="http://schemas.openxmlformats.org/officeDocument/2006/relationships/slideLayout" Target="/ppt/slideLayouts/slideLayout19.xml" Id="R80794c493d9e4a52" /><Relationship Type="http://schemas.openxmlformats.org/officeDocument/2006/relationships/slideLayout" Target="/ppt/slideLayouts/slideLayout20.xml" Id="R87d6ecd3bfaa4f32" /><Relationship Type="http://schemas.openxmlformats.org/officeDocument/2006/relationships/slideLayout" Target="/ppt/slideLayouts/slideLayout21.xml" Id="R464b11ea53a149f0" /><Relationship Type="http://schemas.openxmlformats.org/officeDocument/2006/relationships/slideLayout" Target="/ppt/slideLayouts/slideLayout22.xml" Id="R77a137ce89c74051" /><Relationship Type="http://schemas.openxmlformats.org/officeDocument/2006/relationships/slideLayout" Target="/ppt/slideLayouts/slideLayout23.xml" Id="R141434da7e3a464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B369F78-72A8-4620-ACE5-EBC70938785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A2BAD3B-62A4-4600-B176-FE9A50D7BED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FA7A195-1E7A-43E4-A66C-AAC0D6F39E1C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4884E4C-AAF7-4D6C-8197-F843D981450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7E50BD6-CC23-4E65-9D81-F3BA2A00D39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6D55540-ECF6-4312-BD32-F1B29686230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B51EFD-A1E1-4BA3-8ADA-E798050A05BA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C855F22-A9AA-4CE6-8C94-177853DD3F4F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D458756-3834-48DF-9249-B8A6BDE83CBE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7E594F4-6019-44A0-B606-9CE650A97CD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35d498133b48de"/>
    <p:sldLayoutId xmlns:r="http://schemas.openxmlformats.org/officeDocument/2006/relationships" id="2147483650" r:id="Rbccc58b1414f4864"/>
    <p:sldLayoutId xmlns:r="http://schemas.openxmlformats.org/officeDocument/2006/relationships" id="2147483651" r:id="R3dfc23eb4868403d"/>
    <p:sldLayoutId xmlns:r="http://schemas.openxmlformats.org/officeDocument/2006/relationships" id="2147483652" r:id="R5620a75364264340"/>
    <p:sldLayoutId xmlns:r="http://schemas.openxmlformats.org/officeDocument/2006/relationships" id="2147483653" r:id="R662b65f9e9bc428e"/>
    <p:sldLayoutId xmlns:r="http://schemas.openxmlformats.org/officeDocument/2006/relationships" id="2147483654" r:id="R298e545f1bbd4352"/>
    <p:sldLayoutId xmlns:r="http://schemas.openxmlformats.org/officeDocument/2006/relationships" id="2147483655" r:id="Rfa4f649fa8e74238"/>
    <p:sldLayoutId xmlns:r="http://schemas.openxmlformats.org/officeDocument/2006/relationships" id="2147483656" r:id="R3646419de7964ec4"/>
    <p:sldLayoutId xmlns:r="http://schemas.openxmlformats.org/officeDocument/2006/relationships" id="2147483657" r:id="R2716340024dc4451"/>
    <p:sldLayoutId xmlns:r="http://schemas.openxmlformats.org/officeDocument/2006/relationships" id="2147483658" r:id="Rc848ff6c1d964818"/>
    <p:sldLayoutId xmlns:r="http://schemas.openxmlformats.org/officeDocument/2006/relationships" id="2147483659" r:id="R046ccf448ff44274"/>
    <p:sldLayoutId xmlns:r="http://schemas.openxmlformats.org/officeDocument/2006/relationships" id="2147483660" r:id="Re0008b6276974d31"/>
    <p:sldLayoutId xmlns:r="http://schemas.openxmlformats.org/officeDocument/2006/relationships" id="2147483661" r:id="R8481310499714647"/>
    <p:sldLayoutId xmlns:r="http://schemas.openxmlformats.org/officeDocument/2006/relationships" id="2147483662" r:id="Rf229668d6d42459c"/>
    <p:sldLayoutId xmlns:r="http://schemas.openxmlformats.org/officeDocument/2006/relationships" id="2147483663" r:id="R338d8a545ba64ab0"/>
    <p:sldLayoutId xmlns:r="http://schemas.openxmlformats.org/officeDocument/2006/relationships" id="2147483664" r:id="Rfa550569781642f5"/>
    <p:sldLayoutId xmlns:r="http://schemas.openxmlformats.org/officeDocument/2006/relationships" id="2147483665" r:id="R3af697bdd19b4536"/>
    <p:sldLayoutId xmlns:r="http://schemas.openxmlformats.org/officeDocument/2006/relationships" id="2147483666" r:id="R80794c493d9e4a52"/>
    <p:sldLayoutId xmlns:r="http://schemas.openxmlformats.org/officeDocument/2006/relationships" id="2147483667" r:id="R87d6ecd3bfaa4f32"/>
    <p:sldLayoutId xmlns:r="http://schemas.openxmlformats.org/officeDocument/2006/relationships" id="2147483668" r:id="R464b11ea53a149f0"/>
    <p:sldLayoutId xmlns:r="http://schemas.openxmlformats.org/officeDocument/2006/relationships" id="2147483669" r:id="R77a137ce89c74051"/>
    <p:sldLayoutId xmlns:r="http://schemas.openxmlformats.org/officeDocument/2006/relationships" id="2147483670" r:id="R141434da7e3a46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9686bce29b14b55" /><Relationship Type="http://schemas.openxmlformats.org/officeDocument/2006/relationships/image" Target="/ppt/media/image.png" Id="R124317fb068745fd" /><Relationship Type="http://schemas.openxmlformats.org/officeDocument/2006/relationships/image" Target="/ppt/media/image.svg" Id="R78ce7089f2164a11" /><Relationship Type="http://schemas.openxmlformats.org/officeDocument/2006/relationships/image" Target="/ppt/media/image2.png" Id="Re7231c190cab4ad3" /><Relationship Type="http://schemas.openxmlformats.org/officeDocument/2006/relationships/image" Target="/ppt/media/image2.svg" Id="Ra5466f62b33540ed" /><Relationship Type="http://schemas.openxmlformats.org/officeDocument/2006/relationships/image" Target="/ppt/media/image3.png" Id="Re943d690b55840b3" /><Relationship Type="http://schemas.openxmlformats.org/officeDocument/2006/relationships/image" Target="/ppt/media/image3.svg" Id="Rbed4b1c25b004de1" /><Relationship Type="http://schemas.openxmlformats.org/officeDocument/2006/relationships/image" Target="/ppt/media/image4.png" Id="Rcef3ce53dcd1467f" /><Relationship Type="http://schemas.openxmlformats.org/officeDocument/2006/relationships/image" Target="/ppt/media/image4.svg" Id="Ra75979b0919c4380" /><Relationship Type="http://schemas.openxmlformats.org/officeDocument/2006/relationships/notesSlide" Target="/ppt/notesSlides/notesSlide1.xml" Id="R083c550adbdc4b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0b24d8831ab4964" /><Relationship Type="http://schemas.openxmlformats.org/officeDocument/2006/relationships/image" Target="/ppt/media/image5.png" Id="Rf84f29b18be7415c" /><Relationship Type="http://schemas.openxmlformats.org/officeDocument/2006/relationships/image" Target="/ppt/media/image5.svg" Id="R20fbd2f207104801" /><Relationship Type="http://schemas.openxmlformats.org/officeDocument/2006/relationships/image" Target="/ppt/media/image6.png" Id="R2a277443ebf74121" /><Relationship Type="http://schemas.openxmlformats.org/officeDocument/2006/relationships/image" Target="/ppt/media/image6.svg" Id="Rab726baabafc4e38" /><Relationship Type="http://schemas.openxmlformats.org/officeDocument/2006/relationships/notesSlide" Target="/ppt/notesSlides/notesSlide2.xml" Id="Ra130a2c852444e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ca5514fc6c14ada" /><Relationship Type="http://schemas.openxmlformats.org/officeDocument/2006/relationships/image" Target="/ppt/media/image7.png" Id="Ra9dafed39a884485" /><Relationship Type="http://schemas.openxmlformats.org/officeDocument/2006/relationships/image" Target="/ppt/media/image7.svg" Id="Rceb40bc01c294127" /><Relationship Type="http://schemas.openxmlformats.org/officeDocument/2006/relationships/image" Target="/ppt/media/image8.png" Id="Rb33109c4c89b418e" /><Relationship Type="http://schemas.openxmlformats.org/officeDocument/2006/relationships/image" Target="/ppt/media/image8.svg" Id="R14434dbcb69542c2" /><Relationship Type="http://schemas.openxmlformats.org/officeDocument/2006/relationships/image" Target="/ppt/media/image.png" Id="R6e4f2176ca0048b9" /><Relationship Type="http://schemas.openxmlformats.org/officeDocument/2006/relationships/image" Target="/ppt/media/image.svg" Id="R92ae0a083e8147c9" /><Relationship Type="http://schemas.openxmlformats.org/officeDocument/2006/relationships/image" Target="/ppt/media/image9.png" Id="R9ca47a7dfbd74c1b" /><Relationship Type="http://schemas.openxmlformats.org/officeDocument/2006/relationships/image" Target="/ppt/media/image9.svg" Id="R8b9530172ee547fe" /><Relationship Type="http://schemas.openxmlformats.org/officeDocument/2006/relationships/notesSlide" Target="/ppt/notesSlides/notesSlide3.xml" Id="R0e71f43bac9240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217dfc0cde4ff2" /><Relationship Type="http://schemas.openxmlformats.org/officeDocument/2006/relationships/image" Target="/ppt/media/image10.png" Id="Rd0c916ff931e4cb1" /><Relationship Type="http://schemas.openxmlformats.org/officeDocument/2006/relationships/image" Target="/ppt/media/image10.svg" Id="Rd053e20b732248cd" /><Relationship Type="http://schemas.openxmlformats.org/officeDocument/2006/relationships/image" Target="/ppt/media/image11.png" Id="R197dae5567304416" /><Relationship Type="http://schemas.openxmlformats.org/officeDocument/2006/relationships/image" Target="/ppt/media/image11.svg" Id="Raf41a0a6d111446e" /><Relationship Type="http://schemas.openxmlformats.org/officeDocument/2006/relationships/image" Target="/ppt/media/image12.png" Id="Ra4927d79ecce47a9" /><Relationship Type="http://schemas.openxmlformats.org/officeDocument/2006/relationships/image" Target="/ppt/media/image12.svg" Id="R240d57cfa9f34717" /><Relationship Type="http://schemas.openxmlformats.org/officeDocument/2006/relationships/image" Target="/ppt/media/image13.png" Id="R1c774e8af8f74ce7" /><Relationship Type="http://schemas.openxmlformats.org/officeDocument/2006/relationships/image" Target="/ppt/media/image13.svg" Id="Rc7f9a9c7e977432d" /><Relationship Type="http://schemas.openxmlformats.org/officeDocument/2006/relationships/image" Target="/ppt/media/image14.png" Id="R1e581a59a6084981" /><Relationship Type="http://schemas.openxmlformats.org/officeDocument/2006/relationships/image" Target="/ppt/media/image14.svg" Id="Rc18214ad85ca4c51" /><Relationship Type="http://schemas.openxmlformats.org/officeDocument/2006/relationships/image" Target="/ppt/media/image15.png" Id="R9d58598286344f6f" /><Relationship Type="http://schemas.openxmlformats.org/officeDocument/2006/relationships/image" Target="/ppt/media/image15.svg" Id="Rf62dea5769544195" /><Relationship Type="http://schemas.openxmlformats.org/officeDocument/2006/relationships/notesSlide" Target="/ppt/notesSlides/notesSlide4.xml" Id="Re5b3af53f86c43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91011f302514ee3" /><Relationship Type="http://schemas.openxmlformats.org/officeDocument/2006/relationships/image" Target="/ppt/media/image16.png" Id="Ra0670c99783d4c2c" /><Relationship Type="http://schemas.openxmlformats.org/officeDocument/2006/relationships/image" Target="/ppt/media/image17.png" Id="Rfb8a48c8295340be" /><Relationship Type="http://schemas.openxmlformats.org/officeDocument/2006/relationships/image" Target="/ppt/media/image16.svg" Id="R1eb21d5ff2f640e3" /><Relationship Type="http://schemas.openxmlformats.org/officeDocument/2006/relationships/image" Target="/ppt/media/image2.png" Id="R97cba48f7d704947" /><Relationship Type="http://schemas.openxmlformats.org/officeDocument/2006/relationships/image" Target="/ppt/media/image2.svg" Id="R02e914a709514042" /><Relationship Type="http://schemas.openxmlformats.org/officeDocument/2006/relationships/notesSlide" Target="/ppt/notesSlides/notesSlide5.xml" Id="R1ec852f0847948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1d06be923264b63" /><Relationship Type="http://schemas.openxmlformats.org/officeDocument/2006/relationships/image" Target="/ppt/media/image10.png" Id="R58b0826199534872" /><Relationship Type="http://schemas.openxmlformats.org/officeDocument/2006/relationships/image" Target="/ppt/media/image10.svg" Id="R5a18d21d3d304c84" /><Relationship Type="http://schemas.openxmlformats.org/officeDocument/2006/relationships/image" Target="/ppt/media/image11.png" Id="Re743f7385c2c4d34" /><Relationship Type="http://schemas.openxmlformats.org/officeDocument/2006/relationships/image" Target="/ppt/media/image11.svg" Id="R40cd96532e6641df" /><Relationship Type="http://schemas.openxmlformats.org/officeDocument/2006/relationships/image" Target="/ppt/media/image12.png" Id="R7b03e7369715464a" /><Relationship Type="http://schemas.openxmlformats.org/officeDocument/2006/relationships/image" Target="/ppt/media/image12.svg" Id="Rdcdf11ae91cc4d0e" /><Relationship Type="http://schemas.openxmlformats.org/officeDocument/2006/relationships/image" Target="/ppt/media/image13.png" Id="R1cf1814df74c4e89" /><Relationship Type="http://schemas.openxmlformats.org/officeDocument/2006/relationships/image" Target="/ppt/media/image13.svg" Id="Rfeab55181ca14d64" /><Relationship Type="http://schemas.openxmlformats.org/officeDocument/2006/relationships/image" Target="/ppt/media/image14.png" Id="R7f24ec57039d4815" /><Relationship Type="http://schemas.openxmlformats.org/officeDocument/2006/relationships/image" Target="/ppt/media/image14.svg" Id="R8301d5350757477f" /><Relationship Type="http://schemas.openxmlformats.org/officeDocument/2006/relationships/image" Target="/ppt/media/image15.png" Id="Re9840391ea3f4fec" /><Relationship Type="http://schemas.openxmlformats.org/officeDocument/2006/relationships/image" Target="/ppt/media/image15.svg" Id="R450de33228fb4635" /><Relationship Type="http://schemas.openxmlformats.org/officeDocument/2006/relationships/notesSlide" Target="/ppt/notesSlides/notesSlide6.xml" Id="R7a87eb788ab048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0980f4fa9bb4689" /><Relationship Type="http://schemas.openxmlformats.org/officeDocument/2006/relationships/image" Target="/ppt/media/image7.png" Id="R73dde59e317b4c37" /><Relationship Type="http://schemas.openxmlformats.org/officeDocument/2006/relationships/image" Target="/ppt/media/image7.svg" Id="R9e55e9dbd41f4c2f" /><Relationship Type="http://schemas.openxmlformats.org/officeDocument/2006/relationships/image" Target="/ppt/media/image8.png" Id="R36e96ec8647243c3" /><Relationship Type="http://schemas.openxmlformats.org/officeDocument/2006/relationships/image" Target="/ppt/media/image8.svg" Id="Rc6cc63d99e5f4adf" /><Relationship Type="http://schemas.openxmlformats.org/officeDocument/2006/relationships/image" Target="/ppt/media/image.png" Id="R3afdba965f2d48c0" /><Relationship Type="http://schemas.openxmlformats.org/officeDocument/2006/relationships/image" Target="/ppt/media/image.svg" Id="R6419cee7a39d4b80" /><Relationship Type="http://schemas.openxmlformats.org/officeDocument/2006/relationships/image" Target="/ppt/media/image9.png" Id="Re32cb355b7b1443f" /><Relationship Type="http://schemas.openxmlformats.org/officeDocument/2006/relationships/image" Target="/ppt/media/image9.svg" Id="R05a9fe4b1e654669" /><Relationship Type="http://schemas.openxmlformats.org/officeDocument/2006/relationships/notesSlide" Target="/ppt/notesSlides/notesSlide7.xml" Id="Rdc98fe6c557b43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409cc9e32d8451b" /><Relationship Type="http://schemas.openxmlformats.org/officeDocument/2006/relationships/image" Target="/ppt/media/image7.png" Id="Re38eb9f3c820428c" /><Relationship Type="http://schemas.openxmlformats.org/officeDocument/2006/relationships/image" Target="/ppt/media/image7.svg" Id="R1b79433e46444ca8" /><Relationship Type="http://schemas.openxmlformats.org/officeDocument/2006/relationships/image" Target="/ppt/media/image8.png" Id="R07b63b23aa354260" /><Relationship Type="http://schemas.openxmlformats.org/officeDocument/2006/relationships/image" Target="/ppt/media/image8.svg" Id="R330b37d218864a32" /><Relationship Type="http://schemas.openxmlformats.org/officeDocument/2006/relationships/image" Target="/ppt/media/image.png" Id="R24d2faeb2a19446a" /><Relationship Type="http://schemas.openxmlformats.org/officeDocument/2006/relationships/image" Target="/ppt/media/image.svg" Id="R1aadbd3137064524" /><Relationship Type="http://schemas.openxmlformats.org/officeDocument/2006/relationships/image" Target="/ppt/media/image9.png" Id="Raaead3864f3d49a6" /><Relationship Type="http://schemas.openxmlformats.org/officeDocument/2006/relationships/image" Target="/ppt/media/image9.svg" Id="R85f32930fd4c42dc" /><Relationship Type="http://schemas.openxmlformats.org/officeDocument/2006/relationships/notesSlide" Target="/ppt/notesSlides/notesSlide8.xml" Id="R3fe05e0dcad242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843b902e20a4107" /><Relationship Type="http://schemas.openxmlformats.org/officeDocument/2006/relationships/image" Target="/ppt/media/image5.png" Id="R500aec40467840e4" /><Relationship Type="http://schemas.openxmlformats.org/officeDocument/2006/relationships/image" Target="/ppt/media/image5.svg" Id="Rc3fd54eaffc74ae8" /><Relationship Type="http://schemas.openxmlformats.org/officeDocument/2006/relationships/image" Target="/ppt/media/image6.png" Id="R069024e6faad40e8" /><Relationship Type="http://schemas.openxmlformats.org/officeDocument/2006/relationships/image" Target="/ppt/media/image6.svg" Id="R76c3d5c81bf34113" /><Relationship Type="http://schemas.openxmlformats.org/officeDocument/2006/relationships/notesSlide" Target="/ppt/notesSlides/notesSlide9.xml" Id="R7c9111f6106d4d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ea4aa46780b4c22" /><Relationship Type="http://schemas.openxmlformats.org/officeDocument/2006/relationships/image" Target="/ppt/media/image.png" Id="R17a89d87670d4d2e" /><Relationship Type="http://schemas.openxmlformats.org/officeDocument/2006/relationships/image" Target="/ppt/media/image.svg" Id="R09fbbd5f0d884909" /><Relationship Type="http://schemas.openxmlformats.org/officeDocument/2006/relationships/image" Target="/ppt/media/image2.png" Id="R3dc9db6cc9f04380" /><Relationship Type="http://schemas.openxmlformats.org/officeDocument/2006/relationships/image" Target="/ppt/media/image2.svg" Id="R045543560c61495c" /><Relationship Type="http://schemas.openxmlformats.org/officeDocument/2006/relationships/image" Target="/ppt/media/image3.png" Id="Re3646330d6334cd8" /><Relationship Type="http://schemas.openxmlformats.org/officeDocument/2006/relationships/image" Target="/ppt/media/image3.svg" Id="R8a613033ec0f4f19" /><Relationship Type="http://schemas.openxmlformats.org/officeDocument/2006/relationships/image" Target="/ppt/media/image4.png" Id="Rd0e09d2ea31d4f2a" /><Relationship Type="http://schemas.openxmlformats.org/officeDocument/2006/relationships/image" Target="/ppt/media/image4.svg" Id="Rbda85e98e8f44052" /><Relationship Type="http://schemas.openxmlformats.org/officeDocument/2006/relationships/notesSlide" Target="/ppt/notesSlides/notesSlide10.xml" Id="Re552589551974d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F6408B38-7B39-4818-ABD3-C32C9204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A1CD72B-3514-4ADA-BF2F-436D465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9BB6160-A660-45DA-B38F-8E09AFE8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EB3B775-8316-438D-B078-F16B5A6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84B35F7-7A1A-4B6F-94B4-9CF08BCF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1834B8E-69A8-4C29-A36A-016DBF71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CCD889DE-D284-4004-BB36-4584E131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09D8E64-4919-4BF2-8DB4-E023FA3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5D7A1BF-1B03-4F0B-B156-A83A2ABA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41160568-C333-4C42-80B8-33754D2C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1FFAF3C-5CC2-47A1-94C7-601F84BD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CB3A589-BF09-432E-BACF-3E6C6281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4F27B9C-DAC4-47E8-8EC6-A14A9E01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F1DF97BD-662A-4FCD-9D28-9F48B40D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317fb068745fd">
            <a:extLst>
              <a:ext uri="{96DAC541-7B7A-43D3-8B79-37D633B846F1}">
                <asvg:svgBlip xmlns:asvg="http://schemas.microsoft.com/office/drawing/2016/SVG/main" r:embed="R78ce7089f2164a11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AE19EC9-2629-4CDD-BEFC-8D6F05C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CDA04165-2400-41EC-8737-54A9CCB6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由资深金融专家、税务筹划师、法律顾问组成的复合型服务团队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CCFB257-7187-4642-8646-F6690E28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95356F88-A61D-48B0-8849-11F28D12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31c190cab4ad3">
            <a:extLst>
              <a:ext uri="{96DAC541-7B7A-43D3-8B79-37D633B846F1}">
                <asvg:svgBlip xmlns:asvg="http://schemas.microsoft.com/office/drawing/2016/SVG/main" r:embed="Ra5466f62b33540ed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53D37FC-84A2-4532-8136-F3ABB279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846EB328-733B-411C-B3C4-EC4019EA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9F7A5761-A58B-4B95-BFB9-4B4406D3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76BAAE5C-83A9-4353-B2B9-3F68A495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3d690b55840b3">
            <a:extLst>
              <a:ext uri="{96DAC541-7B7A-43D3-8B79-37D633B846F1}">
                <asvg:svgBlip xmlns:asvg="http://schemas.microsoft.com/office/drawing/2016/SVG/main" r:embed="Rbed4b1c25b004de1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B69610A6-6988-47B5-AE48-4C53C5C4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589CB654-A2E6-4D63-B897-CC4E80E5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DABD984-2CDF-4993-88EC-E65B0E68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0DBF13C7-B55F-482D-8A19-6B273D6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3ce53dcd1467f">
            <a:extLst>
              <a:ext uri="{96DAC541-7B7A-43D3-8B79-37D633B846F1}">
                <asvg:svgBlip xmlns:asvg="http://schemas.microsoft.com/office/drawing/2016/SVG/main" r:embed="Ra75979b0919c4380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2F3B45B2-1ED3-4672-A629-35E7ED4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7CB4929B-0763-4AD7-AA16-4BCAA043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20942956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6004D34-DD98-4BE0-AE7A-B9A74B02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939384B5-438B-48BA-961D-1E303BF3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12F86BC-D073-4896-A178-14237AE5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我们的服务体系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2B54397-4FE8-4600-AA4E-86B39161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689B891-80E4-4D73-87EF-6CC57EA8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D64EA402-AA98-4E41-B4A8-FEA0C20B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ACFA066-D07C-4D2E-8CA3-45218B19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BBF1F1C-B9F0-45AC-91E2-83D7C995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7D07A5D-CBA0-444B-9D9C-0D30A4F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427B17A-4EE5-4527-B91D-18978A3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9475201-F651-4B26-B2AD-61E6148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5EBDD56-3A48-4613-AA86-AAECE258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B39EF643-9EDF-4543-9C26-D43EE09D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9685C5C-4F3A-4E5D-ABEB-5AD378F3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2726A3A-D36F-48BC-85FC-26F97E6E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BD2624D-C301-4480-A9C3-02046494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AE1AA2C-8DDF-4B35-B31F-57A3061E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806E8D9-5BF8-47C0-B092-9EE325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70AC669-590D-4A92-8F98-4F11C134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B5711E3D-DA09-4F37-A1F4-F07F8770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B450A2FD-4F9A-4B46-A551-C87F6122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DD0F5E2-1F8A-49BF-AA52-C248208A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388A3510-4DFB-419B-B681-8366CD5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98A15462-6A88-45D5-AFFE-820F8329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E1DDA4B5-2D94-46EC-93AC-2948C014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E12DAAF3-7748-4BD1-8B30-D7E55229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7443876-CBAA-4239-B7D8-8A7AACC2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22A4B2E-DEF0-478C-A4C1-5174671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FC21A227-1F23-4516-8446-BAF3B90D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48AA81F4-3C08-438C-81AB-6067715E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f29b18be7415c">
            <a:extLst>
              <a:ext uri="{96DAC541-7B7A-43D3-8B79-37D633B846F1}">
                <asvg:svgBlip xmlns:asvg="http://schemas.microsoft.com/office/drawing/2016/SVG/main" r:embed="R20fbd2f207104801"/>
              </a:ext>
            </a:extLst>
          </a:blip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CDD85F95-0AF4-48CC-B225-F4DD1406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F6D80F2E-4CDA-48D0-BA29-CE1318FA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每位客户配备资深客户经理，深入了解您的财务状况与人生目标，提供量身定制的财富管理方案与全程陪伴式服务。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5AC9868D-2B1F-4D36-A7E7-6525E88C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2013BBE-5537-472A-84F0-AB36C1D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77443ebf74121">
            <a:extLst>
              <a:ext uri="{96DAC541-7B7A-43D3-8B79-37D633B846F1}">
                <asvg:svgBlip xmlns:asvg="http://schemas.microsoft.com/office/drawing/2016/SVG/main" r:embed="Rab726baabafc4e38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F4BABF0F-B23C-49E4-A69A-008EC2D0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A4771E2-C137-415D-BDA2-34EA52DD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全天候专业团队在线响应，无论市场波动还是紧急需求，第一时间为您提供专业咨询与解决方案，守护财富安全。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BFD66CE-1C5A-406F-9372-9FC4FDA1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447EB37C-47B1-4096-96B7-4ED668FB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77443ebf74121">
            <a:extLst>
              <a:ext uri="{96DAC541-7B7A-43D3-8B79-37D633B846F1}">
                <asvg:svgBlip xmlns:asvg="http://schemas.microsoft.com/office/drawing/2016/SVG/main" r:embed="Rab726baabafc4e38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E5FCD4A0-DB1D-495A-93CF-F12AC9E4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28DA3ACB-025F-47AF-BB97-3FE71BC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CA1C37B3-4091-4124-A560-B0BEBC9F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19E19DBD-9AB7-4ED1-A7CF-694191CD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277443ebf74121">
            <a:extLst>
              <a:ext uri="{96DAC541-7B7A-43D3-8B79-37D633B846F1}">
                <asvg:svgBlip xmlns:asvg="http://schemas.microsoft.com/office/drawing/2016/SVG/main" r:embed="Rab726baabafc4e38"/>
              </a:ext>
            </a:extLst>
          </a:blip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4B7D092-9A72-4033-8E20-A9034C6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6B93F289-42E6-47DB-9717-E925434D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4255606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931A800-F0A1-4E95-91D1-AF0101C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0D4B7D8-98BA-4DBA-970C-9995DE1A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F2064E2-E66C-42AF-B4F2-24D5808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39A354D-C937-4F15-8793-749B41FD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DD993E7-F6A8-403B-B20E-E768D7E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afed39a884485">
            <a:extLst>
              <a:ext uri="{96DAC541-7B7A-43D3-8B79-37D633B846F1}">
                <asvg:svgBlip xmlns:asvg="http://schemas.microsoft.com/office/drawing/2016/SVG/main" r:embed="Rceb40bc01c294127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B553E64-78F9-4042-AAA0-35D4C3B3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A3C976ED-CF72-4EEC-91C3-1C71B186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F65E1D2-749F-4795-8AF8-8BED86A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13019E1-2A16-465D-8211-07BF8846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0A73322-8543-402F-B115-3E43788C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32AD1B92-9242-46E3-AFB7-6CB9933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0D90986-6AB4-41D0-8302-994BEDA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B9AB3266-C05A-48AB-AEAD-F956EA2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6C3245C-BB92-4472-8387-EF1F5036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6409842-C2D1-4032-8F8B-2278613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109c4c89b418e">
            <a:extLst>
              <a:ext uri="{96DAC541-7B7A-43D3-8B79-37D633B846F1}">
                <asvg:svgBlip xmlns:asvg="http://schemas.microsoft.com/office/drawing/2016/SVG/main" r:embed="R14434dbcb69542c2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D7754C8-F3F8-4959-B721-98A6EC3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85286E1-D41D-486D-B72A-C897791E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35AF088-072C-4523-9B48-EE475CA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f2176ca0048b9">
            <a:extLst>
              <a:ext uri="{96DAC541-7B7A-43D3-8B79-37D633B846F1}">
                <asvg:svgBlip xmlns:asvg="http://schemas.microsoft.com/office/drawing/2016/SVG/main" r:embed="R92ae0a083e8147c9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2E6EAE1-4DEA-4A7B-B9F6-2ADB6E6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508E865-8F71-4C3F-AB56-C977DC08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620EC2D-C036-49F0-9752-F382327B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14DB15C2-519F-4B3C-B5DF-4815EA85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47a7dfbd74c1b">
            <a:extLst>
              <a:ext uri="{96DAC541-7B7A-43D3-8B79-37D633B846F1}">
                <asvg:svgBlip xmlns:asvg="http://schemas.microsoft.com/office/drawing/2016/SVG/main" r:embed="R8b9530172ee547fe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2C3C3FC-6F77-483D-AFE2-D3B5186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8E673F4-767C-4555-9F1C-6E49C9A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211331EF-FCE9-44F1-83C2-29554288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47a7dfbd74c1b">
            <a:extLst>
              <a:ext uri="{96DAC541-7B7A-43D3-8B79-37D633B846F1}">
                <asvg:svgBlip xmlns:asvg="http://schemas.microsoft.com/office/drawing/2016/SVG/main" r:embed="R8b9530172ee547fe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55276CC-354F-4E70-A0BD-2D65809C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F0797D0-BE07-4839-AB95-AFF4756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C3358276-D161-4DF4-AF87-2A71BC1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47a7dfbd74c1b">
            <a:extLst>
              <a:ext uri="{96DAC541-7B7A-43D3-8B79-37D633B846F1}">
                <asvg:svgBlip xmlns:asvg="http://schemas.microsoft.com/office/drawing/2016/SVG/main" r:embed="R8b9530172ee547fe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AA32B2F-68EE-4C77-BE96-CCA1D49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6C9AB7A-EA9E-427D-B420-536CDC4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142DD4DE-A57F-438E-AAAD-EA443A63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47a7dfbd74c1b">
            <a:extLst>
              <a:ext uri="{96DAC541-7B7A-43D3-8B79-37D633B846F1}">
                <asvg:svgBlip xmlns:asvg="http://schemas.microsoft.com/office/drawing/2016/SVG/main" r:embed="R8b9530172ee547fe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39F5C2C-4F9F-420C-964B-E34AC96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BAAD644-A8CF-49EC-B25B-DD121E3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540904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79BA207-5594-4666-83DB-3810AAE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43C97A0-F010-48D9-91EA-18A7A54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C4A2D0F-0CFB-4B2F-87DA-665EB9F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产品定位：家族传承的智慧之选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3BC0581-157A-4ADC-BB0A-48416BD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E69F9B8-EC64-4ECF-95DC-9B88C39C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389D1FD-19F3-4C54-9E59-56A3B24E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916ff931e4cb1">
            <a:extLst>
              <a:ext uri="{96DAC541-7B7A-43D3-8B79-37D633B846F1}">
                <asvg:svgBlip xmlns:asvg="http://schemas.microsoft.com/office/drawing/2016/SVG/main" r:embed="Rd053e20b732248cd"/>
              </a:ext>
            </a:extLst>
          </a:blip>
          <a:srcRect xmlns:a="http://schemas.openxmlformats.org/drawingml/2006/main" l="-6522" t="-3067" r="-6522" b="-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EC5EE5B-3E8D-4326-809F-498F147F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FE835EB-DB08-49E5-9CDB-7CC8F477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B486BC8-C19E-4C1C-9A62-2BD866FE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B7F19DA-4280-487E-A900-BA4484C3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B796574-FEA7-47CA-A892-664940E8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A4A3B29-8BE1-4009-91E6-178FBCCA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dae5567304416">
            <a:extLst>
              <a:ext uri="{96DAC541-7B7A-43D3-8B79-37D633B846F1}">
                <asvg:svgBlip xmlns:asvg="http://schemas.microsoft.com/office/drawing/2016/SVG/main" r:embed="Raf41a0a6d111446e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F8B19F4-6EBA-4DDE-98FE-74092A70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263EA3D-B74A-43B2-84B6-AB7D06D1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FA2E907E-148C-400B-95B4-EEC0A8E2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6D494F5D-0BB0-41EE-AD5A-E7837737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dae5567304416">
            <a:extLst>
              <a:ext uri="{96DAC541-7B7A-43D3-8B79-37D633B846F1}">
                <asvg:svgBlip xmlns:asvg="http://schemas.microsoft.com/office/drawing/2016/SVG/main" r:embed="Raf41a0a6d111446e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0CD1E0D-7EE5-421C-8D6C-02571ED4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5AD5E43-5619-4AEB-B82C-7F0712BC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1D3E311-02D7-449E-BD52-9623B81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EA213A9-C599-4F35-A157-E6D664DB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dae5567304416">
            <a:extLst>
              <a:ext uri="{96DAC541-7B7A-43D3-8B79-37D633B846F1}">
                <asvg:svgBlip xmlns:asvg="http://schemas.microsoft.com/office/drawing/2016/SVG/main" r:embed="Raf41a0a6d111446e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ED9F652-B157-47E2-B2D0-37575EE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5380D53-A162-4E8E-B9E6-C58EF6AC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DEA97DA6-8888-421D-86BE-9C42E2B2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9C519D2-2744-4473-A23D-C095A054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dae5567304416">
            <a:extLst>
              <a:ext uri="{96DAC541-7B7A-43D3-8B79-37D633B846F1}">
                <asvg:svgBlip xmlns:asvg="http://schemas.microsoft.com/office/drawing/2016/SVG/main" r:embed="Raf41a0a6d111446e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00CA6425-120B-439F-B069-92A7A6A8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9A1CE16-848B-498F-BAEA-06C152A5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9E2074B9-A6C9-4CF6-9C94-3678BF20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ACDE14E2-E4E2-4E86-9F7D-F1A0076E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27d79ecce47a9">
            <a:extLst>
              <a:ext uri="{96DAC541-7B7A-43D3-8B79-37D633B846F1}">
                <asvg:svgBlip xmlns:asvg="http://schemas.microsoft.com/office/drawing/2016/SVG/main" r:embed="R240d57cfa9f34717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5CA5B9C-8656-4B69-9EF4-4546DC81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8456E3C2-FD4B-461B-A369-91863D80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40EAAC41-2BA1-4768-A86E-8768C2FA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74e8af8f74ce7">
            <a:extLst>
              <a:ext uri="{96DAC541-7B7A-43D3-8B79-37D633B846F1}">
                <asvg:svgBlip xmlns:asvg="http://schemas.microsoft.com/office/drawing/2016/SVG/main" r:embed="Rc7f9a9c7e977432d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22C7F51-A359-4AD5-9AA8-FE74292C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71AB7720-1068-4A47-81D3-7C410FF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81a59a6084981">
            <a:extLst>
              <a:ext uri="{96DAC541-7B7A-43D3-8B79-37D633B846F1}">
                <asvg:svgBlip xmlns:asvg="http://schemas.microsoft.com/office/drawing/2016/SVG/main" r:embed="Rc18214ad85ca4c51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E7EB2A4-F635-4A01-A1DB-76FF988F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D6C9350A-A47F-4FEE-BE41-5D3B8D8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8598286344f6f">
            <a:extLst>
              <a:ext uri="{96DAC541-7B7A-43D3-8B79-37D633B846F1}">
                <asvg:svgBlip xmlns:asvg="http://schemas.microsoft.com/office/drawing/2016/SVG/main" r:embed="Rf62dea5769544195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9027F709-E352-499B-82C9-E5F09A5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2202633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4034B0C4-E30E-467F-9600-C451032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B75D98BA-01F2-4056-8FD4-63CADD47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92B0926-0281-479F-9E58-A600C2D5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产品亮点一：确定性增长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9CF2D526-E045-48C5-BD27-7DDEE1AD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920740" cy="40290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F83DB0A-8EB2-47D4-9375-1A6C4665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04925"/>
            <a:ext cx="5530234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现金价值三阶段增长趋势</a:t>
            </a: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70c99783d4c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" y="1718945"/>
            <a:ext cx="5534025" cy="3228975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/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</p:pic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EBEAB838-50AC-4EE1-BC0C-7DE97BCF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5131829B-9A05-4217-95E5-B500F49C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20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前期特征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F7752C9B-30FB-44BC-B3BC-2CE76973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97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快速积累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B2C39486-390D-4A3A-A9AF-95CFEE18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00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C875AB8D-2EA7-4954-AA9C-ADD6A221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04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中期特征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DA7DCD4B-5A68-4007-9E4F-1482F058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3280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复利效应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FF2935FD-8DB5-450A-AAAE-E969C4F2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455" y="5338445"/>
            <a:ext cx="1840230" cy="11334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BEC2D6E2-D54A-464D-B1AF-7729AC5D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988" y="5595938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后期特征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F5CA79A-5785-44ED-97C3-C2760572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3564" y="586263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长期优势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59735A10-F5B6-42F7-8E60-AF1F7C8B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11093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74EFE41A-5A69-45E2-8D7D-EAF8E832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654" y="1724292"/>
            <a:ext cx="3657600" cy="4200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确定性收益成为稀缺资源</a:t>
            </a: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D6A7CFF8-6D9E-454D-8430-601D7851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29635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5E61BEF0-5926-46DC-90E6-C9230020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35807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a48c8295340be">
            <a:extLst>
              <a:ext uri="{96DAC541-7B7A-43D3-8B79-37D633B846F1}">
                <asvg:svgBlip xmlns:asvg="http://schemas.microsoft.com/office/drawing/2016/SVG/main" r:embed="R1eb21d5ff2f640e3"/>
              </a:ext>
            </a:extLst>
          </a:blip>
          <a:srcRect xmlns:a="http://schemas.openxmlformats.org/drawingml/2006/main" l="-5556" t="-2632" r="-5556" b="-26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36950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53880C7E-1B37-4595-87B6-4CBC89E7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417017"/>
            <a:ext cx="391856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合同约定，不受市场波动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5AC01145-4986-4833-BB51-0ED59C5F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3707530"/>
            <a:ext cx="391856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现金价值按合同稳步增长，为客户提供确定的未来收益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D8052F01-4DBB-409E-9961-9325F15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910" y="4817745"/>
            <a:ext cx="4842510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958CD878-DBEB-4472-9AB4-D4E36AB2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4349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cba48f7d704947">
            <a:extLst>
              <a:ext uri="{96DAC541-7B7A-43D3-8B79-37D633B846F1}">
                <asvg:svgBlip xmlns:asvg="http://schemas.microsoft.com/office/drawing/2016/SVG/main" r:embed="R02e914a709514042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2790" y="554926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5AEDCCCB-4507-4870-A152-11D0EE74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385492"/>
            <a:ext cx="3429076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利率下行环境的安心保障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776289DC-E742-4CED-931B-6BE5DFB7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909" y="5676005"/>
            <a:ext cx="36005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在市场不确定性增加时，确定性优势更加凸显</a:t>
            </a:r>
          </a:p>
        </p:txBody>
      </p:sp>
    </p:spTree>
    <p:extLst>
      <p:ext uri="{BB962C8B-B14F-4D97-AF65-F5344CB8AC3E}">
        <p14:creationId xmlns:p14="http://schemas.microsoft.com/office/powerpoint/2010/main" val="16035396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79BA207-5594-4666-83DB-3810AAEE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43C97A0-F010-48D9-91EA-18A7A54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C4A2D0F-0CFB-4B2F-87DA-665EB9F0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产品定位：家族传承的智慧之选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C3BC0581-157A-4ADC-BB0A-48416BDF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5241" y="1104900"/>
            <a:ext cx="369376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核心价值主张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AE69F9B8-EC64-4ECF-95DC-9B88C39C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315658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1389D1FD-19F3-4C54-9E59-56A3B24E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270" y="215265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0826199534872">
            <a:extLst>
              <a:ext uri="{96DAC541-7B7A-43D3-8B79-37D633B846F1}">
                <asvg:svgBlip xmlns:asvg="http://schemas.microsoft.com/office/drawing/2016/SVG/main" r:embed="R5a18d21d3d304c84"/>
              </a:ext>
            </a:extLst>
          </a:blip>
          <a:srcRect xmlns:a="http://schemas.openxmlformats.org/drawingml/2006/main" l="-6522" t="-3067" r="-6522" b="-3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0095" y="2271395"/>
            <a:ext cx="247650" cy="252730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3EC5EE5B-3E8D-4326-809F-498F147F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2784158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产品本质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7FE835EB-DB08-49E5-9CDB-7CC8F477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07" y="3271838"/>
            <a:ext cx="2667000" cy="1395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indent="95250" algn="ctr">
              <a:lnSpc>
                <a:spcPct val="150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兼具保障与传承功能的终身寿险，通过科学精算设计，为高净值家庭提供长期稳定的财富管理工具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BB486BC8-C19E-4C1C-9A62-2BD866FE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924425"/>
            <a:ext cx="1371600" cy="5048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5B7F19DA-4280-487E-A900-BA4484C3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757" y="50006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终身寿险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1B796574-FEA7-47CA-A892-664940E8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1676400"/>
            <a:ext cx="3684270" cy="10483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A4A3B29-8BE1-4009-91E6-178FBCCA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18713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3f7385c2c4d34">
            <a:extLst>
              <a:ext uri="{96DAC541-7B7A-43D3-8B79-37D633B846F1}">
                <asvg:svgBlip xmlns:asvg="http://schemas.microsoft.com/office/drawing/2016/SVG/main" r:embed="R40cd96532e6641df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19812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2F8B19F4-6EBA-4DDE-98FE-74092A70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1871663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确定性利益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263EA3D-B74A-43B2-84B6-AB7D06D1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2124075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合同约定现金价值增长，锁定长期收益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FA2E907E-148C-400B-95B4-EEC0A8E2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292481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6D494F5D-0BB0-41EE-AD5A-E7837737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312039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3f7385c2c4d34">
            <a:extLst>
              <a:ext uri="{96DAC541-7B7A-43D3-8B79-37D633B846F1}">
                <asvg:svgBlip xmlns:asvg="http://schemas.microsoft.com/office/drawing/2016/SVG/main" r:embed="R40cd96532e6641df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322961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A0CD1E0D-7EE5-421C-8D6C-02571ED4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120628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灵活性设计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55AD5E43-5619-4AEB-B82C-7F0712BC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3373041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支持多种提领方式，满足不同人生阶段需求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51D3E311-02D7-449E-BD52-9623B81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4173855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1EA213A9-C599-4F35-A157-E6D664DB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436943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3f7385c2c4d34">
            <a:extLst>
              <a:ext uri="{96DAC541-7B7A-43D3-8B79-37D633B846F1}">
                <asvg:svgBlip xmlns:asvg="http://schemas.microsoft.com/office/drawing/2016/SVG/main" r:embed="R40cd96532e6641df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4478655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ED9F652-B157-47E2-B2D0-37575EE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369594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传承性安排</a:t>
            </a: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F5380D53-A162-4E8E-B9E6-C58EF6AC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4622006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指定受益人，实现定向传承，避免纠纷</a:t>
            </a: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DEA97DA6-8888-421D-86BE-9C42E2B2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9705" y="5422900"/>
            <a:ext cx="3684270" cy="10490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19C519D2-2744-4473-A23D-C095A054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4650" y="56184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3f7385c2c4d34">
            <a:extLst>
              <a:ext uri="{96DAC541-7B7A-43D3-8B79-37D633B846F1}">
                <asvg:svgBlip xmlns:asvg="http://schemas.microsoft.com/office/drawing/2016/SVG/main" r:embed="R40cd96532e6641df"/>
              </a:ext>
            </a:extLst>
          </a:blip>
          <a:srcRect xmlns:a="http://schemas.openxmlformats.org/drawingml/2006/main" l="-4314" t="-15625" r="-4314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06570" y="572770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00CA6425-120B-439F-B069-92A7A6A8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618559"/>
            <a:ext cx="276031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安全性保障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99A1CE16-848B-498F-BAEA-06C152A5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666" y="5870972"/>
            <a:ext cx="2760317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保险合同法律保护，资产隔离功能显著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9E2074B9-A6C9-4CF6-9C94-3678BF20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150" y="1109345"/>
            <a:ext cx="3684270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ACDE14E2-E4E2-4E86-9F7D-F1A0076E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635" y="224282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3e7369715464a">
            <a:extLst>
              <a:ext uri="{96DAC541-7B7A-43D3-8B79-37D633B846F1}">
                <asvg:svgBlip xmlns:asvg="http://schemas.microsoft.com/office/drawing/2016/SVG/main" r:embed="Rdcdf11ae91cc4d0e"/>
              </a:ext>
            </a:extLst>
          </a:blip>
          <a:srcRect xmlns:a="http://schemas.openxmlformats.org/drawingml/2006/main" l="-7500" t="-5139" r="-7500" b="-51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63430" y="2362200"/>
            <a:ext cx="219075" cy="252095"/>
          </a:xfrm>
          <a:prstGeom xmlns:a="http://schemas.openxmlformats.org/drawingml/2006/main" prst="rect">
            <a:avLst/>
          </a:prstGeom>
        </p:spPr>
      </p:pic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5CA5B9C-8656-4B69-9EF4-4546DC81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786" y="2874645"/>
            <a:ext cx="13335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</a:pPr>
            <a:r>
              <a:rPr sz="21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适用人群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8456E3C2-FD4B-461B-A369-91863D80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9536" y="3362325"/>
            <a:ext cx="3048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追求长期稳健收益、重视家族财富传承、希望实现资产多元化配置的高净值客户</a:t>
            </a:r>
          </a:p>
        </p:txBody>
      </p:sp>
      <p:sp>
        <p:nvSpPr>
          <p:cNvPr id="40" name="任意多边形 39">
            <a:extLst xmlns:a="http://schemas.openxmlformats.org/drawingml/2006/main">
              <a:ext uri="{FF2B5EF4-FFF2-40B4-BE49-F238E27FC236}">
                <a16:creationId xmlns:a16="http://schemas.microsoft.com/office/drawing/2014/main" id="{40EAAC41-2BA1-4768-A86E-8768C2FA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1814df74c4e89">
            <a:extLst>
              <a:ext uri="{96DAC541-7B7A-43D3-8B79-37D633B846F1}">
                <asvg:svgBlip xmlns:asvg="http://schemas.microsoft.com/office/drawing/2016/SVG/main" r:embed="Rfeab55181ca14d64"/>
              </a:ext>
            </a:extLst>
          </a:blip>
          <a:srcRect xmlns:a="http://schemas.openxmlformats.org/drawingml/2006/main" l="0" t="-7143" r="0" b="-71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735" y="46577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22C7F51-A359-4AD5-9AA8-FE74292C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5269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追求稳健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71AB7720-1068-4A47-81D3-7C410FFC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1385" y="4557395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1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4ec57039d4815">
            <a:extLst>
              <a:ext uri="{96DAC541-7B7A-43D3-8B79-37D633B846F1}">
                <asvg:svgBlip xmlns:asvg="http://schemas.microsoft.com/office/drawing/2016/SVG/main" r:embed="R8301d5350757477f"/>
              </a:ext>
            </a:extLst>
          </a:blip>
          <a:srcRect xmlns:a="http://schemas.openxmlformats.org/drawingml/2006/main" l="0" t="-3333" r="0" b="-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35210" y="4657725"/>
            <a:ext cx="171450" cy="15240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9E7EB2A4-F635-4A01-A1DB-76FF988F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336" y="4633913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重视传承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D6C9350A-A47F-4FEE-BE41-5D3B8D8F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885" y="4986020"/>
            <a:ext cx="10668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4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40391ea3f4fec">
            <a:extLst>
              <a:ext uri="{96DAC541-7B7A-43D3-8B79-37D633B846F1}">
                <asvg:svgBlip xmlns:asvg="http://schemas.microsoft.com/office/drawing/2016/SVG/main" r:embed="R450de33228fb4635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3235" y="50863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9027F709-E352-499B-82C9-E5F09A5E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769" y="50625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多元配置</a:t>
            </a:r>
          </a:p>
        </p:txBody>
      </p:sp>
    </p:spTree>
    <p:extLst>
      <p:ext uri="{BB962C8B-B14F-4D97-AF65-F5344CB8AC3E}">
        <p14:creationId xmlns:p14="http://schemas.microsoft.com/office/powerpoint/2010/main" val="12202633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931A800-F0A1-4E95-91D1-AF0101C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0D4B7D8-98BA-4DBA-970C-9995DE1A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F2064E2-E66C-42AF-B4F2-24D5808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39A354D-C937-4F15-8793-749B41FD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DD993E7-F6A8-403B-B20E-E768D7E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dde59e317b4c37">
            <a:extLst>
              <a:ext uri="{96DAC541-7B7A-43D3-8B79-37D633B846F1}">
                <asvg:svgBlip xmlns:asvg="http://schemas.microsoft.com/office/drawing/2016/SVG/main" r:embed="R9e55e9dbd41f4c2f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B553E64-78F9-4042-AAA0-35D4C3B3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A3C976ED-CF72-4EEC-91C3-1C71B186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F65E1D2-749F-4795-8AF8-8BED86A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13019E1-2A16-465D-8211-07BF8846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0A73322-8543-402F-B115-3E43788C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32AD1B92-9242-46E3-AFB7-6CB9933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0D90986-6AB4-41D0-8302-994BEDA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B9AB3266-C05A-48AB-AEAD-F956EA2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6C3245C-BB92-4472-8387-EF1F5036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6409842-C2D1-4032-8F8B-2278613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96ec8647243c3">
            <a:extLst>
              <a:ext uri="{96DAC541-7B7A-43D3-8B79-37D633B846F1}">
                <asvg:svgBlip xmlns:asvg="http://schemas.microsoft.com/office/drawing/2016/SVG/main" r:embed="Rc6cc63d99e5f4adf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D7754C8-F3F8-4959-B721-98A6EC3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85286E1-D41D-486D-B72A-C897791E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35AF088-072C-4523-9B48-EE475CA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dba965f2d48c0">
            <a:extLst>
              <a:ext uri="{96DAC541-7B7A-43D3-8B79-37D633B846F1}">
                <asvg:svgBlip xmlns:asvg="http://schemas.microsoft.com/office/drawing/2016/SVG/main" r:embed="R6419cee7a39d4b80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2E6EAE1-4DEA-4A7B-B9F6-2ADB6E6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508E865-8F71-4C3F-AB56-C977DC08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620EC2D-C036-49F0-9752-F382327B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14DB15C2-519F-4B3C-B5DF-4815EA85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cb355b7b1443f">
            <a:extLst>
              <a:ext uri="{96DAC541-7B7A-43D3-8B79-37D633B846F1}">
                <asvg:svgBlip xmlns:asvg="http://schemas.microsoft.com/office/drawing/2016/SVG/main" r:embed="R05a9fe4b1e654669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2C3C3FC-6F77-483D-AFE2-D3B5186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8E673F4-767C-4555-9F1C-6E49C9A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211331EF-FCE9-44F1-83C2-29554288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cb355b7b1443f">
            <a:extLst>
              <a:ext uri="{96DAC541-7B7A-43D3-8B79-37D633B846F1}">
                <asvg:svgBlip xmlns:asvg="http://schemas.microsoft.com/office/drawing/2016/SVG/main" r:embed="R05a9fe4b1e654669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55276CC-354F-4E70-A0BD-2D65809C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F0797D0-BE07-4839-AB95-AFF4756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C3358276-D161-4DF4-AF87-2A71BC1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cb355b7b1443f">
            <a:extLst>
              <a:ext uri="{96DAC541-7B7A-43D3-8B79-37D633B846F1}">
                <asvg:svgBlip xmlns:asvg="http://schemas.microsoft.com/office/drawing/2016/SVG/main" r:embed="R05a9fe4b1e654669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AA32B2F-68EE-4C77-BE96-CCA1D49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6C9AB7A-EA9E-427D-B420-536CDC4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142DD4DE-A57F-438E-AAAD-EA443A63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cb355b7b1443f">
            <a:extLst>
              <a:ext uri="{96DAC541-7B7A-43D3-8B79-37D633B846F1}">
                <asvg:svgBlip xmlns:asvg="http://schemas.microsoft.com/office/drawing/2016/SVG/main" r:embed="R05a9fe4b1e654669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39F5C2C-4F9F-420C-964B-E34AC96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BAAD644-A8CF-49EC-B25B-DD121E3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540904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7931A800-F0A1-4E95-91D1-AF0101C7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C0D4B7D8-98BA-4DBA-970C-9995DE1A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F2064E2-E66C-42AF-B4F2-24D5808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市场洞察：高净值家庭的传承挑战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039A354D-C937-4F15-8793-749B41FD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4900"/>
            <a:ext cx="11049000" cy="1565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BDD993E7-F6A8-403B-B20E-E768D7E7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39570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eb9f3c820428c">
            <a:extLst>
              <a:ext uri="{96DAC541-7B7A-43D3-8B79-37D633B846F1}">
                <asvg:svgBlip xmlns:asvg="http://schemas.microsoft.com/office/drawing/2016/SVG/main" r:embed="R1b79433e46444ca8"/>
              </a:ext>
            </a:extLst>
          </a:blip>
          <a:srcRect xmlns:a="http://schemas.openxmlformats.org/drawingml/2006/main" l="-2083" t="-6818" r="-2083" b="-6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95470" y="17684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EB553E64-78F9-4042-AAA0-35D4C3B3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85401"/>
            <a:ext cx="33528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传承之路面临</a:t>
            </a:r>
            <a:r>
              <a:rPr sz="2400" b="1">
                <a:solidFill>
                  <a:srgbClr val="D4B878"/>
                </a:solidFill>
                <a:latin typeface="微软雅黑"/>
                <a:ea typeface="微软雅黑"/>
                <a:cs typeface="微软雅黑"/>
              </a:rPr>
              <a:t>多重挑战</a:t>
            </a: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A3C976ED-CF72-4EEC-91C3-1C71B186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898775"/>
            <a:ext cx="2600325" cy="3578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9F65E1D2-749F-4795-8AF8-8BED86AA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47564"/>
            <a:ext cx="229552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亟需专业工具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E13019E1-2A16-465D-8211-07BF8846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38531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0A73322-8543-402F-B115-3E43788C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161901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专业、稳健、灵活的财富传承方案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32AD1B92-9242-46E3-AFB7-6CB99332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96633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50D90986-6AB4-41D0-8302-994BEDA6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742926"/>
            <a:ext cx="2162175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实现资产保值增值与有序传承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B9AB3266-C05A-48AB-AEAD-F956EA2C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7347" y="5400151"/>
            <a:ext cx="1825971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双重目标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35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一站达成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36C3245C-BB92-4472-8387-EF1F5036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03855"/>
            <a:ext cx="5400675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96409842-C2D1-4032-8F8B-22786130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55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b63b23aa354260">
            <a:extLst>
              <a:ext uri="{96DAC541-7B7A-43D3-8B79-37D633B846F1}">
                <asvg:svgBlip xmlns:asvg="http://schemas.microsoft.com/office/drawing/2016/SVG/main" r:embed="R330b37d218864a32"/>
              </a:ext>
            </a:extLst>
          </a:blip>
          <a:srcRect xmlns:a="http://schemas.openxmlformats.org/drawingml/2006/main" l="-1061" t="-33333" r="-1061" b="-33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3760" y="4239895"/>
            <a:ext cx="21399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4D7754C8-F3F8-4959-B721-98A6EC3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933301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市场规模持续增长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A85286E1-D41D-486D-B72A-C897791E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33339"/>
            <a:ext cx="447675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中国高净值人群规模持续扩大，家族财富传承需求日益迫切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835AF088-072C-4523-9B48-EE475CAE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568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2faeb2a19446a">
            <a:extLst>
              <a:ext uri="{96DAC541-7B7A-43D3-8B79-37D633B846F1}">
                <asvg:svgBlip xmlns:asvg="http://schemas.microsoft.com/office/drawing/2016/SVG/main" r:embed="R1aadbd3137064524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507111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02E6EAE1-4DEA-4A7B-B9F6-2ADB6E6D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90564"/>
            <a:ext cx="44767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传承需求凸显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508E865-8F71-4C3F-AB56-C977DC08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90601"/>
            <a:ext cx="4572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代际交接窗口期来临，财富有序传承成为核心议题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6620EC2D-C036-49F0-9752-F382327B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2903855"/>
            <a:ext cx="2609850" cy="35680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14DB15C2-519F-4B3C-B5DF-4815EA85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229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ad3864f3d49a6">
            <a:extLst>
              <a:ext uri="{96DAC541-7B7A-43D3-8B79-37D633B846F1}">
                <asvg:svgBlip xmlns:asvg="http://schemas.microsoft.com/office/drawing/2016/SVG/main" r:embed="R85f32930fd4c42dc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3338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B2C3C3FC-6F77-483D-AFE2-D3B5186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25086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税务风险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28E673F4-767C-4555-9F1C-6E49C9A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53686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遗产税、赠与税政策不确定性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211331EF-FCE9-44F1-83C2-29554288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6209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ad3864f3d49a6">
            <a:extLst>
              <a:ext uri="{96DAC541-7B7A-43D3-8B79-37D633B846F1}">
                <asvg:svgBlip xmlns:asvg="http://schemas.microsoft.com/office/drawing/2016/SVG/main" r:embed="R85f32930fd4c42dc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417131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55276CC-354F-4E70-A0BD-2D65809C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57552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法律风险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F0797D0-BE07-4839-AB95-AFF4756D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86152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婚姻、债务、继承纠纷频发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C3358276-D161-4DF4-AF87-2A71BC1E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89458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ad3864f3d49a6">
            <a:extLst>
              <a:ext uri="{96DAC541-7B7A-43D3-8B79-37D633B846F1}">
                <asvg:svgBlip xmlns:asvg="http://schemas.microsoft.com/office/drawing/2016/SVG/main" r:embed="R85f32930fd4c42dc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00380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FAA32B2F-68EE-4C77-BE96-CCA1D496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90040"/>
            <a:ext cx="15240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管理风险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6C9AB7A-EA9E-427D-B420-536CDC4D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8640"/>
            <a:ext cx="1676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后代缺乏财富管理能力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142DD4DE-A57F-438E-AAAD-EA443A63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72706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ad3864f3d49a6">
            <a:extLst>
              <a:ext uri="{96DAC541-7B7A-43D3-8B79-37D633B846F1}">
                <asvg:svgBlip xmlns:asvg="http://schemas.microsoft.com/office/drawing/2016/SVG/main" r:embed="R85f32930fd4c42dc"/>
              </a:ext>
            </a:extLst>
          </a:blip>
          <a:srcRect xmlns:a="http://schemas.openxmlformats.org/drawingml/2006/main" l="-2500" t="-8333" r="-2500" b="-83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1445" y="5836285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39F5C2C-4F9F-420C-964B-E34AC96B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622493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分散风险</a:t>
            </a: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BBAAD644-A8CF-49EC-B25B-DD121E3F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851093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资产配置分散，难以统一管理</a:t>
            </a:r>
          </a:p>
        </p:txBody>
      </p:sp>
    </p:spTree>
    <p:extLst>
      <p:ext uri="{BB962C8B-B14F-4D97-AF65-F5344CB8AC3E}">
        <p14:creationId xmlns:p14="http://schemas.microsoft.com/office/powerpoint/2010/main" val="11540904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86004D34-DD98-4BE0-AE7A-B9A74B02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939384B5-438B-48BA-961D-1E303BF3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12F86BC-D073-4896-A178-14237AE5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我们的服务体系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92B54397-4FE8-4600-AA4E-86B39161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110288"/>
            <a:ext cx="348615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全周期陪伴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专业化服务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 · </a:t>
            </a:r>
            <a:r>
              <a:rPr sz="1500" b="1">
                <a:solidFill>
                  <a:srgbClr val="8D624F"/>
                </a:solidFill>
                <a:latin typeface="微软雅黑"/>
                <a:ea typeface="微软雅黑"/>
                <a:cs typeface="微软雅黑"/>
              </a:rPr>
              <a:t>尊享体验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689B891-80E4-4D73-87EF-6CC57EA8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D64EA402-AA98-4E41-B4A8-FEA0C20B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182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FACFA066-D07C-4D2E-8CA3-45218B19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94593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BBF1F1C-B9F0-45AC-91E2-83D7C995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0474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财富积累期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7D07A5D-CBA0-444B-9D9C-0D30A4F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713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427B17A-4EE5-4527-B91D-18978A38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73980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科学资产配置，构建多元化投资组合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29475201-F651-4B26-B2AD-61E6148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996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E5EBDD56-3A48-4613-AA86-AAECE258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2593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专业投资规划，把握市场机遇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B39EF643-9EDF-4543-9C26-D43EE09D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9635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9685C5C-4F3A-4E5D-ABEB-5AD378F3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724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02726A3A-D36F-48BC-85FC-26F97E6E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768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8" name="文本框 17">
            <a:extLst xmlns:a="http://schemas.openxmlformats.org/drawingml/2006/main">
              <a:ext uri="{FF2B5EF4-FFF2-40B4-BE49-F238E27FC236}">
                <a16:creationId xmlns:a16="http://schemas.microsoft.com/office/drawing/2014/main" id="{3BD2624D-C301-4480-A9C3-02046494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14649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财富保值期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6AE1AA2C-8DDF-4B35-B31F-57A3061E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255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E806E8D9-5BF8-47C0-B092-9EE3250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28155"/>
            <a:ext cx="2857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稳健增值策略，平衡风险与收益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70AC669-590D-4A92-8F98-4F11C134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538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B5711E3D-DA09-4F37-A1F4-F07F8770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6767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税务优化与资产隔离，筑牢财富防线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B450A2FD-4F9A-4B46-A551-C87F6122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817745"/>
            <a:ext cx="5381625" cy="1654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7DD0F5E2-1F8A-49BF-AA52-C248208A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26660"/>
            <a:ext cx="990600" cy="3282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388A3510-4DFB-419B-B681-8366CD5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02942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98A15462-6A88-45D5-AFFE-820F8329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68823"/>
            <a:ext cx="49911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财富传承期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E1DDA4B5-2D94-46EC-93AC-2948C014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9770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E12DAAF3-7748-4BD1-8B30-D7E55229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82329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传承规划与家族治理，延续财富价值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7443876-CBAA-4239-B7D8-8A7AACC2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108065"/>
            <a:ext cx="57150" cy="571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722A4B2E-DEF0-478C-A4C1-51746711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10942"/>
            <a:ext cx="3238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慈善安排，实现社会责任与家族愿景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FC21A227-1F23-4516-8446-BAF3B90D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1109345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48AA81F4-3C08-438C-81AB-6067715E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301750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8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aec40467840e4">
            <a:extLst>
              <a:ext uri="{96DAC541-7B7A-43D3-8B79-37D633B846F1}">
                <asvg:svgBlip xmlns:asvg="http://schemas.microsoft.com/office/drawing/2016/SVG/main" r:embed="Rc3fd54eaffc74ae8"/>
              </a:ext>
            </a:extLst>
          </a:blip>
          <a:srcRect xmlns:a="http://schemas.openxmlformats.org/drawingml/2006/main" l="-7667" t="-8148" r="-7667" b="-8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2870" y="1320800"/>
            <a:ext cx="109855" cy="99695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CDD85F95-0AF4-48CC-B225-F4DD1406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247108"/>
            <a:ext cx="1905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一对一专属客户经理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F6D80F2E-4CDA-48D0-BA29-CE1318FA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427407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每位客户配备资深客户经理，深入了解您的财务状况与人生目标，提供量身定制的财富管理方案与全程陪伴式服务。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5AC9868D-2B1F-4D36-A7E7-6525E88C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2332355"/>
            <a:ext cx="5381625" cy="1022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任意多边形 36">
            <a:extLst xmlns:a="http://schemas.openxmlformats.org/drawingml/2006/main">
              <a:ext uri="{FF2B5EF4-FFF2-40B4-BE49-F238E27FC236}">
                <a16:creationId xmlns:a16="http://schemas.microsoft.com/office/drawing/2014/main" id="{42013BBE-5537-472A-84F0-AB36C1DF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3" name="图片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024e6faad40e8">
            <a:extLst>
              <a:ext uri="{96DAC541-7B7A-43D3-8B79-37D633B846F1}">
                <asvg:svgBlip xmlns:asvg="http://schemas.microsoft.com/office/drawing/2016/SVG/main" r:embed="R76c3d5c81bf34113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254317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F4BABF0F-B23C-49E4-A69A-008EC2D0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69880"/>
            <a:ext cx="1809007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×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24</a:t>
            </a: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小时服务热线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6A4771E2-C137-415D-BDA2-34EA52DD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650179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全天候专业团队在线响应，无论市场波动还是紧急需求，第一时间为您提供专业咨询与解决方案，守护财富安全。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CBFD66CE-1C5A-406F-9372-9FC4FDA1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355473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447EB37C-47B1-4096-96B7-4ED668FB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7126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8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024e6faad40e8">
            <a:extLst>
              <a:ext uri="{96DAC541-7B7A-43D3-8B79-37D633B846F1}">
                <asvg:svgBlip xmlns:asvg="http://schemas.microsoft.com/office/drawing/2016/SVG/main" r:embed="R76c3d5c81bf34113"/>
              </a:ext>
            </a:extLst>
          </a:blip>
          <a:srcRect xmlns:a="http://schemas.openxmlformats.org/drawingml/2006/main" l="-6250" t="-25238" r="-6250" b="-252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3790315"/>
            <a:ext cx="85725" cy="100330"/>
          </a:xfrm>
          <a:prstGeom xmlns:a="http://schemas.openxmlformats.org/drawingml/2006/main" prst="rect">
            <a:avLst/>
          </a:prstGeom>
        </p:spPr>
      </p:pic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E5FCD4A0-DB1D-495A-93CF-F12AC9E4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6836"/>
            <a:ext cx="1714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定期财富健康检查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28DA3ACB-025F-47AF-BB97-3FE71BCF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21328"/>
            <a:ext cx="466725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每季度全面评估您的资产配置、风险敞口与收益表现，动态调整策略，确保财富组合始终处于最优运行状态。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CA1C37B3-4091-4124-A560-B0BEBC9F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795" y="4777740"/>
            <a:ext cx="5381625" cy="102298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任意多边形 46">
            <a:extLst xmlns:a="http://schemas.openxmlformats.org/drawingml/2006/main">
              <a:ext uri="{FF2B5EF4-FFF2-40B4-BE49-F238E27FC236}">
                <a16:creationId xmlns:a16="http://schemas.microsoft.com/office/drawing/2014/main" id="{19E19DBD-9AB7-4ED1-A7CF-694191CD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970145"/>
            <a:ext cx="142875" cy="1428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3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024e6faad40e8">
            <a:extLst>
              <a:ext uri="{96DAC541-7B7A-43D3-8B79-37D633B846F1}">
                <asvg:svgBlip xmlns:asvg="http://schemas.microsoft.com/office/drawing/2016/SVG/main" r:embed="R76c3d5c81bf34113"/>
              </a:ext>
            </a:extLst>
          </a:blip>
          <a:srcRect xmlns:a="http://schemas.openxmlformats.org/drawingml/2006/main" l="-6250" t="-24762" r="-6250" b="-24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57950" y="4989195"/>
            <a:ext cx="85725" cy="99695"/>
          </a:xfrm>
          <a:prstGeom xmlns:a="http://schemas.openxmlformats.org/drawingml/2006/main" prst="rect">
            <a:avLst/>
          </a:prstGeom>
        </p:spPr>
      </p:pic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A4B7D092-9A72-4033-8E20-A9034C61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915424"/>
            <a:ext cx="1524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年度策略报告会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6B93F289-42E6-47DB-9717-E925434D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095723"/>
            <a:ext cx="4572000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汇聚顶级投研团队，深度解读宏观经济趋势与投资机会，与您共同制定下一年度财富增长蓝图，把握时代机遇。</a:t>
            </a:r>
          </a:p>
        </p:txBody>
      </p:sp>
    </p:spTree>
    <p:extLst>
      <p:ext uri="{BB962C8B-B14F-4D97-AF65-F5344CB8AC3E}">
        <p14:creationId xmlns:p14="http://schemas.microsoft.com/office/powerpoint/2010/main" val="14255606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F6408B38-7B39-4818-ABD3-C32C9204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A1CD72B-3514-4ADA-BF2F-436D465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D624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79BB6160-A660-45DA-B38F-8E09AFE8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EEB3B775-8316-438D-B078-F16B5A62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8755"/>
            <a:ext cx="1790065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F84B35F7-7A1A-4B6F-94B4-9CF08BCF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2046" y="1545431"/>
            <a:ext cx="9900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年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1834B8E-69A8-4C29-A36A-016DBF71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556" y="16478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行业深耕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CCD889DE-D284-4004-BB36-4584E131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68755"/>
            <a:ext cx="232283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09D8E64-4919-4BF2-8DB4-E023FA3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369" y="1545431"/>
            <a:ext cx="1370409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5000</a:t>
            </a: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位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5D7A1BF-1B03-4F0B-B156-A83A2ABA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278" y="1647825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高净值客户</a:t>
            </a:r>
          </a:p>
        </p:txBody>
      </p:sp>
      <p:sp>
        <p:nvSpPr>
          <p:cNvPr id="13" name="任意多边形 12">
            <a:extLst xmlns:a="http://schemas.openxmlformats.org/drawingml/2006/main">
              <a:ext uri="{FF2B5EF4-FFF2-40B4-BE49-F238E27FC236}">
                <a16:creationId xmlns:a16="http://schemas.microsoft.com/office/drawing/2014/main" id="{41160568-C333-4C42-80B8-33754D2C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890" y="1468755"/>
            <a:ext cx="2019300" cy="5575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31FFAF3C-5CC2-47A1-94C7-601F84BD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1" y="1545431"/>
            <a:ext cx="914400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千亿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CB3A589-BF09-432E-BACF-3E6C6281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401" y="1647825"/>
            <a:ext cx="1066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442E24"/>
                </a:solidFill>
                <a:latin typeface="微软雅黑"/>
                <a:ea typeface="微软雅黑"/>
                <a:cs typeface="微软雅黑"/>
              </a:rPr>
              <a:t>管理资产规模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A4F27B9C-DAC4-47E8-8EC6-A14A9E01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F1DF97BD-662A-4FCD-9D28-9F48B40D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89d87670d4d2e">
            <a:extLst>
              <a:ext uri="{96DAC541-7B7A-43D3-8B79-37D633B846F1}">
                <asvg:svgBlip xmlns:asvg="http://schemas.microsoft.com/office/drawing/2016/SVG/main" r:embed="R09fbbd5f0d884909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1695" y="3440430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7AE19EC9-2629-4CDD-BEFC-8D6F05C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092796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专业团队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CDA04165-2400-41EC-8737-54A9CCB6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15693"/>
            <a:ext cx="4457776" cy="57147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由资深金融专家、税务筹划师、法律顾问组成的复合型服务团队</a:t>
            </a:r>
          </a:p>
        </p:txBody>
      </p:sp>
      <p:sp>
        <p:nvSpPr>
          <p:cNvPr id="21" name="任意多边形 20">
            <a:extLst xmlns:a="http://schemas.openxmlformats.org/drawingml/2006/main">
              <a:ext uri="{FF2B5EF4-FFF2-40B4-BE49-F238E27FC236}">
                <a16:creationId xmlns:a16="http://schemas.microsoft.com/office/drawing/2014/main" id="{8CCFB257-7187-4642-8646-F6690E28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2623820"/>
            <a:ext cx="5419725" cy="182435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任意多边形 21">
            <a:extLst xmlns:a="http://schemas.openxmlformats.org/drawingml/2006/main">
              <a:ext uri="{FF2B5EF4-FFF2-40B4-BE49-F238E27FC236}">
                <a16:creationId xmlns:a16="http://schemas.microsoft.com/office/drawing/2014/main" id="{95356F88-A61D-48B0-8849-11F28D12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3261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9db6cc9f04380">
            <a:extLst>
              <a:ext uri="{96DAC541-7B7A-43D3-8B79-37D633B846F1}">
                <asvg:svgBlip xmlns:asvg="http://schemas.microsoft.com/office/drawing/2016/SVG/main" r:embed="R045543560c61495c"/>
              </a:ext>
            </a:extLst>
          </a:blip>
          <a:srcRect xmlns:a="http://schemas.openxmlformats.org/drawingml/2006/main" l="-2632" t="-8824" r="-2632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344043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F53D37FC-84A2-4532-8136-F3ABB279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229947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严选产品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846EB328-733B-411C-B3C4-EC4019EA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52844"/>
            <a:ext cx="4457700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与国内外顶尖金融机构合作，精选优质财富管理工具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9F7A5761-A58B-4B95-BFB9-4B4406D3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EFCF7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76BAAE5C-83A9-4353-B2B9-3F68A495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46330d6334cd8">
            <a:extLst>
              <a:ext uri="{96DAC541-7B7A-43D3-8B79-37D633B846F1}">
                <asvg:svgBlip xmlns:asvg="http://schemas.microsoft.com/office/drawing/2016/SVG/main" r:embed="R8a613033ec0f4f19"/>
              </a:ext>
            </a:extLst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B69610A6-6988-47B5-AE48-4C53C5C4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332825"/>
                </a:solidFill>
                <a:latin typeface="微软雅黑"/>
                <a:ea typeface="微软雅黑"/>
                <a:cs typeface="微软雅黑"/>
              </a:rPr>
              <a:t>定制方案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589CB654-A2E6-4D63-B897-CC4E80E5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5A514A"/>
                </a:solidFill>
                <a:latin typeface="微软雅黑"/>
                <a:ea typeface="微软雅黑"/>
                <a:cs typeface="微软雅黑"/>
              </a:rPr>
              <a:t>根据客户家庭结构、财富规模、传承需求量身定制解决方案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2DABD984-2CDF-4993-88EC-E65B0E68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695" y="4648200"/>
            <a:ext cx="5419725" cy="182372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5C3F32"/>
          </a:solidFill>
          <a:ln xmlns:a="http://schemas.openxmlformats.org/drawingml/2006/main" w="9525" cmpd="sng">
            <a:solidFill>
              <a:srgbClr val="FBF9F6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332825">
                <a:alpha val="5882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任意多边形 31">
            <a:extLst xmlns:a="http://schemas.openxmlformats.org/drawingml/2006/main">
              <a:ext uri="{FF2B5EF4-FFF2-40B4-BE49-F238E27FC236}">
                <a16:creationId xmlns:a16="http://schemas.microsoft.com/office/drawing/2014/main" id="{0DBF13C7-B55F-482D-8A19-6B273D6C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505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FE4D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3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09d2ea31d4f2a">
            <a:extLst>
              <a:ext uri="{96DAC541-7B7A-43D3-8B79-37D633B846F1}">
                <asvg:svgBlip xmlns:asvg="http://schemas.microsoft.com/office/drawing/2016/SVG/main" r:embed="Rbda85e98e8f44052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05575" y="546481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2F3B45B2-1ED3-4672-A629-35E7ED4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254009"/>
            <a:ext cx="445770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服务理念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7CB4929B-0763-4AD7-AA16-4BCAA043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5576906"/>
            <a:ext cx="48006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5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以客户利益为核心，以专业能力为基石，以长期陪伴为承诺</a:t>
            </a:r>
          </a:p>
        </p:txBody>
      </p:sp>
    </p:spTree>
    <p:extLst>
      <p:ext uri="{BB962C8B-B14F-4D97-AF65-F5344CB8AC3E}">
        <p14:creationId xmlns:p14="http://schemas.microsoft.com/office/powerpoint/2010/main" val="2094295649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2026-06-01T15:58:06.9900000Z</dcterms:created>
  <dcterms:modified xsi:type="dcterms:W3CDTF">2026-06-01T15:58:06.9900000Z</dcterms:modified>
</coreProperties>
</file>