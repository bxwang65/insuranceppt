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a9ed27ea004a51" /><Relationship Type="http://schemas.openxmlformats.org/officeDocument/2006/relationships/extended-properties" Target="/docProps/app.xml" Id="Rf6c4c6e603c643d8" /><Relationship Type="http://schemas.openxmlformats.org/officeDocument/2006/relationships/officeDocument" Target="/ppt/presentation.xml" Id="Rb3d3d8841b2942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90d2146384123"/>
  </p:sldMasterIdLst>
  <p:notesMasterIdLst>
    <p:notesMasterId xmlns:r="http://schemas.openxmlformats.org/officeDocument/2006/relationships" r:id="Ra878ef75fdc14452"/>
  </p:notesMasterIdLst>
  <p:sldIdLst>
    <p:sldId xmlns:r="http://schemas.openxmlformats.org/officeDocument/2006/relationships" id="256" r:id="R279dcfb0db794bc3"/>
    <p:sldId xmlns:r="http://schemas.openxmlformats.org/officeDocument/2006/relationships" id="257" r:id="R8deec83ac1e34fbd"/>
    <p:sldId xmlns:r="http://schemas.openxmlformats.org/officeDocument/2006/relationships" id="258" r:id="R1626a8d5b54a416b"/>
    <p:sldId xmlns:r="http://schemas.openxmlformats.org/officeDocument/2006/relationships" id="259" r:id="R316aa467abd74a58"/>
    <p:sldId xmlns:r="http://schemas.openxmlformats.org/officeDocument/2006/relationships" id="260" r:id="R144767fe2db442f5"/>
    <p:sldId xmlns:r="http://schemas.openxmlformats.org/officeDocument/2006/relationships" id="261" r:id="Ra785a7bfb28b4b42"/>
    <p:sldId xmlns:r="http://schemas.openxmlformats.org/officeDocument/2006/relationships" id="262" r:id="R2bc08bfd354c414a"/>
    <p:sldId xmlns:r="http://schemas.openxmlformats.org/officeDocument/2006/relationships" id="263" r:id="Rdd836ec3cef84d27"/>
    <p:sldId xmlns:r="http://schemas.openxmlformats.org/officeDocument/2006/relationships" id="264" r:id="Rcadf02c1ebba4aa4"/>
    <p:sldId xmlns:r="http://schemas.openxmlformats.org/officeDocument/2006/relationships" id="265" r:id="R1b74b61d856d44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90d2146384123" /><Relationship Type="http://schemas.openxmlformats.org/officeDocument/2006/relationships/theme" Target="/ppt/theme/theme1.xml" Id="Ra2ba8f4777864b0f" /><Relationship Type="http://schemas.openxmlformats.org/officeDocument/2006/relationships/notesMaster" Target="/ppt/notesMasters/notesMaster1.xml" Id="Ra878ef75fdc14452" /><Relationship Type="http://schemas.openxmlformats.org/officeDocument/2006/relationships/presProps" Target="/ppt/presProps.xml" Id="R77d64b5ca49a447f" /><Relationship Type="http://schemas.openxmlformats.org/officeDocument/2006/relationships/viewProps" Target="/ppt/viewProps.xml" Id="R3a2d3a5606274cca" /><Relationship Type="http://schemas.openxmlformats.org/officeDocument/2006/relationships/tableStyles" Target="/ppt/tableStyles.xml" Id="R9c24316fc7f84d2f" /><Relationship Type="http://schemas.openxmlformats.org/officeDocument/2006/relationships/slide" Target="/ppt/slides/slide1.xml" Id="R279dcfb0db794bc3" /><Relationship Type="http://schemas.openxmlformats.org/officeDocument/2006/relationships/slide" Target="/ppt/slides/slide2.xml" Id="R8deec83ac1e34fbd" /><Relationship Type="http://schemas.openxmlformats.org/officeDocument/2006/relationships/slide" Target="/ppt/slides/slide3.xml" Id="R1626a8d5b54a416b" /><Relationship Type="http://schemas.openxmlformats.org/officeDocument/2006/relationships/slide" Target="/ppt/slides/slide4.xml" Id="R316aa467abd74a58" /><Relationship Type="http://schemas.openxmlformats.org/officeDocument/2006/relationships/slide" Target="/ppt/slides/slide5.xml" Id="R144767fe2db442f5" /><Relationship Type="http://schemas.openxmlformats.org/officeDocument/2006/relationships/slide" Target="/ppt/slides/slide6.xml" Id="Ra785a7bfb28b4b42" /><Relationship Type="http://schemas.openxmlformats.org/officeDocument/2006/relationships/slide" Target="/ppt/slides/slide7.xml" Id="R2bc08bfd354c414a" /><Relationship Type="http://schemas.openxmlformats.org/officeDocument/2006/relationships/slide" Target="/ppt/slides/slide8.xml" Id="Rdd836ec3cef84d27" /><Relationship Type="http://schemas.openxmlformats.org/officeDocument/2006/relationships/slide" Target="/ppt/slides/slide9.xml" Id="Rcadf02c1ebba4aa4" /><Relationship Type="http://schemas.openxmlformats.org/officeDocument/2006/relationships/slide" Target="/ppt/slides/slide10.xml" Id="R1b74b61d856d44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449364eef04b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659f4272b643e0" /><Relationship Type="http://schemas.openxmlformats.org/officeDocument/2006/relationships/notesMaster" Target="/ppt/notesMasters/notesMaster1.xml" Id="R42df71606a18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e68aa80e354936" /><Relationship Type="http://schemas.openxmlformats.org/officeDocument/2006/relationships/notesMaster" Target="/ppt/notesMasters/notesMaster1.xml" Id="R468cc2ffa8bb47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8d60360ee94d62" /><Relationship Type="http://schemas.openxmlformats.org/officeDocument/2006/relationships/notesMaster" Target="/ppt/notesMasters/notesMaster1.xml" Id="R5532b66d882c45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924cc69f0e4194" /><Relationship Type="http://schemas.openxmlformats.org/officeDocument/2006/relationships/notesMaster" Target="/ppt/notesMasters/notesMaster1.xml" Id="Re9efb784305f48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57bb8340e34b85" /><Relationship Type="http://schemas.openxmlformats.org/officeDocument/2006/relationships/notesMaster" Target="/ppt/notesMasters/notesMaster1.xml" Id="R4f231ae8c16641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501d6d0f7e44ec" /><Relationship Type="http://schemas.openxmlformats.org/officeDocument/2006/relationships/notesMaster" Target="/ppt/notesMasters/notesMaster1.xml" Id="R4347a93a311540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77ec1cb6d466d" /><Relationship Type="http://schemas.openxmlformats.org/officeDocument/2006/relationships/notesMaster" Target="/ppt/notesMasters/notesMaster1.xml" Id="R728c67ccc90741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341f4a198340bf" /><Relationship Type="http://schemas.openxmlformats.org/officeDocument/2006/relationships/notesMaster" Target="/ppt/notesMasters/notesMaster1.xml" Id="R4e7d811c841744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3cf3f551a24cc5" /><Relationship Type="http://schemas.openxmlformats.org/officeDocument/2006/relationships/notesMaster" Target="/ppt/notesMasters/notesMaster1.xml" Id="R901d2cfdd6094e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38696a43844542" /><Relationship Type="http://schemas.openxmlformats.org/officeDocument/2006/relationships/notesMaster" Target="/ppt/notesMasters/notesMaster1.xml" Id="R67524cc4602846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3f2ef559d44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94ca146c247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a2beafb5e4b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95ebc84354b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33da531a64b0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69ee127034f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b48bcbf854e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e1fc0bb9941b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25728f3b645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ed7757b3c421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6021fcfb24b0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89519799448f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b9d0da1e44f3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bc94f20d7484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8d8e80bac4a0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f8d341f57479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834af2393481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c9cd2f2e6460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a7bd8e2ee424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a6f1d2d17497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8eebeb249418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d4ca458ba494b" /></Relationships>
</file>

<file path=ppt/slideLayouts/slideLayout2.xml><?xml version="1.0" encoding="utf-8"?>
<p:sldLayout xmlns:p="http://schemas.openxmlformats.org/presentationml/2006/main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1FA2790-4D61-4633-83C5-3F085F3CFC40}"/>
              </a:ext>
            </a:extLst>
          </p:cNvPr>
          <p:cNvSpPr/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0B233AA-8B94-4088-854D-2CE348A9BBE0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844C6E-C7A8-4F7E-BAE7-FD335CB2E42A}"/>
              </a:ext>
            </a:extLst>
          </p:cNvPr>
          <p:cNvSpPr/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043E364-C51A-4934-B928-CFEFE518AAC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47C2F49-6B59-4C70-80F5-9C55F86E4DA6}"/>
              </a:ext>
            </a:extLst>
          </p:cNvPr>
          <p:cNvSpPr/>
          <p:nvPr>
            <p:ph type="ctrTitle" idx="16388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C4421F2C-31D5-45BB-A0FA-21944838AB9C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64A16F8-0AFC-4081-9533-2B7876587F3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7915FBC-F347-479D-A402-7A8DBA195EA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0340BF5-703E-4E7B-AA3E-8BD8F04AD10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7FF16D-FCDC-4347-A61E-01B13C99B99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E4A1D01C-F0B1-4A89-AE49-C5505B914A7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D26F95D3-0E18-4D81-9391-AEF0B12B191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A97DCF9-D344-491C-B08D-229C4E9DC66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1C5E45C-9146-408D-B242-6DC185FE6D5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8444C12-DE72-433E-BC14-A85570164A1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D62866A-E4AB-4BFE-B34F-F3F492DC9EF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E42FACD-8CDF-4137-91E7-AB2B178DB42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8942F4E-5C2A-4A1F-A4F4-4E689D4582A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1CD40A-6348-448E-A4A2-6255927B5DA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3C55871-B7E4-4744-B4C4-A257CDC2113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82F1DAF-B40E-4210-8589-B0AC97415F0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193EAB8-8E78-48D4-ADEB-E84F82B0B6C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56339BD-E64D-4191-BC91-2C0200E323C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24C01C3-19EE-4A6F-8488-50D56EF7F0D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1AEF3A4-6C8D-41F4-8CEA-3FC579DAB5E0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8F5ED3F-DC1F-4941-824A-7E9E5D77BE12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78068F6-186A-4C2E-93E0-E0089329DF4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3143FA1-739D-4F3B-AF31-6A198E686F1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61E31D2-3518-4B10-A586-30D377D32A4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81A3AF79-F92A-4D14-AA85-06EE7BAF7FF1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835CE4-DD9F-4D7B-B66F-F325AE666BF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735C5D6-3292-4A40-B1C5-4958DF8F8A21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FCBAD11-71DD-4F5D-91B4-40C5FA3279B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8491CBB-AAC5-4B4F-AE5F-1F4EA849145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ACF12A-B8EB-4106-B614-3377BE84FE8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B84976E-4506-4B9F-9645-E53EDC29D9E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BC9950-512E-4D90-B044-4E6432EFF33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D4DFF8-2685-4176-B093-F4FAE98B377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03CD8AA-A2A0-4048-A1C8-DD585251BF4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1F13FE-4058-4A42-B697-53CD42C5D4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07A526-51F4-4913-841F-A4B16A7D229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B94011F-4657-4130-B9D5-980A1D729BE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1DF7EBD-F3CE-45C7-8738-52541490161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EE31B7B4-781B-4885-B875-E8D36B31A492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C55B8154-54DD-43B0-8F01-B434D0D4CD44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C3741BE1-44AF-4BDB-914B-484BB1B13F24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4979069E-8084-4615-980A-C5B8ACFC4343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F966F8F-CC51-4FE0-8BA1-8BCFFB57D160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729D56DB-BC29-41D6-A958-761898E381E5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7E7BB120-C153-4A93-B825-95458F95744D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814C3078-968B-43FE-BEC7-B4E1DB32F375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4AB01A0-29AC-4926-8A16-5B60D9399CEA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E45ABC0-AF1D-4BD2-A281-083855B4D0FE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E02C4A5A-4421-4644-9B03-6A459411AE3C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36E1E80-FD0E-4198-BFE3-87E6B7D705D8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12B971E8-E531-4286-8DD2-FDE42595517A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DE4D1FA7-E6F4-45EE-90C7-841228729109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A88DF3-3BA3-4801-A43D-E792DA84483F}"/>
              </a:ext>
            </a:extLst>
          </p:cNvPr>
          <p:cNvSpPr/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2BC9DAD-C705-4F8A-985E-AE6620CF7197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007E9B-41ED-44E0-B80D-17393BF80D17}"/>
              </a:ext>
            </a:extLst>
          </p:cNvPr>
          <p:cNvSpPr/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C429D68-F101-4558-B4C8-E6B37731E83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1D8B5C6-A93F-48B7-AF5E-0EE3E918474F}"/>
              </a:ext>
            </a:extLst>
          </p:cNvPr>
          <p:cNvSpPr/>
          <p:nvPr>
            <p:ph type="ctrTitle" idx="16388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8009F8F-E8D3-44FC-9431-E9C90DFD2D1F}"/>
              </a:ext>
            </a:extLst>
          </p:cNvPr>
          <p:cNvSpPr/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A3A4547-10A7-4D0D-A377-D9E311E36E2C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AA3A237-3694-4547-84CB-19B3F8B1EEA0}"/>
              </a:ext>
            </a:extLst>
          </p:cNvPr>
          <p:cNvSpPr/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8C433AEC-71A2-44E9-953A-278688651FAC}"/>
              </a:ext>
            </a:extLst>
          </p:cNvPr>
          <p:cNvSpPr/>
          <p:nvPr>
            <p:ph type="title" idx="16388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D2A6F4BC-403D-4387-B967-9D5DA359EBC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5E2CF5-813A-403A-8955-DBA7704F024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58C157E-A499-405D-936A-95969CEB9C7A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46D3C82-17B9-4C3A-AAE7-1446B2C2F4A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72DB29-00B0-457F-A6E1-2B2B5CCE37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17DAD9-C00D-4B1C-9B5B-83141707934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0693BE8-FA67-4170-A0AC-36693B7081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5299542-49DB-45EE-8C98-3657E96ED79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39727A9-F274-491A-AC2E-EBB2CFC4DC9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939AA96-5D3F-4544-921B-8F7664AEFD6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2EE44F8-3CAF-4221-937D-3FAF16A7D4D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6E10D4-C518-4989-8852-52510E2380F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716F33C-6DDA-4679-A578-CFA5B7348BF0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A1B0657-BD6D-4D10-9681-8C151A8DF74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9708A62-1B45-4474-9C6A-02123B2F72B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E75117-2231-4654-81DA-3FB4BAD66F5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E5A19F9-3AF4-4BB8-B791-3A1CEB8DE76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22C2E22-BFBB-4A60-90A5-C1D19AA8F5A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CE1FA91-BFE2-4383-B609-790E7BD379F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9AB3DF3-80B1-41E2-BA39-AF7DDA2C118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5D5292-9871-4B71-9DF1-1EDC061D35F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180885D-FBBF-4594-9FE3-A5E235EFA49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93EF458-72AE-4BA1-A62C-7F1D54C9A7C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59475DB-C736-4943-803B-C76C8A76E56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82EA4A1-06C9-45E1-9D2D-7F660483D29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38B220B-31B4-4E7D-9D1E-0039573C79C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2FADB55-C845-4840-BE78-02C553DAE87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35EC173-7E1F-46E3-AE3E-E261FD3DC691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958207E-B0E5-40F4-B4CC-7A8F10E63678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F832389-1501-4A1C-9CDE-B927998C2C8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1248711-B941-478F-8F95-6D6C045BC11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2D34678-B154-4E78-ABB7-171AD0A8B7C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FBB43D-6DA1-4A6E-B37E-AE6D8B8ECB3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2196086-D6B3-430C-A196-FE5DDD7B9CE1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B6709F-5F87-40F1-897A-BBC97C60A69B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05E7AA0-662B-4951-9B6B-9695DE50BA3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29125E7-702A-438B-8518-A1B76622768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34C54-D777-439D-861A-4012D0F5981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012EC43-4ACA-430F-8C70-1ECD9647CA5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5BB5D8D-98DC-4722-8FB2-A93521BC7752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3CB7BB-D067-47CC-AAC7-88281AC5CE6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D4B89D-83C4-43A9-ABA8-38F26F5664E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9277701-1FE3-48E5-BC98-9D0DBBD1883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69084E-EF86-47E0-B60B-70265855B04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CF5F69E-95E9-40C8-BBC6-65D5CCCCC67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70D6FF-F36B-4DDC-B3D6-33903F448C0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B9A374F-E654-4203-A0E8-0126598C81B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32D888E-55E3-4436-8DE8-3A1BA530573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DB36848-0218-4159-BC30-041A77F9E0A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233A32D-ACAB-4A27-9A3F-B83BFAA2A3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08A6944-D442-4711-85FE-B0BF97C36C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FC91EF22-86F0-497D-A3CD-A500478C8055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7CFA1F-74DD-45EF-9083-0974F1DA54A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ADC9E48-520F-4592-81DA-B0D54B57C90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DBB7364-54FC-4D84-BDFA-22709B29095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B0EACA-D16C-4128-81B0-0B3EA2C68F7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25532A6-CA88-49DC-B4DA-E52A85500F0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31a0ef8615440e8" /><Relationship Type="http://schemas.openxmlformats.org/officeDocument/2006/relationships/slideLayout" Target="/ppt/slideLayouts/slideLayout2.xml" Id="R166f1ed8c31d462e" /><Relationship Type="http://schemas.openxmlformats.org/officeDocument/2006/relationships/slideLayout" Target="/ppt/slideLayouts/slideLayout3.xml" Id="R9b2f8254880b4090" /><Relationship Type="http://schemas.openxmlformats.org/officeDocument/2006/relationships/slideLayout" Target="/ppt/slideLayouts/slideLayout4.xml" Id="R759e2d661bdc4f3e" /><Relationship Type="http://schemas.openxmlformats.org/officeDocument/2006/relationships/slideLayout" Target="/ppt/slideLayouts/slideLayout5.xml" Id="R1a8b29ead6fe4672" /><Relationship Type="http://schemas.openxmlformats.org/officeDocument/2006/relationships/slideLayout" Target="/ppt/slideLayouts/slideLayout6.xml" Id="R1b4e5f4f26e44343" /><Relationship Type="http://schemas.openxmlformats.org/officeDocument/2006/relationships/slideLayout" Target="/ppt/slideLayouts/slideLayout7.xml" Id="Rcc71b5fdf92b4e07" /><Relationship Type="http://schemas.openxmlformats.org/officeDocument/2006/relationships/slideLayout" Target="/ppt/slideLayouts/slideLayout8.xml" Id="R8763afbff8f64677" /><Relationship Type="http://schemas.openxmlformats.org/officeDocument/2006/relationships/slideLayout" Target="/ppt/slideLayouts/slideLayout9.xml" Id="R5487c1fc76b7452b" /><Relationship Type="http://schemas.openxmlformats.org/officeDocument/2006/relationships/slideLayout" Target="/ppt/slideLayouts/slideLayout10.xml" Id="R5bcca01243834aa1" /><Relationship Type="http://schemas.openxmlformats.org/officeDocument/2006/relationships/slideLayout" Target="/ppt/slideLayouts/slideLayout11.xml" Id="R8b16b2a5b4e846a4" /><Relationship Type="http://schemas.openxmlformats.org/officeDocument/2006/relationships/slideLayout" Target="/ppt/slideLayouts/slideLayout12.xml" Id="R5a384f03b03d4535" /><Relationship Type="http://schemas.openxmlformats.org/officeDocument/2006/relationships/slideLayout" Target="/ppt/slideLayouts/slideLayout13.xml" Id="R69aadc37d3254dc8" /><Relationship Type="http://schemas.openxmlformats.org/officeDocument/2006/relationships/slideLayout" Target="/ppt/slideLayouts/slideLayout14.xml" Id="Rf8bf587513b34fe9" /><Relationship Type="http://schemas.openxmlformats.org/officeDocument/2006/relationships/slideLayout" Target="/ppt/slideLayouts/slideLayout15.xml" Id="R04c557266e834ac9" /><Relationship Type="http://schemas.openxmlformats.org/officeDocument/2006/relationships/slideLayout" Target="/ppt/slideLayouts/slideLayout16.xml" Id="R14395152ce324ec3" /><Relationship Type="http://schemas.openxmlformats.org/officeDocument/2006/relationships/slideLayout" Target="/ppt/slideLayouts/slideLayout17.xml" Id="R43aac63a6a22445b" /><Relationship Type="http://schemas.openxmlformats.org/officeDocument/2006/relationships/slideLayout" Target="/ppt/slideLayouts/slideLayout18.xml" Id="Rbae273b768a74c48" /><Relationship Type="http://schemas.openxmlformats.org/officeDocument/2006/relationships/slideLayout" Target="/ppt/slideLayouts/slideLayout19.xml" Id="Rb7a5a13d18ef41a2" /><Relationship Type="http://schemas.openxmlformats.org/officeDocument/2006/relationships/slideLayout" Target="/ppt/slideLayouts/slideLayout20.xml" Id="R1d74a543309d4a32" /><Relationship Type="http://schemas.openxmlformats.org/officeDocument/2006/relationships/slideLayout" Target="/ppt/slideLayouts/slideLayout21.xml" Id="Rf3e3a7321ea64699" /><Relationship Type="http://schemas.openxmlformats.org/officeDocument/2006/relationships/slideLayout" Target="/ppt/slideLayouts/slideLayout22.xml" Id="R2c187507fc91467a" /><Relationship Type="http://schemas.openxmlformats.org/officeDocument/2006/relationships/slideLayout" Target="/ppt/slideLayouts/slideLayout23.xml" Id="Re540982b96414f7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B369F78-72A8-4620-ACE5-EBC70938785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A2BAD3B-62A4-4600-B176-FE9A50D7BED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FA7A195-1E7A-43E4-A66C-AAC0D6F39E1C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4884E4C-AAF7-4D6C-8197-F843D981450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E50BD6-CC23-4E65-9D81-F3BA2A00D39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6D55540-ECF6-4312-BD32-F1B29686230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B51EFD-A1E1-4BA3-8ADA-E798050A05B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C855F22-A9AA-4CE6-8C94-177853DD3F4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458756-3834-48DF-9249-B8A6BDE83CB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7E594F4-6019-44A0-B606-9CE650A97CD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6f1ed8c31d462e"/>
    <p:sldLayoutId xmlns:r="http://schemas.openxmlformats.org/officeDocument/2006/relationships" id="2147483650" r:id="R9b2f8254880b4090"/>
    <p:sldLayoutId xmlns:r="http://schemas.openxmlformats.org/officeDocument/2006/relationships" id="2147483651" r:id="R759e2d661bdc4f3e"/>
    <p:sldLayoutId xmlns:r="http://schemas.openxmlformats.org/officeDocument/2006/relationships" id="2147483652" r:id="R1a8b29ead6fe4672"/>
    <p:sldLayoutId xmlns:r="http://schemas.openxmlformats.org/officeDocument/2006/relationships" id="2147483653" r:id="R1b4e5f4f26e44343"/>
    <p:sldLayoutId xmlns:r="http://schemas.openxmlformats.org/officeDocument/2006/relationships" id="2147483654" r:id="Rcc71b5fdf92b4e07"/>
    <p:sldLayoutId xmlns:r="http://schemas.openxmlformats.org/officeDocument/2006/relationships" id="2147483655" r:id="R8763afbff8f64677"/>
    <p:sldLayoutId xmlns:r="http://schemas.openxmlformats.org/officeDocument/2006/relationships" id="2147483656" r:id="R5487c1fc76b7452b"/>
    <p:sldLayoutId xmlns:r="http://schemas.openxmlformats.org/officeDocument/2006/relationships" id="2147483657" r:id="R5bcca01243834aa1"/>
    <p:sldLayoutId xmlns:r="http://schemas.openxmlformats.org/officeDocument/2006/relationships" id="2147483658" r:id="R8b16b2a5b4e846a4"/>
    <p:sldLayoutId xmlns:r="http://schemas.openxmlformats.org/officeDocument/2006/relationships" id="2147483659" r:id="R5a384f03b03d4535"/>
    <p:sldLayoutId xmlns:r="http://schemas.openxmlformats.org/officeDocument/2006/relationships" id="2147483660" r:id="R69aadc37d3254dc8"/>
    <p:sldLayoutId xmlns:r="http://schemas.openxmlformats.org/officeDocument/2006/relationships" id="2147483661" r:id="Rf8bf587513b34fe9"/>
    <p:sldLayoutId xmlns:r="http://schemas.openxmlformats.org/officeDocument/2006/relationships" id="2147483662" r:id="R04c557266e834ac9"/>
    <p:sldLayoutId xmlns:r="http://schemas.openxmlformats.org/officeDocument/2006/relationships" id="2147483663" r:id="R14395152ce324ec3"/>
    <p:sldLayoutId xmlns:r="http://schemas.openxmlformats.org/officeDocument/2006/relationships" id="2147483664" r:id="R43aac63a6a22445b"/>
    <p:sldLayoutId xmlns:r="http://schemas.openxmlformats.org/officeDocument/2006/relationships" id="2147483665" r:id="Rbae273b768a74c48"/>
    <p:sldLayoutId xmlns:r="http://schemas.openxmlformats.org/officeDocument/2006/relationships" id="2147483666" r:id="Rb7a5a13d18ef41a2"/>
    <p:sldLayoutId xmlns:r="http://schemas.openxmlformats.org/officeDocument/2006/relationships" id="2147483667" r:id="R1d74a543309d4a32"/>
    <p:sldLayoutId xmlns:r="http://schemas.openxmlformats.org/officeDocument/2006/relationships" id="2147483668" r:id="Rf3e3a7321ea64699"/>
    <p:sldLayoutId xmlns:r="http://schemas.openxmlformats.org/officeDocument/2006/relationships" id="2147483669" r:id="R2c187507fc91467a"/>
    <p:sldLayoutId xmlns:r="http://schemas.openxmlformats.org/officeDocument/2006/relationships" id="2147483670" r:id="Re540982b96414f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419eec47344c78" /><Relationship Type="http://schemas.openxmlformats.org/officeDocument/2006/relationships/image" Target="/ppt/media/image.png" Id="Rda4646a6bfd6496a" /><Relationship Type="http://schemas.openxmlformats.org/officeDocument/2006/relationships/image" Target="/ppt/media/image.svg" Id="Rd4f82cadb9d64434" /><Relationship Type="http://schemas.openxmlformats.org/officeDocument/2006/relationships/image" Target="/ppt/media/image2.png" Id="Rf70d70aa82274fa3" /><Relationship Type="http://schemas.openxmlformats.org/officeDocument/2006/relationships/image" Target="/ppt/media/image2.svg" Id="Rda5d3aaa92384837" /><Relationship Type="http://schemas.openxmlformats.org/officeDocument/2006/relationships/image" Target="/ppt/media/image3.png" Id="Re6cfdb5355a54d63" /><Relationship Type="http://schemas.openxmlformats.org/officeDocument/2006/relationships/image" Target="/ppt/media/image3.svg" Id="R5d513894a55a462f" /><Relationship Type="http://schemas.openxmlformats.org/officeDocument/2006/relationships/image" Target="/ppt/media/image4.png" Id="R381d36304d964f41" /><Relationship Type="http://schemas.openxmlformats.org/officeDocument/2006/relationships/image" Target="/ppt/media/image4.svg" Id="R1e6ddbc87a914ce9" /><Relationship Type="http://schemas.openxmlformats.org/officeDocument/2006/relationships/notesSlide" Target="/ppt/notesSlides/notesSlide1.xml" Id="R5eadcb3a63aa49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46c1e69df34922" /><Relationship Type="http://schemas.openxmlformats.org/officeDocument/2006/relationships/image" Target="/ppt/media/image.jpeg" Id="Rf73c508390044b29" /><Relationship Type="http://schemas.openxmlformats.org/officeDocument/2006/relationships/image" Target="/ppt/media/image2.jpeg" Id="Rf32e84b724094e11" /><Relationship Type="http://schemas.openxmlformats.org/officeDocument/2006/relationships/notesSlide" Target="/ppt/notesSlides/notesSlide2.xml" Id="Rb230c2c779b94e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1735fa6cba4301" /><Relationship Type="http://schemas.openxmlformats.org/officeDocument/2006/relationships/image" Target="/ppt/media/image5.png" Id="R29bc0828bed44de4" /><Relationship Type="http://schemas.openxmlformats.org/officeDocument/2006/relationships/image" Target="/ppt/media/image5.svg" Id="Rff1a08b0fcb8465f" /><Relationship Type="http://schemas.openxmlformats.org/officeDocument/2006/relationships/image" Target="/ppt/media/image6.png" Id="R2cb3d78e1bdb4899" /><Relationship Type="http://schemas.openxmlformats.org/officeDocument/2006/relationships/image" Target="/ppt/media/image6.svg" Id="R1ebd1d568a204b99" /><Relationship Type="http://schemas.openxmlformats.org/officeDocument/2006/relationships/image" Target="/ppt/media/image.png" Id="R6f6debbec9a94476" /><Relationship Type="http://schemas.openxmlformats.org/officeDocument/2006/relationships/image" Target="/ppt/media/image.svg" Id="R3d7268e3208a4e94" /><Relationship Type="http://schemas.openxmlformats.org/officeDocument/2006/relationships/image" Target="/ppt/media/image7.png" Id="R8f35b4e1984d4fed" /><Relationship Type="http://schemas.openxmlformats.org/officeDocument/2006/relationships/notesSlide" Target="/ppt/notesSlides/notesSlide3.xml" Id="R38c70d4a900c4e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d08c5e6e516475b" /><Relationship Type="http://schemas.openxmlformats.org/officeDocument/2006/relationships/image" Target="/ppt/media/image3.jpeg" Id="R958ad0c749f743c9" /><Relationship Type="http://schemas.openxmlformats.org/officeDocument/2006/relationships/image" Target="/ppt/media/image8.png" Id="Racb9a077a74d46da" /><Relationship Type="http://schemas.openxmlformats.org/officeDocument/2006/relationships/image" Target="/ppt/media/image9.png" Id="R18ca1808815e4fd3" /><Relationship Type="http://schemas.openxmlformats.org/officeDocument/2006/relationships/image" Target="/ppt/media/image7.svg" Id="Rf1d7d59c7caf4a6c" /><Relationship Type="http://schemas.openxmlformats.org/officeDocument/2006/relationships/image" Target="/ppt/media/image10.png" Id="R5136547aea4c4353" /><Relationship Type="http://schemas.openxmlformats.org/officeDocument/2006/relationships/image" Target="/ppt/media/image8.svg" Id="R0589c721244b4ac4" /><Relationship Type="http://schemas.openxmlformats.org/officeDocument/2006/relationships/image" Target="/ppt/media/image11.png" Id="R97e2d13c3ea8435f" /><Relationship Type="http://schemas.openxmlformats.org/officeDocument/2006/relationships/image" Target="/ppt/media/image9.svg" Id="Rc5402230735f48cc" /><Relationship Type="http://schemas.openxmlformats.org/officeDocument/2006/relationships/image" Target="/ppt/media/image12.png" Id="Rfc1a0778dd62465d" /><Relationship Type="http://schemas.openxmlformats.org/officeDocument/2006/relationships/image" Target="/ppt/media/image10.svg" Id="R01b753aa070d4b55" /><Relationship Type="http://schemas.openxmlformats.org/officeDocument/2006/relationships/notesSlide" Target="/ppt/notesSlides/notesSlide4.xml" Id="R857f1760268049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b461d169434588" /><Relationship Type="http://schemas.openxmlformats.org/officeDocument/2006/relationships/image" Target="/ppt/media/image13.png" Id="Re3919d55f53f4413" /><Relationship Type="http://schemas.openxmlformats.org/officeDocument/2006/relationships/image" Target="/ppt/media/image11.svg" Id="Readb867e1edf4c01" /><Relationship Type="http://schemas.openxmlformats.org/officeDocument/2006/relationships/image" Target="/ppt/media/image2.png" Id="R01a0db02ae304e49" /><Relationship Type="http://schemas.openxmlformats.org/officeDocument/2006/relationships/image" Target="/ppt/media/image2.svg" Id="R70b9d147bc794c96" /><Relationship Type="http://schemas.openxmlformats.org/officeDocument/2006/relationships/notesSlide" Target="/ppt/notesSlides/notesSlide5.xml" Id="R34d293c64c6a4f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b946b9ffff4e0e" /><Relationship Type="http://schemas.openxmlformats.org/officeDocument/2006/relationships/image" Target="/ppt/media/image3.jpeg" Id="Rfc4e855af93b47fa" /><Relationship Type="http://schemas.openxmlformats.org/officeDocument/2006/relationships/image" Target="/ppt/media/image8.png" Id="Rcea5c6861c28424f" /><Relationship Type="http://schemas.openxmlformats.org/officeDocument/2006/relationships/image" Target="/ppt/media/image9.png" Id="R88ed7299edeb42f8" /><Relationship Type="http://schemas.openxmlformats.org/officeDocument/2006/relationships/image" Target="/ppt/media/image7.svg" Id="R0c5dfebe538549bb" /><Relationship Type="http://schemas.openxmlformats.org/officeDocument/2006/relationships/image" Target="/ppt/media/image10.png" Id="R937d71bf4f8b4a5e" /><Relationship Type="http://schemas.openxmlformats.org/officeDocument/2006/relationships/image" Target="/ppt/media/image8.svg" Id="R5c74a5a9eec74d6d" /><Relationship Type="http://schemas.openxmlformats.org/officeDocument/2006/relationships/image" Target="/ppt/media/image11.png" Id="R1d294f2802d8428a" /><Relationship Type="http://schemas.openxmlformats.org/officeDocument/2006/relationships/image" Target="/ppt/media/image9.svg" Id="R612583059f084d51" /><Relationship Type="http://schemas.openxmlformats.org/officeDocument/2006/relationships/image" Target="/ppt/media/image12.png" Id="Rf62f73105e9949cf" /><Relationship Type="http://schemas.openxmlformats.org/officeDocument/2006/relationships/image" Target="/ppt/media/image10.svg" Id="Re985921a922a4d47" /><Relationship Type="http://schemas.openxmlformats.org/officeDocument/2006/relationships/notesSlide" Target="/ppt/notesSlides/notesSlide6.xml" Id="Rcba770a094bd41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6cb148b1d1e42f1" /><Relationship Type="http://schemas.openxmlformats.org/officeDocument/2006/relationships/image" Target="/ppt/media/image5.png" Id="Rd875da03c204473d" /><Relationship Type="http://schemas.openxmlformats.org/officeDocument/2006/relationships/image" Target="/ppt/media/image5.svg" Id="R02882c1deda247c2" /><Relationship Type="http://schemas.openxmlformats.org/officeDocument/2006/relationships/image" Target="/ppt/media/image6.png" Id="Rb44cd0d7715b4bbc" /><Relationship Type="http://schemas.openxmlformats.org/officeDocument/2006/relationships/image" Target="/ppt/media/image6.svg" Id="R6c031c6ff2644a39" /><Relationship Type="http://schemas.openxmlformats.org/officeDocument/2006/relationships/image" Target="/ppt/media/image.png" Id="R58a9bc5e52ea4d15" /><Relationship Type="http://schemas.openxmlformats.org/officeDocument/2006/relationships/image" Target="/ppt/media/image.svg" Id="Rfa1bcc3b244c4b9c" /><Relationship Type="http://schemas.openxmlformats.org/officeDocument/2006/relationships/image" Target="/ppt/media/image7.png" Id="R829bdbacbd444312" /><Relationship Type="http://schemas.openxmlformats.org/officeDocument/2006/relationships/notesSlide" Target="/ppt/notesSlides/notesSlide7.xml" Id="Rf95759720b4e46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15eba6f789400f" /><Relationship Type="http://schemas.openxmlformats.org/officeDocument/2006/relationships/image" Target="/ppt/media/image5.png" Id="Rdd3c00aa44bf4087" /><Relationship Type="http://schemas.openxmlformats.org/officeDocument/2006/relationships/image" Target="/ppt/media/image5.svg" Id="R0ee2b9b58b5d41d4" /><Relationship Type="http://schemas.openxmlformats.org/officeDocument/2006/relationships/image" Target="/ppt/media/image6.png" Id="R085bc8337da44ed5" /><Relationship Type="http://schemas.openxmlformats.org/officeDocument/2006/relationships/image" Target="/ppt/media/image6.svg" Id="R2a22a0fbe39f4d30" /><Relationship Type="http://schemas.openxmlformats.org/officeDocument/2006/relationships/image" Target="/ppt/media/image.png" Id="R57adf9cceedb49e1" /><Relationship Type="http://schemas.openxmlformats.org/officeDocument/2006/relationships/image" Target="/ppt/media/image.svg" Id="R9d44634c85d047f8" /><Relationship Type="http://schemas.openxmlformats.org/officeDocument/2006/relationships/image" Target="/ppt/media/image7.png" Id="Re490e0c2d0614b0e" /><Relationship Type="http://schemas.openxmlformats.org/officeDocument/2006/relationships/notesSlide" Target="/ppt/notesSlides/notesSlide8.xml" Id="R3458cdb92d6a4a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db08276b2f24f7f" /><Relationship Type="http://schemas.openxmlformats.org/officeDocument/2006/relationships/image" Target="/ppt/media/image.jpeg" Id="Rbcf1f5c9910743df" /><Relationship Type="http://schemas.openxmlformats.org/officeDocument/2006/relationships/image" Target="/ppt/media/image2.jpeg" Id="R3f9fede4fe854a9a" /><Relationship Type="http://schemas.openxmlformats.org/officeDocument/2006/relationships/notesSlide" Target="/ppt/notesSlides/notesSlide9.xml" Id="Rffc8ee4349e34d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eae9ead0ea64963" /><Relationship Type="http://schemas.openxmlformats.org/officeDocument/2006/relationships/image" Target="/ppt/media/image.png" Id="R079b37b335c44032" /><Relationship Type="http://schemas.openxmlformats.org/officeDocument/2006/relationships/image" Target="/ppt/media/image.svg" Id="Radd59f987e754c38" /><Relationship Type="http://schemas.openxmlformats.org/officeDocument/2006/relationships/image" Target="/ppt/media/image2.png" Id="R9c49016454b5444f" /><Relationship Type="http://schemas.openxmlformats.org/officeDocument/2006/relationships/image" Target="/ppt/media/image2.svg" Id="Racb616bebf214c5b" /><Relationship Type="http://schemas.openxmlformats.org/officeDocument/2006/relationships/image" Target="/ppt/media/image3.png" Id="R91462b10107f492d" /><Relationship Type="http://schemas.openxmlformats.org/officeDocument/2006/relationships/image" Target="/ppt/media/image3.svg" Id="Re3e2c1a390014f7b" /><Relationship Type="http://schemas.openxmlformats.org/officeDocument/2006/relationships/image" Target="/ppt/media/image4.png" Id="Reef2a479c43b47d4" /><Relationship Type="http://schemas.openxmlformats.org/officeDocument/2006/relationships/image" Target="/ppt/media/image4.svg" Id="Rd61129f8e9bf4d14" /><Relationship Type="http://schemas.openxmlformats.org/officeDocument/2006/relationships/notesSlide" Target="/ppt/notesSlides/notesSlide10.xml" Id="Rde9d7815bcb549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6408B38-7B39-4818-ABD3-C32C9204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A1CD72B-3514-4ADA-BF2F-436D465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9BB6160-A660-45DA-B38F-8E09AFE8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VIP 先生 家庭定制方案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EB3B775-8316-438D-B078-F16B5A6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84B35F7-7A1A-4B6F-94B4-9CF08BC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1834B8E-69A8-4C29-A36A-016DBF71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CCD889DE-D284-4004-BB36-4584E13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09D8E64-4919-4BF2-8DB4-E023FA3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5D7A1BF-1B03-4F0B-B156-A83A2ABA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41160568-C333-4C42-80B8-33754D2C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1FFAF3C-5CC2-47A1-94C7-601F84BD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CB3A589-BF09-432E-BACF-3E6C628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4F27B9C-DAC4-47E8-8EC6-A14A9E01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F1DF97BD-662A-4FCD-9D28-9F48B40D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646a6bfd6496a">
            <a:extLst>
              <a:ext uri="{96DAC541-7B7A-43D3-8B79-37D633B846F1}">
                <asvg:svgBlip xmlns:asvg="http://schemas.microsoft.com/office/drawing/2016/SVG/main" r:embed="Rd4f82cadb9d64434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AE19EC9-2629-4CDD-BEFC-8D6F05C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CDA04165-2400-41EC-8737-54A9CCB6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友邦保险 · 环X盈活储蓄保险计划(5年缴费)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CCFB257-7187-4642-8646-F6690E28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95356F88-A61D-48B0-8849-11F28D1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d70aa82274fa3">
            <a:extLst>
              <a:ext uri="{96DAC541-7B7A-43D3-8B79-37D633B846F1}">
                <asvg:svgBlip xmlns:asvg="http://schemas.microsoft.com/office/drawing/2016/SVG/main" r:embed="Rda5d3aaa92384837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53D37FC-84A2-4532-8136-F3ABB279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46EB328-733B-411C-B3C4-EC4019EA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9F7A5761-A58B-4B95-BFB9-4B4406D3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76BAAE5C-83A9-4353-B2B9-3F68A495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fdb5355a54d63">
            <a:extLst>
              <a:ext uri="{96DAC541-7B7A-43D3-8B79-37D633B846F1}">
                <asvg:svgBlip xmlns:asvg="http://schemas.microsoft.com/office/drawing/2016/SVG/main" r:embed="R5d513894a55a462f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69610A6-6988-47B5-AE48-4C53C5C4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589CB654-A2E6-4D63-B897-CC4E80E5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DABD984-2CDF-4993-88EC-E65B0E68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0DBF13C7-B55F-482D-8A19-6B273D6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d36304d964f41">
            <a:extLst>
              <a:ext uri="{96DAC541-7B7A-43D3-8B79-37D633B846F1}">
                <asvg:svgBlip xmlns:asvg="http://schemas.microsoft.com/office/drawing/2016/SVG/main" r:embed="R1e6ddbc87a914ce9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2F3B45B2-1ED3-4672-A629-35E7ED4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7CB4929B-0763-4AD7-AA16-4BCAA043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2026-06-01</a:t>
            </a:r>
          </a:p>
        </p:txBody>
      </p:sp>
    </p:spTree>
    <p:extLst>
      <p:ext uri="{BB962C8B-B14F-4D97-AF65-F5344CB8AC3E}">
        <p14:creationId xmlns:p14="http://schemas.microsoft.com/office/powerpoint/2010/main" val="20942956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6004D34-DD98-4BE0-AE7A-B9A74B02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39384B5-438B-48BA-961D-1E303BF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12F86BC-D073-4896-A178-14237AE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友邦保险公司介绍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2B54397-4FE8-4600-AA4E-86B3916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689B891-80E4-4D73-87EF-6CC57EA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D64EA402-AA98-4E41-B4A8-FEA0C20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ACFA066-D07C-4D2E-8CA3-45218B1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BBF1F1C-B9F0-45AC-91E2-83D7C99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7D07A5D-CBA0-444B-9D9C-0D30A4F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427B17A-4EE5-4527-B91D-18978A3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9475201-F651-4B26-B2AD-61E6148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5EBDD56-3A48-4613-AA86-AAECE25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B39EF643-9EDF-4543-9C26-D43EE09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9685C5C-4F3A-4E5D-ABEB-5AD378F3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2726A3A-D36F-48BC-85FC-26F97E6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BD2624D-C301-4480-A9C3-0204649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E1AA2C-8DDF-4B35-B31F-57A3061E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806E8D9-5BF8-47C0-B092-9EE325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70AC669-590D-4A92-8F98-4F11C134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B5711E3D-DA09-4F37-A1F4-F07F8770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450A2FD-4F9A-4B46-A551-C87F6122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DD0F5E2-1F8A-49BF-AA52-C248208A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88A3510-4DFB-419B-B681-8366CD5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98A15462-6A88-45D5-AFFE-820F832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E1DDA4B5-2D94-46EC-93AC-2948C014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E12DAAF3-7748-4BD1-8B30-D7E55229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7443876-CBAA-4239-B7D8-8A7AACC2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22A4B2E-DEF0-478C-A4C1-5174671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FC21A227-1F23-4516-8446-BAF3B90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48AA81F4-3C08-438C-81AB-6067715E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c508390044b29"/>
          <a:srcRect xmlns:a="http://schemas.openxmlformats.org/drawingml/2006/main" l="13258" t="0" r="13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CDD85F95-0AF4-48CC-B225-F4DD1406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6D80F2E-4CDA-48D0-BA29-CE1318FA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公司资料来自内部知识库（公开口径）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5AC9868D-2B1F-4D36-A7E7-6525E88C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2013BBE-5537-472A-84F0-AB36C1D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e84b724094e11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F4BABF0F-B23C-49E4-A69A-008EC2D0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A4771E2-C137-415D-BDA2-34EA52DD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以长期偿付与资产实力为核心筛选依据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BFD66CE-1C5A-406F-9372-9FC4FDA1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447EB37C-47B1-4096-96B7-4ED668FB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e84b724094e11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E5FCD4A0-DB1D-495A-93CF-F12AC9E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28DA3ACB-025F-47AF-BB97-3FE71BC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本页用于销售沟通，正式数值与官方计划书分层呈现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CA1C37B3-4091-4124-A560-B0BEBC9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19E19DBD-9AB7-4ED1-A7CF-694191C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e84b724094e11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4B7D092-9A72-4033-8E20-A9034C6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6B93F289-42E6-47DB-9717-E925434D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4255606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931A800-F0A1-4E95-91D1-AF0101C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0D4B7D8-98BA-4DBA-970C-9995DE1A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F2064E2-E66C-42AF-B4F2-24D5808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产品亮点概览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39A354D-C937-4F15-8793-749B41FD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DD993E7-F6A8-403B-B20E-E768D7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c0828bed44de4">
            <a:extLst>
              <a:ext uri="{96DAC541-7B7A-43D3-8B79-37D633B846F1}">
                <asvg:svgBlip xmlns:asvg="http://schemas.microsoft.com/office/drawing/2016/SVG/main" r:embed="Rff1a08b0fcb8465f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B553E64-78F9-4042-AAA0-35D4C3B3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A3C976ED-CF72-4EEC-91C3-1C71B18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F65E1D2-749F-4795-8AF8-8BED86A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13019E1-2A16-465D-8211-07BF884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长期价值来源于保证底盘 + 非保证增值，图表用于结构化解释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0A73322-8543-402F-B115-3E43788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32AD1B92-9242-46E3-AFB7-6CB9933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0D90986-6AB4-41D0-8302-994BEDA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B9AB3266-C05A-48AB-AEAD-F956EA2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6C3245C-BB92-4472-8387-EF1F503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6409842-C2D1-4032-8F8B-2278613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3d78e1bdb4899">
            <a:extLst>
              <a:ext uri="{96DAC541-7B7A-43D3-8B79-37D633B846F1}">
                <asvg:svgBlip xmlns:asvg="http://schemas.microsoft.com/office/drawing/2016/SVG/main" r:embed="R1ebd1d568a204b99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D7754C8-F3F8-4959-B721-98A6EC3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总缴保费约 US$500,000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85286E1-D41D-486D-B72A-C897791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35AF088-072C-4523-9B48-EE475CA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debbec9a94476">
            <a:extLst>
              <a:ext uri="{96DAC541-7B7A-43D3-8B79-37D633B846F1}">
                <asvg:svgBlip xmlns:asvg="http://schemas.microsoft.com/office/drawing/2016/SVG/main" r:embed="R3d7268e3208a4e94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2E6EAE1-4DEA-4A7B-B9F6-2ADB6E6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508E865-8F71-4C3F-AB56-C977DC08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不提领：20年约 2.72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620EC2D-C036-49F0-9752-F382327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4DB15C2-519F-4B3C-B5DF-4815EA8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5b4e1984d4fed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2C3C3FC-6F77-483D-AFE2-D3B5186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8E673F4-767C-4555-9F1C-6E49C9A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不提领：30年约 5.85 倍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331EF-FCE9-44F1-83C2-2955428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5b4e1984d4fed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55276CC-354F-4E70-A0BD-2D65809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F0797D0-BE07-4839-AB95-AFF4756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3358276-D161-4DF4-AF87-2A71BC1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5b4e1984d4fed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AA32B2F-68EE-4C77-BE96-CCA1D49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6C9AB7A-EA9E-427D-B420-536CDC4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142DD4DE-A57F-438E-AAAD-EA443A6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5b4e1984d4fed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39F5C2C-4F9F-420C-964B-E34AC96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BAAD644-A8CF-49EC-B25B-DD121E3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540904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79BA207-5594-4666-83DB-3810AAE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43C97A0-F010-48D9-91EA-18A7A54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C4A2D0F-0CFB-4B2F-87DA-665EB9F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现金流与风险准备并行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3BC0581-157A-4ADC-BB0A-48416BD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E69F9B8-EC64-4ECF-95DC-9B88C39C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389D1FD-19F3-4C54-9E59-56A3B24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ad0c749f743c9"/>
          <a:srcRect xmlns:a="http://schemas.openxmlformats.org/drawingml/2006/main" l="17326" t="0" r="17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EC5EE5B-3E8D-4326-809F-498F147F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FE835EB-DB08-49E5-9CDB-7CC8F477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B486BC8-C19E-4C1C-9A62-2BD866F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B7F19DA-4280-487E-A900-BA4484C3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B796574-FEA7-47CA-A892-664940E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A4A3B29-8BE1-4009-91E6-178FBCC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9a077a74d46da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F8B19F4-6EBA-4DDE-98FE-74092A70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263EA3D-B74A-43B2-84B6-AB7D06D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FA2E907E-148C-400B-95B4-EEC0A8E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6D494F5D-0BB0-41EE-AD5A-E783773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9a077a74d46da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0CD1E0D-7EE5-421C-8D6C-02571ED4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5AD5E43-5619-4AEB-B82C-7F0712BC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D3E311-02D7-449E-BD52-9623B81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第6年起每年领取 US$35,000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EA213A9-C599-4F35-A157-E6D664D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第20年累计领取 US$525,000</a:t>
            </a: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9a077a74d46da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ED9F652-B157-47E2-B2D0-37575EE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5380D53-A162-4E8E-B9E6-C58EF6AC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EA97DA6-8888-421D-86BE-9C42E2B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 US$875,000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9C519D2-2744-4473-A23D-C095A054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 US$1,925,000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9a077a74d46da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00CA6425-120B-439F-B069-92A7A6A8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9A1CE16-848B-498F-BAEA-06C152A5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9E2074B9-A6C9-4CF6-9C94-3678BF20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ACDE14E2-E4E2-4E86-9F7D-F1A0076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a1808815e4fd3">
            <a:extLst>
              <a:ext uri="{96DAC541-7B7A-43D3-8B79-37D633B846F1}">
                <asvg:svgBlip xmlns:asvg="http://schemas.microsoft.com/office/drawing/2016/SVG/main" r:embed="Rf1d7d59c7caf4a6c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5CA5B9C-8656-4B69-9EF4-4546DC81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8456E3C2-FD4B-461B-A369-91863D80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40EAAC41-2BA1-4768-A86E-8768C2FA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6547aea4c4353">
            <a:extLst>
              <a:ext uri="{96DAC541-7B7A-43D3-8B79-37D633B846F1}">
                <asvg:svgBlip xmlns:asvg="http://schemas.microsoft.com/office/drawing/2016/SVG/main" r:embed="R0589c721244b4ac4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22C7F51-A359-4AD5-9AA8-FE74292C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71AB7720-1068-4A47-81D3-7C410FF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2d13c3ea8435f">
            <a:extLst>
              <a:ext uri="{96DAC541-7B7A-43D3-8B79-37D633B846F1}">
                <asvg:svgBlip xmlns:asvg="http://schemas.microsoft.com/office/drawing/2016/SVG/main" r:embed="Rc5402230735f48cc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E7EB2A4-F635-4A01-A1DB-76FF988F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D6C9350A-A47F-4FEE-BE41-5D3B8D8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a0778dd62465d">
            <a:extLst>
              <a:ext uri="{96DAC541-7B7A-43D3-8B79-37D633B846F1}">
                <asvg:svgBlip xmlns:asvg="http://schemas.microsoft.com/office/drawing/2016/SVG/main" r:embed="R01b753aa070d4b55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9027F709-E352-499B-82C9-E5F09A5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2202633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034B0C4-E30E-467F-9600-C451032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75D98BA-01F2-4056-8FD4-63CADD4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92B0926-0281-479F-9E58-A600C2D5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教育金领取路径（横向里程碑）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9CF2D526-E045-48C5-BD27-7DDEE1AD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F83DB0A-8EB2-47D4-9375-1A6C4665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19d55f53f4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EBEAB838-50AC-4EE1-BC0C-7DE97BCF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131829B-9A05-4217-95E5-B500F49C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7752C9B-30FB-44BC-B3BC-2CE76973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B2C39486-390D-4A3A-A9AF-95CFEE18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875AB8D-2EA7-4954-AA9C-ADD6A221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A7DCD4B-5A68-4007-9E4F-1482F058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FF2935FD-8DB5-450A-AAAE-E969C4F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EC2D6E2-D54A-464D-B1AF-7729AC5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F5CA79A-5785-44ED-97C3-C276057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第6年开始领取，每年约 US$35,000；第20年累计约 US$525,000。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59735A10-F5B6-42F7-8E60-AF1F7C8B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4EFE41A-5A69-45E2-8D7D-EAF8E832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D6A7CFF8-6D9E-454D-8430-601D7851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5E61BEF0-5926-46DC-90E6-C923002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19d55f53f4413">
            <a:extLst>
              <a:ext uri="{96DAC541-7B7A-43D3-8B79-37D633B846F1}">
                <asvg:svgBlip xmlns:asvg="http://schemas.microsoft.com/office/drawing/2016/SVG/main" r:embed="Readb867e1edf4c01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53880C7E-1B37-4595-87B6-4CBC89E7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AC01145-4986-4833-BB51-0ED59C5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D8052F01-4DBB-409E-9961-9325F15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958CD878-DBEB-4472-9AB4-D4E36AB2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0db02ae304e49">
            <a:extLst>
              <a:ext uri="{96DAC541-7B7A-43D3-8B79-37D633B846F1}">
                <asvg:svgBlip xmlns:asvg="http://schemas.microsoft.com/office/drawing/2016/SVG/main" r:embed="R70b9d147bc794c96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5AEDCCCB-4507-4870-A152-11D0EE74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776289DC-E742-4CED-931B-6BE5DFB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第30年累计约 US$875,000，同时保留退保价值。</a:t>
            </a:r>
          </a:p>
        </p:txBody>
      </p:sp>
    </p:spTree>
    <p:extLst>
      <p:ext uri="{BB962C8B-B14F-4D97-AF65-F5344CB8AC3E}">
        <p14:creationId xmlns:p14="http://schemas.microsoft.com/office/powerpoint/2010/main" val="16035396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79BA207-5594-4666-83DB-3810AAE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43C97A0-F010-48D9-91EA-18A7A54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C4A2D0F-0CFB-4B2F-87DA-665EB9F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养老金视角：领取与剩余价值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3BC0581-157A-4ADC-BB0A-48416BD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E69F9B8-EC64-4ECF-95DC-9B88C39C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389D1FD-19F3-4C54-9E59-56A3B24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e855af93b47fa"/>
          <a:srcRect xmlns:a="http://schemas.openxmlformats.org/drawingml/2006/main" l="17326" t="0" r="17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EC5EE5B-3E8D-4326-809F-498F147F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FE835EB-DB08-49E5-9CDB-7CC8F477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B486BC8-C19E-4C1C-9A62-2BD866F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B7F19DA-4280-487E-A900-BA4484C3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B796574-FEA7-47CA-A892-664940E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A4A3B29-8BE1-4009-91E6-178FBCC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c6861c28424f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F8B19F4-6EBA-4DDE-98FE-74092A70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263EA3D-B74A-43B2-84B6-AB7D06D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FA2E907E-148C-400B-95B4-EEC0A8E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6D494F5D-0BB0-41EE-AD5A-E783773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c6861c28424f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0CD1E0D-7EE5-421C-8D6C-02571ED4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5AD5E43-5619-4AEB-B82C-7F0712BC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D3E311-02D7-449E-BD52-9623B81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第30年累计领取约 US$875,000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EA213A9-C599-4F35-A157-E6D664D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c6861c28424f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ED9F652-B157-47E2-B2D0-37575EE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5380D53-A162-4E8E-B9E6-C58EF6AC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EA97DA6-8888-421D-86BE-9C42E2B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第60年累计领取约 US$1,925,000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9C519D2-2744-4473-A23D-C095A054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领取后仍有保单价值，便于兼顾灵活性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c6861c28424f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00CA6425-120B-439F-B069-92A7A6A8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9A1CE16-848B-498F-BAEA-06C152A5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9E2074B9-A6C9-4CF6-9C94-3678BF20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ACDE14E2-E4E2-4E86-9F7D-F1A0076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d7299edeb42f8">
            <a:extLst>
              <a:ext uri="{96DAC541-7B7A-43D3-8B79-37D633B846F1}">
                <asvg:svgBlip xmlns:asvg="http://schemas.microsoft.com/office/drawing/2016/SVG/main" r:embed="R0c5dfebe538549bb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5CA5B9C-8656-4B69-9EF4-4546DC81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8456E3C2-FD4B-461B-A369-91863D80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40EAAC41-2BA1-4768-A86E-8768C2FA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d71bf4f8b4a5e">
            <a:extLst>
              <a:ext uri="{96DAC541-7B7A-43D3-8B79-37D633B846F1}">
                <asvg:svgBlip xmlns:asvg="http://schemas.microsoft.com/office/drawing/2016/SVG/main" r:embed="R5c74a5a9eec74d6d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22C7F51-A359-4AD5-9AA8-FE74292C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71AB7720-1068-4A47-81D3-7C410FF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94f2802d8428a">
            <a:extLst>
              <a:ext uri="{96DAC541-7B7A-43D3-8B79-37D633B846F1}">
                <asvg:svgBlip xmlns:asvg="http://schemas.microsoft.com/office/drawing/2016/SVG/main" r:embed="R612583059f084d51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E7EB2A4-F635-4A01-A1DB-76FF988F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D6C9350A-A47F-4FEE-BE41-5D3B8D8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f73105e9949cf">
            <a:extLst>
              <a:ext uri="{96DAC541-7B7A-43D3-8B79-37D633B846F1}">
                <asvg:svgBlip xmlns:asvg="http://schemas.microsoft.com/office/drawing/2016/SVG/main" r:embed="Re985921a922a4d47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9027F709-E352-499B-82C9-E5F09A5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2202633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931A800-F0A1-4E95-91D1-AF0101C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0D4B7D8-98BA-4DBA-970C-9995DE1A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F2064E2-E66C-42AF-B4F2-24D5808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39A354D-C937-4F15-8793-749B41FD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DD993E7-F6A8-403B-B20E-E768D7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5da03c204473d">
            <a:extLst>
              <a:ext uri="{96DAC541-7B7A-43D3-8B79-37D633B846F1}">
                <asvg:svgBlip xmlns:asvg="http://schemas.microsoft.com/office/drawing/2016/SVG/main" r:embed="R02882c1deda247c2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B553E64-78F9-4042-AAA0-35D4C3B3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A3C976ED-CF72-4EEC-91C3-1C71B18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F65E1D2-749F-4795-8AF8-8BED86A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13019E1-2A16-465D-8211-07BF884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字段包含：年龄、保单年度、已交总保费、领取金额、累计领取、退保现金价值、单利、复利。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0A73322-8543-402F-B115-3E43788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32AD1B92-9242-46E3-AFB7-6CB9933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0D90986-6AB4-41D0-8302-994BEDA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B9AB3266-C05A-48AB-AEAD-F956EA2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6C3245C-BB92-4472-8387-EF1F503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6409842-C2D1-4032-8F8B-2278613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cd0d7715b4bbc">
            <a:extLst>
              <a:ext uri="{96DAC541-7B7A-43D3-8B79-37D633B846F1}">
                <asvg:svgBlip xmlns:asvg="http://schemas.microsoft.com/office/drawing/2016/SVG/main" r:embed="R6c031c6ff2644a39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D7754C8-F3F8-4959-B721-98A6EC3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85286E1-D41D-486D-B72A-C897791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35AF088-072C-4523-9B48-EE475CA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9bc5e52ea4d15">
            <a:extLst>
              <a:ext uri="{96DAC541-7B7A-43D3-8B79-37D633B846F1}">
                <asvg:svgBlip xmlns:asvg="http://schemas.microsoft.com/office/drawing/2016/SVG/main" r:embed="Rfa1bcc3b244c4b9c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2E6EAE1-4DEA-4A7B-B9F6-2ADB6E6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508E865-8F71-4C3F-AB56-C977DC08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620EC2D-C036-49F0-9752-F382327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4DB15C2-519F-4B3C-B5DF-4815EA8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bdbacbd44431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2C3C3FC-6F77-483D-AFE2-D3B5186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8E673F4-767C-4555-9F1C-6E49C9A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331EF-FCE9-44F1-83C2-2955428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bdbacbd44431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55276CC-354F-4E70-A0BD-2D65809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F0797D0-BE07-4839-AB95-AFF4756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3358276-D161-4DF4-AF87-2A71BC1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bdbacbd444312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AA32B2F-68EE-4C77-BE96-CCA1D49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6C9AB7A-EA9E-427D-B420-536CDC4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142DD4DE-A57F-438E-AAAD-EA443A6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bdbacbd44431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39F5C2C-4F9F-420C-964B-E34AC96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BAAD644-A8CF-49EC-B25B-DD121E3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540904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931A800-F0A1-4E95-91D1-AF0101C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0D4B7D8-98BA-4DBA-970C-9995DE1A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F2064E2-E66C-42AF-B4F2-24D5808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不提领方案数据表（每10年）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39A354D-C937-4F15-8793-749B41FD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DD993E7-F6A8-403B-B20E-E768D7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c00aa44bf4087">
            <a:extLst>
              <a:ext uri="{96DAC541-7B7A-43D3-8B79-37D633B846F1}">
                <asvg:svgBlip xmlns:asvg="http://schemas.microsoft.com/office/drawing/2016/SVG/main" r:embed="R0ee2b9b58b5d41d4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B553E64-78F9-4042-AAA0-35D4C3B3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A3C976ED-CF72-4EEC-91C3-1C71B18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F65E1D2-749F-4795-8AF8-8BED86A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13019E1-2A16-465D-8211-07BF884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第20年约 2.72 倍，第30年约 5.85 倍。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0A73322-8543-402F-B115-3E43788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32AD1B92-9242-46E3-AFB7-6CB9933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0D90986-6AB4-41D0-8302-994BEDA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B9AB3266-C05A-48AB-AEAD-F956EA2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6C3245C-BB92-4472-8387-EF1F503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6409842-C2D1-4032-8F8B-2278613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bc8337da44ed5">
            <a:extLst>
              <a:ext uri="{96DAC541-7B7A-43D3-8B79-37D633B846F1}">
                <asvg:svgBlip xmlns:asvg="http://schemas.microsoft.com/office/drawing/2016/SVG/main" r:embed="R2a22a0fbe39f4d30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D7754C8-F3F8-4959-B721-98A6EC3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85286E1-D41D-486D-B72A-C897791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35AF088-072C-4523-9B48-EE475CA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df9cceedb49e1">
            <a:extLst>
              <a:ext uri="{96DAC541-7B7A-43D3-8B79-37D633B846F1}">
                <asvg:svgBlip xmlns:asvg="http://schemas.microsoft.com/office/drawing/2016/SVG/main" r:embed="R9d44634c85d047f8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2E6EAE1-4DEA-4A7B-B9F6-2ADB6E6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508E865-8F71-4C3F-AB56-C977DC08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620EC2D-C036-49F0-9752-F382327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4DB15C2-519F-4B3C-B5DF-4815EA8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0e0c2d0614b0e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2C3C3FC-6F77-483D-AFE2-D3B5186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8E673F4-767C-4555-9F1C-6E49C9A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331EF-FCE9-44F1-83C2-2955428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0e0c2d0614b0e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55276CC-354F-4E70-A0BD-2D65809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F0797D0-BE07-4839-AB95-AFF4756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3358276-D161-4DF4-AF87-2A71BC1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0e0c2d0614b0e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AA32B2F-68EE-4C77-BE96-CCA1D49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6C9AB7A-EA9E-427D-B420-536CDC4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142DD4DE-A57F-438E-AAAD-EA443A6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0e0c2d0614b0e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39F5C2C-4F9F-420C-964B-E34AC96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BAAD644-A8CF-49EC-B25B-DD121E3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540904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6004D34-DD98-4BE0-AE7A-B9A74B02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39384B5-438B-48BA-961D-1E303BF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12F86BC-D073-4896-A178-14237AE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方案结论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2B54397-4FE8-4600-AA4E-86B3916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689B891-80E4-4D73-87EF-6CC57EA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D64EA402-AA98-4E41-B4A8-FEA0C20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ACFA066-D07C-4D2E-8CA3-45218B1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BBF1F1C-B9F0-45AC-91E2-83D7C99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7D07A5D-CBA0-444B-9D9C-0D30A4F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427B17A-4EE5-4527-B91D-18978A3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9475201-F651-4B26-B2AD-61E6148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5EBDD56-3A48-4613-AA86-AAECE25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B39EF643-9EDF-4543-9C26-D43EE09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9685C5C-4F3A-4E5D-ABEB-5AD378F3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2726A3A-D36F-48BC-85FC-26F97E6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BD2624D-C301-4480-A9C3-0204649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E1AA2C-8DDF-4B35-B31F-57A3061E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806E8D9-5BF8-47C0-B092-9EE325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70AC669-590D-4A92-8F98-4F11C134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B5711E3D-DA09-4F37-A1F4-F07F8770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450A2FD-4F9A-4B46-A551-C87F6122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DD0F5E2-1F8A-49BF-AA52-C248208A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88A3510-4DFB-419B-B681-8366CD5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98A15462-6A88-45D5-AFFE-820F832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E1DDA4B5-2D94-46EC-93AC-2948C014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E12DAAF3-7748-4BD1-8B30-D7E55229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7443876-CBAA-4239-B7D8-8A7AACC2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22A4B2E-DEF0-478C-A4C1-5174671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FC21A227-1F23-4516-8446-BAF3B90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48AA81F4-3C08-438C-81AB-6067715E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1f5c9910743df"/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CDD85F95-0AF4-48CC-B225-F4DD1406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6D80F2E-4CDA-48D0-BA29-CE1318FA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通过“提领 / 不提领”双视角，兼顾教育金和长期现金流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5AC9868D-2B1F-4D36-A7E7-6525E88C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2013BBE-5537-472A-84F0-AB36C1D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fede4fe854a9a"/>
          <a:srcRect xmlns:a="http://schemas.openxmlformats.org/drawingml/2006/main" l="21510" t="0" r="21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F4BABF0F-B23C-49E4-A69A-008EC2D0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A4771E2-C137-415D-BDA2-34EA52DD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关键数字均可回溯到官方计划书对应年度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BFD66CE-1C5A-406F-9372-9FC4FDA1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447EB37C-47B1-4096-96B7-4ED668FB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fede4fe854a9a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E5FCD4A0-DB1D-495A-93CF-F12AC9E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28DA3ACB-025F-47AF-BB97-3FE71BC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CA1C37B3-4091-4124-A560-B0BEBC9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19E19DBD-9AB7-4ED1-A7CF-694191C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fede4fe854a9a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4B7D092-9A72-4033-8E20-A9034C6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6B93F289-42E6-47DB-9717-E925434D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4255606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6408B38-7B39-4818-ABD3-C32C9204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A1CD72B-3514-4ADA-BF2F-436D465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9BB6160-A660-45DA-B38F-8E09AFE8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EB3B775-8316-438D-B078-F16B5A6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84B35F7-7A1A-4B6F-94B4-9CF08BC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1834B8E-69A8-4C29-A36A-016DBF71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CCD889DE-D284-4004-BB36-4584E13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09D8E64-4919-4BF2-8DB4-E023FA3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5D7A1BF-1B03-4F0B-B156-A83A2ABA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41160568-C333-4C42-80B8-33754D2C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1FFAF3C-5CC2-47A1-94C7-601F84BD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CB3A589-BF09-432E-BACF-3E6C628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4F27B9C-DAC4-47E8-8EC6-A14A9E01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F1DF97BD-662A-4FCD-9D28-9F48B40D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b37b335c44032">
            <a:extLst>
              <a:ext uri="{96DAC541-7B7A-43D3-8B79-37D633B846F1}">
                <asvg:svgBlip xmlns:asvg="http://schemas.microsoft.com/office/drawing/2016/SVG/main" r:embed="Radd59f987e754c38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AE19EC9-2629-4CDD-BEFC-8D6F05C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CDA04165-2400-41EC-8737-54A9CCB6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如需调整提领节奏，可基于同一模型自动重算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CCFB257-7187-4642-8646-F6690E28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95356F88-A61D-48B0-8849-11F28D1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9016454b5444f">
            <a:extLst>
              <a:ext uri="{96DAC541-7B7A-43D3-8B79-37D633B846F1}">
                <asvg:svgBlip xmlns:asvg="http://schemas.microsoft.com/office/drawing/2016/SVG/main" r:embed="Racb616bebf214c5b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53D37FC-84A2-4532-8136-F3ABB279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46EB328-733B-411C-B3C4-EC4019EA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9F7A5761-A58B-4B95-BFB9-4B4406D3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76BAAE5C-83A9-4353-B2B9-3F68A495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62b10107f492d">
            <a:extLst>
              <a:ext uri="{96DAC541-7B7A-43D3-8B79-37D633B846F1}">
                <asvg:svgBlip xmlns:asvg="http://schemas.microsoft.com/office/drawing/2016/SVG/main" r:embed="Re3e2c1a390014f7b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69610A6-6988-47B5-AE48-4C53C5C4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589CB654-A2E6-4D63-B897-CC4E80E5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DABD984-2CDF-4993-88EC-E65B0E68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0DBF13C7-B55F-482D-8A19-6B273D6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2a479c43b47d4">
            <a:extLst>
              <a:ext uri="{96DAC541-7B7A-43D3-8B79-37D633B846F1}">
                <asvg:svgBlip xmlns:asvg="http://schemas.microsoft.com/office/drawing/2016/SVG/main" r:embed="Rd61129f8e9bf4d14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2F3B45B2-1ED3-4672-A629-35E7ED4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7CB4929B-0763-4AD7-AA16-4BCAA043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209429564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2026-06-01T15:58:14.5580000Z</dcterms:created>
  <dcterms:modified xsi:type="dcterms:W3CDTF">2026-06-01T15:58:14.5580000Z</dcterms:modified>
</coreProperties>
</file>