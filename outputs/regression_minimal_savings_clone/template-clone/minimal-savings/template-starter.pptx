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faa58235b547c4" /><Relationship Type="http://schemas.openxmlformats.org/officeDocument/2006/relationships/extended-properties" Target="/docProps/app.xml" Id="Ra6f2691ffdfe4aa1" /><Relationship Type="http://schemas.openxmlformats.org/officeDocument/2006/relationships/officeDocument" Target="/ppt/presentation.xml" Id="R3a901f19e308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ca5b5c2284608"/>
  </p:sldMasterIdLst>
  <p:notesMasterIdLst>
    <p:notesMasterId xmlns:r="http://schemas.openxmlformats.org/officeDocument/2006/relationships" r:id="Rd4b8775a9bf644f6"/>
  </p:notesMasterIdLst>
  <p:sldIdLst>
    <p:sldId xmlns:r="http://schemas.openxmlformats.org/officeDocument/2006/relationships" id="256" r:id="R409b65b4626245cd"/>
    <p:sldId xmlns:r="http://schemas.openxmlformats.org/officeDocument/2006/relationships" id="257" r:id="Re74231099fed471e"/>
    <p:sldId xmlns:r="http://schemas.openxmlformats.org/officeDocument/2006/relationships" id="258" r:id="Rf8ffc6b03da44496"/>
    <p:sldId xmlns:r="http://schemas.openxmlformats.org/officeDocument/2006/relationships" id="259" r:id="R2f525863ea3449f8"/>
    <p:sldId xmlns:r="http://schemas.openxmlformats.org/officeDocument/2006/relationships" id="260" r:id="R7fc54b88290849ba"/>
    <p:sldId xmlns:r="http://schemas.openxmlformats.org/officeDocument/2006/relationships" id="261" r:id="R96accaf020594a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ca5b5c2284608" /><Relationship Type="http://schemas.openxmlformats.org/officeDocument/2006/relationships/theme" Target="/ppt/theme/theme1.xml" Id="R246c8af5ba2f4c9a" /><Relationship Type="http://schemas.openxmlformats.org/officeDocument/2006/relationships/notesMaster" Target="/ppt/notesMasters/notesMaster1.xml" Id="Rd4b8775a9bf644f6" /><Relationship Type="http://schemas.openxmlformats.org/officeDocument/2006/relationships/presProps" Target="/ppt/presProps.xml" Id="R046b59ac6f2942a9" /><Relationship Type="http://schemas.openxmlformats.org/officeDocument/2006/relationships/viewProps" Target="/ppt/viewProps.xml" Id="R412e3b0a748d43ce" /><Relationship Type="http://schemas.openxmlformats.org/officeDocument/2006/relationships/tableStyles" Target="/ppt/tableStyles.xml" Id="R74d09e0bed0a4edc" /><Relationship Type="http://schemas.openxmlformats.org/officeDocument/2006/relationships/slide" Target="/ppt/slides/slide1.xml" Id="R409b65b4626245cd" /><Relationship Type="http://schemas.openxmlformats.org/officeDocument/2006/relationships/slide" Target="/ppt/slides/slide2.xml" Id="Re74231099fed471e" /><Relationship Type="http://schemas.openxmlformats.org/officeDocument/2006/relationships/slide" Target="/ppt/slides/slide3.xml" Id="Rf8ffc6b03da44496" /><Relationship Type="http://schemas.openxmlformats.org/officeDocument/2006/relationships/slide" Target="/ppt/slides/slide4.xml" Id="R2f525863ea3449f8" /><Relationship Type="http://schemas.openxmlformats.org/officeDocument/2006/relationships/slide" Target="/ppt/slides/slide5.xml" Id="R7fc54b88290849ba" /><Relationship Type="http://schemas.openxmlformats.org/officeDocument/2006/relationships/slide" Target="/ppt/slides/slide6.xml" Id="R96accaf02059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b725a9d6f247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6128d0a07461e" /><Relationship Type="http://schemas.openxmlformats.org/officeDocument/2006/relationships/notesMaster" Target="/ppt/notesMasters/notesMaster1.xml" Id="R6637d4610774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b5aee550b047e5" /><Relationship Type="http://schemas.openxmlformats.org/officeDocument/2006/relationships/notesMaster" Target="/ppt/notesMasters/notesMaster1.xml" Id="R8f5b5baa70a0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52e23b99434a3b" /><Relationship Type="http://schemas.openxmlformats.org/officeDocument/2006/relationships/notesMaster" Target="/ppt/notesMasters/notesMaster1.xml" Id="R69176ee5c74145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547b2ead7c45d4" /><Relationship Type="http://schemas.openxmlformats.org/officeDocument/2006/relationships/notesMaster" Target="/ppt/notesMasters/notesMaster1.xml" Id="R9951184b81514c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861cc94fc64dff" /><Relationship Type="http://schemas.openxmlformats.org/officeDocument/2006/relationships/notesMaster" Target="/ppt/notesMasters/notesMaster1.xml" Id="R2b81bd0f553c46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6f06d77204d65" /><Relationship Type="http://schemas.openxmlformats.org/officeDocument/2006/relationships/notesMaster" Target="/ppt/notesMasters/notesMaster1.xml" Id="R49065a185bd4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a194d478146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28a175d1e44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f55ec3d854f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4f2a57e4c46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5153ef8a149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f7bd5c23447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2f42419414d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3c02988fa43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b13504b13498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5158d769d40a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3140e4f43413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d44ef9b474b8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5dd987b924b2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907edc38242b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45d30c865454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94bbbab3b41d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8509f34e646f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bd741b8494f5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0261edf31455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c6d7788d541f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8e394f6784d9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1bc2a005b41e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65636835a4a3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3b4753e87466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22efa1672475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110de204b43e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91288dbe14a1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b801cd327470c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fbdddb4d84530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4f1aeaa0b4285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0be288f0f45c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a237cac694aee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b076200804dbd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dff7d713b44d8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795b34f1e4db9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5e42ae8614f1a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23bbe46934eac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cba50b3764037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5be9a28d4433a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3aa5b1c37475e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1904bc3384f21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84b8a58b04cff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df60188ba4f0a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d154e9f0349ee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61812672f4b67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dd85a522147b6" /></Relationships>
</file>

<file path=ppt/slideLayouts/slideLayout2.xml><?xml version="1.0" encoding="utf-8"?>
<p:sldLayout xmlns:p="http://schemas.openxmlformats.org/presentationml/2006/main">
  <p:cSld name="封面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7242FCC-87E9-497A-ABE1-E8E7453B2EAF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57318DE-54CD-427C-A697-064E6D15ACE1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91265A-F478-4FAE-867F-8B2FA7352449}"/>
              </a:ext>
            </a:extLst>
          </p:cNvPr>
          <p:cNvSpPr/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F6891E2-27BB-46A9-BB79-9A0E2D0BA829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1530985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000000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3D74DFC6-82DC-4B59-89A9-234F3F2F9FCE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1016000" y="2038985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666761CB-49EE-446D-A36B-412C003938D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1016000" y="4629785"/>
            <a:ext cx="2540882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870159-61F1-4667-8754-B0D67DA4635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67790B-19D9-4F66-8106-E6E4E947550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E5170E1-78C3-4332-A7C1-2D6FB34BF86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833A7A-0D2A-4808-9044-4B3B35675D3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7861FA95-4D34-455A-A610-E20BEF12E6A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800" y="360000"/>
            <a:ext cx="10515600" cy="86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3BE4A49D-B9CF-46C5-9BD5-59CB81C60D2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F6B90EF-9C97-4D62-8521-9EFAAA692AE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0813650-D365-4394-AA0D-326CAB82989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7D43207-2972-4281-89CF-54A9E9B01B2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1B4442B-A4A9-452F-9CAB-860DA5B3A6F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C7C092D-551E-4316-A731-6E1CF9DFFB0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E64966C-3583-484E-A56A-C61BF96BDF0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CFB4869-3037-4E5B-A87F-0C6184869F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481D6DB-AC9C-44BF-83A2-2A125130D9F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67C2738-F06D-49CF-9105-22DC2F773A5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B1123EE3-C344-4AB7-A7D1-AAC4771A4A4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BA9D8B-0B08-45B3-9530-DAA8505A237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608D0C-5537-4F91-ACD4-A29760FED8DE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3110A9F-6BC4-4F25-B306-7E716EF4464E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962B4DD-4A5C-4DB7-B0D8-CBFB9828E08E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2DF5CF7-FF6A-4CDA-9984-CFBFD06668D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D16AF42-6085-4916-921C-ABF4A14246D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7CCC01B-BB57-4E45-8E44-BA69B161E98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8202CCDD-B1E5-48FB-8167-078A517BB53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800" y="360000"/>
            <a:ext cx="10515600" cy="86400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正文页-10014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D46500E-BBBF-4C07-92C0-391D1558492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9BF7D90-6E64-4477-B8D9-6B45BAF579F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2C7B86F-893F-4DC6-9C49-76EBFAA8136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7B3A2D39-9179-4A73-83F0-B0486D35C70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2B0971FA-F20D-44F1-8AE3-511F117F9FBC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2438400" cy="2209800"/>
          </a:xfrm>
          <a:custGeom xmlns:a="http://schemas.openxmlformats.org/drawingml/2006/main"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69B4879-AC29-43ED-BBEE-67EAF6C49D8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3352800" y="1739900"/>
            <a:ext cx="2590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9A3BA1E-771C-401E-86C1-78687C3FD1B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3352800" y="22987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内容占位符 14">
            <a:extLst xmlns:a="http://schemas.openxmlformats.org/drawingml/2006/main">
              <a:ext uri="{FF2B5EF4-FFF2-40B4-BE49-F238E27FC236}">
                <a16:creationId xmlns:a16="http://schemas.microsoft.com/office/drawing/2014/main" id="{868EC6C2-1749-41F4-AB6A-DEEEF1CF45B5}"/>
              </a:ext>
            </a:extLst>
          </p:cNvPr>
          <p:cNvSpPr/>
          <p:nvPr>
            <p:ph idx="16393"/>
          </p:nvPr>
        </p:nvSpPr>
        <p:spPr>
          <a:xfrm xmlns:a="http://schemas.openxmlformats.org/drawingml/2006/main">
            <a:off x="6248400" y="1524000"/>
            <a:ext cx="2438400" cy="2209800"/>
          </a:xfrm>
          <a:custGeom xmlns:a="http://schemas.openxmlformats.org/drawingml/2006/main"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3770351-592B-4EF2-9099-E33A6C755D8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991600" y="1739900"/>
            <a:ext cx="2590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4AD5C86-BDC4-4ADA-8C9B-382CDCFFBA1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8991600" y="22987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内容占位符 17">
            <a:extLst xmlns:a="http://schemas.openxmlformats.org/drawingml/2006/main">
              <a:ext uri="{FF2B5EF4-FFF2-40B4-BE49-F238E27FC236}">
                <a16:creationId xmlns:a16="http://schemas.microsoft.com/office/drawing/2014/main" id="{B78FDA20-4E10-4162-A75B-C392734CB245}"/>
              </a:ext>
            </a:extLst>
          </p:cNvPr>
          <p:cNvSpPr/>
          <p:nvPr>
            <p:ph idx="16394"/>
          </p:nvPr>
        </p:nvSpPr>
        <p:spPr>
          <a:xfrm xmlns:a="http://schemas.openxmlformats.org/drawingml/2006/main">
            <a:off x="609600" y="4038600"/>
            <a:ext cx="2438400" cy="2209800"/>
          </a:xfrm>
          <a:custGeom xmlns:a="http://schemas.openxmlformats.org/drawingml/2006/main"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AEBA5F3-E93B-4857-B7C2-0579B68AED5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3352800" y="4254500"/>
            <a:ext cx="2590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C8035E6E-8746-4EA3-81BE-58010C63E92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3352800" y="48133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正文页-10013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EC87C8F-E3A4-4DA9-B0C8-AEE96F8A77C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598AB16-4C2F-4338-8A32-17B30E63AB2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DA22F40-BC9D-46F4-B4EE-85189FEC2E9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1E94FF2-692F-48D1-9499-0C33B39BEB4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3A3A5B19-BF12-44F7-B33A-27A843B1F74F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489200"/>
          </a:xfrm>
          <a:custGeom xmlns:a="http://schemas.openxmlformats.org/drawingml/2006/main"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23FC31C-EDF3-4265-A252-3E713C6D732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4470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E9968DD-4A72-4719-8ED8-FB40B67B4477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50292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8415BB21-7746-4A5F-8845-4AE2276ADB6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4470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130CE03D-7288-432F-9516-DAAA23D6258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50292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A38E05A5-9C39-43A6-8DAA-B4DEE27AA2A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4470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B538EB5-22E2-4644-96B8-7D0DBF053C1A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50292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正文页-51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8913011-748F-4D69-8447-D31EDE17D33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BBEFE8F-CD64-46BC-8A22-A7E9FE9C61E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20DB33-8698-4CDC-8080-3EE82CD77A6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9DE9EA55-429C-45F5-8101-240CD87B069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1750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776D9229-7E2E-45D8-99DB-2364360362CC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32000"/>
          </a:xfrm>
          <a:custGeom xmlns:a="http://schemas.openxmlformats.org/drawingml/2006/main"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4DBBDB6-9870-4344-8A9A-0C288F42DE0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41656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A2758CEB-7998-4410-99A1-A803285568A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724400"/>
            <a:ext cx="3251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D982ACC8-682D-4FCE-9D0C-91109CF9E3B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41656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FEF367ED-7F7D-4E2B-8FB5-A2975E0F36A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4724400"/>
            <a:ext cx="3251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956D19C8-F4D1-41EA-9D7F-768A9035573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41656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F4838673-41FA-43D2-B3D1-C7D9BC60198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4724400"/>
            <a:ext cx="3251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正文页-10003_1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2628C7A-C261-4E45-96CB-B0B4AC3B550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0DC45AD-799A-45CA-A07F-BF6B4CFF614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9B539DD-4603-49F6-8A32-E5914CE0A2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2ACE4BA4-5876-4086-B0A8-69F2FC0A81E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B0E6081D-D456-4C7C-BF87-2CB1ED01E69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2133600"/>
            <a:ext cx="345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439051A0-7172-472A-B13E-4BF8FA7FAF5E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2692400"/>
            <a:ext cx="3454400" cy="2946400"/>
          </a:xfrm>
          <a:custGeom xmlns:a="http://schemas.openxmlformats.org/drawingml/2006/main"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2DD869D-51EF-49C8-981D-048644E9A77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81DC58C-35E4-4511-97F5-06C1FCA8145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368800" y="2133600"/>
            <a:ext cx="345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0517ABE-797B-48FE-B84D-A7580826E1B2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4368800" y="2692400"/>
            <a:ext cx="3454400" cy="2946400"/>
          </a:xfrm>
          <a:custGeom xmlns:a="http://schemas.openxmlformats.org/drawingml/2006/main"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8BD5B72F-B1AD-4237-B564-24E3C395AD9D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7BFAFB2-04C5-4BA6-BF73-CFF8C25B1F6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128000" y="2133600"/>
            <a:ext cx="345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ECD40405-2DBA-4913-A053-F5871279596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128000" y="2692400"/>
            <a:ext cx="3454400" cy="2946400"/>
          </a:xfrm>
          <a:custGeom xmlns:a="http://schemas.openxmlformats.org/drawingml/2006/main"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FD626863-DAB4-48D1-9EE2-650C71C8131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正文页-2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2DB5457-B65E-4D90-B4A5-F63B0DB5C6C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02731EB-E98F-4FD5-A821-F38B8479B3B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2C0CC82-A3AB-4EBD-92A9-394C5D5BE84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6A573C6-69C4-4C68-992C-1191455E91E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B3532EEA-8CC0-4E39-8141-46F46CAD96B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5181600" y="1524000"/>
            <a:ext cx="6400800" cy="2209800"/>
          </a:xfrm>
          <a:custGeom xmlns:a="http://schemas.openxmlformats.org/drawingml/2006/main"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C36D7157-9339-438C-98F1-647B2F926DA8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4572000" cy="2209800"/>
          </a:xfrm>
          <a:custGeom xmlns:a="http://schemas.openxmlformats.org/drawingml/2006/main"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463F455-252E-4403-8108-BAA7BE1B749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86400" y="1892300"/>
            <a:ext cx="579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E22A3413-CB2E-4B37-8D12-42FF248E6EC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86400" y="2451100"/>
            <a:ext cx="579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FB8708BA-E6F6-4195-ACE9-987C67DEEADA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181600" y="4038600"/>
            <a:ext cx="6400800" cy="2209800"/>
          </a:xfrm>
          <a:custGeom xmlns:a="http://schemas.openxmlformats.org/drawingml/2006/main"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88CA5E2A-2674-4598-AA03-0173170DCC4E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4038600"/>
            <a:ext cx="4572000" cy="2209800"/>
          </a:xfrm>
          <a:custGeom xmlns:a="http://schemas.openxmlformats.org/drawingml/2006/main"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D20ECF7-E49C-4244-8F29-5F0404A814E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86400" y="4406900"/>
            <a:ext cx="579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B6DA28B-A59B-49AA-B7F6-CEE11CDC5A49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86400" y="4965700"/>
            <a:ext cx="579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24A1B88-AD21-4570-8BC9-4335830680B6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D18E5CA9-4644-4427-AA23-C4D0D72E270F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A964FF3-041F-499D-B6AD-38817FCF6749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108075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1000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65E5DCE-29DA-4ABC-947A-19DA4026281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3C87B8F-A478-4C38-AD92-8EDA520976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155D44B-8A33-444B-852B-EABE4C418EF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2370013-D161-49BD-ABD2-1D309F1EDAC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21BD53BB-17F2-4554-AAEF-F42B72C79E0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2692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CBF9AE61-B5AC-42C2-9D4D-DDDE7E3BE59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3251200"/>
            <a:ext cx="3251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FB7B94B-094E-4D0B-A439-0186A4BB323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2692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879E1079-8EA9-4699-B80B-AB21D126FB1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251200"/>
            <a:ext cx="3251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F91C679B-CBA5-4AA5-B727-68C54AC0DC7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2692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75F09291-D77B-4002-86B1-B5AF0FF28DA0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3251200"/>
            <a:ext cx="3251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5BE8D97-517E-41FB-A3DE-9AEA8DB91042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8A479E2-812B-4DF9-8D6F-1651CDE318D0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F33191D-A794-4EF4-90EE-597B8915CAC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5479DA9-CFF0-4233-AD47-F406127C0A6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6368850-AED4-46DE-9C5A-B7230632F14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932A73AE-70D1-497D-B5F5-18F47AC9C41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9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2CCC892-0D7C-4608-9300-5AAD1706B9D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372A524-0BE9-41F8-9565-C5BCFEE9FA4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B771488-40CA-4D26-9022-C3FA1791978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1F46ABBF-2C17-4F0E-BFF6-CB502471168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DEF441B5-2B2F-4726-9EDF-F3DE33000219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3708400"/>
            <a:ext cx="10972800" cy="2540000"/>
          </a:xfrm>
          <a:custGeom xmlns:a="http://schemas.openxmlformats.org/drawingml/2006/main"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07E9BBD1-3E71-4C8E-BC71-AC51C6082123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5240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DB842797-1031-40E9-A8C8-A04A477E5CA8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5240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F24B932-D9C1-45E8-B6AC-BCA5531916B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0320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50BEE9F-2426-4C8A-8E02-16AD566FF1F0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15240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2F9642DF-F24F-493A-9913-F6765B7F65B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15240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AA7A5F42-AF88-46A8-BACD-5AEFE6217CE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20320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0158E4E9-5122-4C69-BC08-2C4857CDC9A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15240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372D2D3D-CF99-49EC-8ACD-47C704F841A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15240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68DD1275-6503-4386-8CC6-C9CA0D6F82AB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20320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57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6B437E8-0ED9-407E-80CA-A7649DDACE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9DC90FF-DAEC-41E7-A054-E119ABCAC1B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C3CFAF4-9253-469D-9ADE-09B20860F5E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725FE97-D853-4459-A69D-34625AFD5F6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F7B9520B-A04A-410E-A526-7A23F4EF8AA4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94F999A2-B4F9-4AD2-B465-410CD3BA4F96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961187C-A7C1-4E6D-B5D7-E6E7C7BF64F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860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F437919-6781-4159-91E3-CFFED1C896B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AC148480-B9EF-4475-9DC8-3CD6C78BB4FC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2DBF9A41-1D15-4691-ABD3-57731C26BA8B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753CFBE0-7DF4-4E8E-A7BB-E1FB7904CB7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860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5FC8963-94C3-45E6-A6B2-13A40B2E5F8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34A91997-95F2-4CD7-BD8F-24CB7E27998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62FE01D0-09EA-4251-A1A5-8EC5F3E77F28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0E6EAFC2-C7F2-4965-89D1-5C6E7992341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860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9AE2B934-D33A-4D21-8239-93C5490B2F1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42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C25DB1A-456A-478A-A6D4-6E81DAAD702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1C9CC91-75A9-4D07-9EF6-95444A48AC7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C0CFF60-EDCE-4867-82EC-B3BCE8506D2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B5F9A6D-F7F7-458D-B3CC-36F134C4ED9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4E082B6D-F48F-4715-8E91-32FB2F30DDA1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540000"/>
          </a:xfrm>
          <a:custGeom xmlns:a="http://schemas.openxmlformats.org/drawingml/2006/main"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ADECCFEF-0970-4C21-89C3-6C85E24462E3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F8F29DB-4261-40F1-8B75-A2EF6FFEFF9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5212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70787F9-1843-4A37-A97C-C270659DFE8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50292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65201A4-CC55-462A-B21F-9604D0A0E6B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4F0828DF-5D89-4401-9D8A-0501FB669024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5212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D3AA6C46-2059-4549-A278-EEC06F579D3E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50292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2E83CE2C-EC93-4F7C-BFFA-560F435B1A91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9E30B620-A8FA-47FB-862F-166457DA9E8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5212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BD153749-674F-4232-964E-F18B7B44F906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50292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10012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D2765F0-3A56-497E-A9A6-9A05367611D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05D17ED-D7B5-4115-AC7C-8099F72867E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7FDDB58-AF8C-4685-B170-14861C1715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3A012EA-AEDD-4A16-9A4F-44DB9F49C3B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1452FFD4-C783-444D-A58D-0385D602DDE6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B266C929-212B-43A2-8119-69F7370CF734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1524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2478CD5-406B-40BF-8169-FEE52FE5182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082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8BE0B5AB-1B66-4502-B6C7-90ADF7D5F05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31496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50F0848E-5B9A-427E-8F74-BAFCCE1922A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37084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B9FF8FA-EF73-420E-A1D8-FF8ED5115F6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553200" y="4775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99178B9-EC1B-431A-82AC-886077622829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6553200" y="5334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26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AE8C316-2AFD-4980-B3E3-1A23684468D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E5CC11C-B29C-44CF-A5EC-9E88D36AE0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B37FB45-0711-4077-BFDE-D6750EE80CF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6CE10F4-B16A-4973-819A-E77031D4DB2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6FD08438-51AD-4715-90D1-C194493D607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63378161-03EE-4523-83E3-838E29294608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E67E81D-EBE6-4C5D-A034-82FA9324007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9D80530-5CA5-43EA-B97B-52EB14348DD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1D55593-BA70-4BF3-A43A-82CB5DE7FC9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49BE206-285E-4056-84E0-7AC5FAC32D81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42164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2BD62343-64A3-401B-AA2C-445E57A2BCF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72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450F235E-B5A2-42D3-A168-27ABFB593C7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184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0BFA0EBF-B608-4DF1-B343-0A29C0D711E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8B95FE02-746A-4C81-8D74-62153D988CE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9973ECC5-9639-4B7E-A4D4-93DA68F1A3C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65C31259-49F2-48C1-A3CF-C761A2B49E2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30_2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36405E3-E623-4494-8C12-9F3396C8853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ED2727A-13AA-4D80-A1D1-20C7EEEDCB8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079C421-83B5-4A62-AC0E-D1C6FB67234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274C4B1F-4125-46B9-8ED2-18CB7BF9EAB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705600" y="533400"/>
            <a:ext cx="4876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8EF23F09-6C1F-4929-91E5-9F4473FD77B1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5486400" cy="5638800"/>
          </a:xfrm>
          <a:custGeom xmlns:a="http://schemas.openxmlformats.org/drawingml/2006/main"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26654B2D-DF35-442E-9151-81C041F1B4D3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705600" y="22860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68855CD-C53F-4060-A263-06A60DBDCF9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858000" y="22860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6B7A518-B411-405D-9AE5-5CCD39CE484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858000" y="27940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EB0A1F84-50B8-45CD-B341-3A18BD6E29F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705600" y="3708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DE097A7C-D574-4278-9355-6071DEA6C0F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858000" y="37084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7973692E-2FAE-4EDF-BEF1-8AE5F63EA9E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858000" y="42164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7805856C-9268-424F-A7CA-7F4E6D78031D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705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825C4E03-FE28-4BAF-A1F6-E090A9432701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858000" y="51308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6DD7508C-78C1-43EC-9788-7EFCE364256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6858000" y="56388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0FABEA79-6056-49FD-8D2F-7F1FFD0849D9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C8F6E062-D123-404C-9A5C-6EE259879C98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147ED02-1CBD-4A89-8B47-09900998806F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48_1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4C4ABA4-C51E-4DFB-8BA6-38C1FE3E35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9AAA707-EF52-4714-9C3D-06E62829AD7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D7A6C50-6935-4EA6-B7A6-657A7827F05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548A94A1-61F4-424B-96F7-485CAF6E2C6E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E1501250-1789-440D-9E90-201B7808DDD9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38EC128-2FF1-400D-81C8-9F26EF664B25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914400" y="1828800"/>
            <a:ext cx="2844800" cy="193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B3A07E0-45F9-4ED4-AAF0-8CAE6E6D567D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962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EAAEB9C-9AE3-4F2D-B024-3466BBF0FF47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04483F77-BFB1-491D-8A46-A126C6E452D9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0A95D702-AAE1-48E6-9D22-D59644D48390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673600" y="1828800"/>
            <a:ext cx="2844800" cy="193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2B0BF317-BD3B-42DE-9C3C-86FFB6AC3FB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962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5905EA3-8A17-4DDA-9F9C-180A9D327DF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EE9A993-3A14-4FF7-80C1-CD3E47FB5A9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83707E0A-F26C-429B-98AA-F057FF6092F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432800" y="1828800"/>
            <a:ext cx="2844800" cy="193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450B7C57-5406-4D5E-8669-46A993B598F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962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1ACBC6AF-7234-4D4E-B357-46B41B28F593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10004_1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A2AC3AF-BFF5-4767-9ED1-099372D2D04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9695824-0450-443B-9F09-3313FC197A1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9CA9869-A5CE-4CB6-90C9-E55C5F96126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42B5DCC9-4DBC-4AD4-A2A6-8D085469C7E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D5CA436F-441D-485E-B848-9075EB880CD5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2133600"/>
            <a:ext cx="3454400" cy="3505200"/>
          </a:xfrm>
          <a:custGeom xmlns:a="http://schemas.openxmlformats.org/drawingml/2006/main"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CA21CC9E-5C74-4BFE-9427-6D73DEAEDA7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299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76F45CF-4665-40DC-A73D-182C951823D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装饰  4">
            <a:extLst xmlns:a="http://schemas.openxmlformats.org/drawingml/2006/main">
              <a:ext uri="{FF2B5EF4-FFF2-40B4-BE49-F238E27FC236}">
                <a16:creationId xmlns:a16="http://schemas.microsoft.com/office/drawing/2014/main" id="{52609D17-0AD8-4674-A5EA-B84093F90FD6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4368800" y="2133600"/>
            <a:ext cx="3454400" cy="3505200"/>
          </a:xfrm>
          <a:custGeom xmlns:a="http://schemas.openxmlformats.org/drawingml/2006/main"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127DD1B8-DEC8-4DBB-A323-8D0B10E9535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299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1311B728-B13E-4EC0-8353-6B04C03A5F3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装饰  7">
            <a:extLst xmlns:a="http://schemas.openxmlformats.org/drawingml/2006/main">
              <a:ext uri="{FF2B5EF4-FFF2-40B4-BE49-F238E27FC236}">
                <a16:creationId xmlns:a16="http://schemas.microsoft.com/office/drawing/2014/main" id="{DEB0FBC3-042F-4B6C-9D91-C4C2BB4DC748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128000" y="2133600"/>
            <a:ext cx="3454400" cy="3505200"/>
          </a:xfrm>
          <a:custGeom xmlns:a="http://schemas.openxmlformats.org/drawingml/2006/main"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CB230B35-08A9-4E80-9B29-942CD0ABDFF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299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2F9D6257-B258-4BA5-9318-E335E1A03DED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4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58D1161-9E73-4B61-844B-E45455DE7E1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1B0D1E3-0365-4D6A-8FE3-6FB84104449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0CC125E-237E-424F-BC9E-E5393505C3F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B934723F-DAC1-4757-8C5C-200BF85E99D6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图片占位符 11">
            <a:extLst xmlns:a="http://schemas.openxmlformats.org/drawingml/2006/main">
              <a:ext uri="{FF2B5EF4-FFF2-40B4-BE49-F238E27FC236}">
                <a16:creationId xmlns:a16="http://schemas.microsoft.com/office/drawing/2014/main" id="{1DB9DD1C-5F27-4B82-9D3A-F42BAD6502B4}"/>
              </a:ext>
            </a:extLst>
          </p:cNvPr>
          <p:cNvSpPr/>
          <p:nvPr>
            <p:ph type="pic" idx="16392"/>
          </p:nvPr>
        </p:nvSpPr>
        <p:spPr>
          <a:xfrm xmlns:a="http://schemas.openxmlformats.org/drawingml/2006/main">
            <a:off x="1168400" y="1752600"/>
            <a:ext cx="2133600" cy="2133600"/>
          </a:xfrm>
          <a:custGeom xmlns:a="http://schemas.openxmlformats.org/drawingml/2006/main"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7CCDA505-CDCD-4ED6-B195-4EBF6BF304A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42418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3A9157B-506A-48FE-8819-F5F2598753C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8006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图片占位符 14">
            <a:extLst xmlns:a="http://schemas.openxmlformats.org/drawingml/2006/main">
              <a:ext uri="{FF2B5EF4-FFF2-40B4-BE49-F238E27FC236}">
                <a16:creationId xmlns:a16="http://schemas.microsoft.com/office/drawing/2014/main" id="{E240722D-7B66-4337-8B7E-E8CBCDBD97A4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5029200" y="1752600"/>
            <a:ext cx="2133600" cy="2133600"/>
          </a:xfrm>
          <a:custGeom xmlns:a="http://schemas.openxmlformats.org/drawingml/2006/main"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4421AC18-C2F5-4563-9CE4-18272735C24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42418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6A801F59-EDB1-4353-879E-F324A501A804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48006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图片占位符 17">
            <a:extLst xmlns:a="http://schemas.openxmlformats.org/drawingml/2006/main">
              <a:ext uri="{FF2B5EF4-FFF2-40B4-BE49-F238E27FC236}">
                <a16:creationId xmlns:a16="http://schemas.microsoft.com/office/drawing/2014/main" id="{6525C5CF-70BF-4AB9-A8E5-E3F85ADD65DE}"/>
              </a:ext>
            </a:extLst>
          </p:cNvPr>
          <p:cNvSpPr/>
          <p:nvPr>
            <p:ph type="pic" idx="16394"/>
          </p:nvPr>
        </p:nvSpPr>
        <p:spPr>
          <a:xfrm xmlns:a="http://schemas.openxmlformats.org/drawingml/2006/main">
            <a:off x="8890000" y="1752600"/>
            <a:ext cx="2133600" cy="2133600"/>
          </a:xfrm>
          <a:custGeom xmlns:a="http://schemas.openxmlformats.org/drawingml/2006/main"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2496EB3-A3B3-45D6-8E4B-3396ADD2BB2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42418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36BD7162-DBA1-452B-AEB4-E1F52D85C4EC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48006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F3A67A-F08C-41FC-A7A1-4F6D864D07C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380490" y="755015"/>
            <a:ext cx="1644015" cy="1081405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088CA1E-BCD3-475B-927A-CAA3F4A9CB3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5AED507-CCFD-42AF-913F-21E517EF26E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359894-42A4-4C3B-AFCE-B7F4D6D209C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FA2A88C-17EE-47B4-B38F-88F1F40A969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308B500-6B4D-4561-8A8B-BF1263D479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0D02509-D828-4168-9A74-432A1A9F7D1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980B1087-AB86-49AF-85E5-EABEF3B7553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FD057CAA-361B-493C-B9DE-18F2C0D274D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C9E61CF-F368-4C38-ABFD-A2163F4A604A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1D45F3E-BEC3-4F36-ABCF-4ACB600A082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D2716EB-385F-4E87-A455-6853BB081D8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5F3EB360-5442-4235-87DF-2ACE2768FBE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E471D74-568F-4F57-BAAB-F4B66489F465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B74E8E5-D480-4F39-9951-DD62F1819F33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3A48DD62-39CD-49A2-AF27-A5577C6B6CC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FD1A5B9-FEAA-4A8A-B801-BE7A625B1F4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BA2A5D59-8EB8-4201-9BFE-579D2E2F3D9C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526321E-696D-4F86-AD44-45530804FAA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6D4A89FF-8DB0-415E-9615-5E1462A4590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正文页-53_1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D2B66AC-8A2D-4DE6-A0F5-2639F237E83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AE5C6C4-2729-4761-91F7-1E67021FE29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102D6CC-ACFE-4244-9DC7-0B63058AEEE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0883B86-348B-463F-972F-377BFEBF3B2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2F37C6F0-8D4B-481C-BE98-AF3A37F8A8E3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021094D-1193-4AE5-B65E-EA0282349491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484C41F-0B56-461C-8D58-96B82A0232D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0640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0A6B084-01C8-46B9-AA6A-E7B09E6A81F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5212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37C43159-C254-464F-8A9C-16EED3656577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633F198C-B15E-459C-95FF-BAEE2CAA34C7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E071915-1D20-45B1-A352-235A2F6C269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0640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FBCDC0CC-CCC7-401E-A564-FFF72A511EF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5212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250B899-40D0-47F6-95AB-FEED4E672C9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333A8CAC-6C63-4410-B16A-80213EEBF61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2287588A-4117-4D5E-89B0-35DE835A3F8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0640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A5CFE822-D634-4843-A02D-16852C5D752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5212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E621C70-11A9-406B-A439-8C85003E0C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61C415E-B0DD-4850-BEC8-5F5EDD98755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E8602F1-300E-477A-883B-F10F5E91748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99A9064-B924-488F-8531-527B057C17E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A781E13D-FE8B-44E3-920E-9F714D924136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15850D5A-7CA8-4829-907D-1D3326292D77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B21E386-654B-4BF5-BB62-35B0987E54E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7C4A97A4-C538-4B69-B7A2-AB2681DA875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2A33F0EC-8104-42C9-B62E-63E0878313BC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18B2B217-9D9E-47A3-8241-5D65155A4459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34BB94B-D8EA-44C2-8AEF-B80F3568AEF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1CD8CAE6-201F-45F6-9E6B-97CCF51B4FFB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D66743B3-7F01-4860-A58E-5E82CE75B2D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F00614CA-D29C-4726-B63A-CF2A0EBC8E80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>
  <p:cSld name="正文页-31_2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69D897E-98EA-4EBA-AC92-7977FC84D1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B0D81FF-A1B2-4EA2-8972-B958D6CD8A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8D98489-9376-4137-9080-91AA6DAD967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45D9D94-47C6-4922-956C-758FB96AADBA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1F539675-2413-4856-AFED-3488816E179F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19E746F3-A467-4177-9ED7-1DB9A549784A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1727200" y="19558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0392DDA-0AE1-4349-ABCF-8B27A3CD50F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479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23E4387-AFBF-41D2-928A-2F59832F808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39878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E3F2137F-D66F-42FE-A267-B1A5DF492B89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D7B6DF7C-D13B-42E7-9394-8A1536FADC16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5486400" y="19558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2CD9CCB-F1F7-44E6-BADD-21D0985D073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479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87E81CAD-6D34-4485-AF42-B8D9C089454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39878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30FF2437-CB16-449A-97E7-7834BC403EE4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007AEE24-6CC5-48B7-B5DB-A05EFB90B797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9245600" y="19558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380B2856-F1B8-4BE1-85CA-0C8BF7B165D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479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4A60C31F-CD15-4927-9909-D384292D5F5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39878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上左标下左内后右背景-有背景-有间隙-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88DC6D32-3C0A-4789-B626-898578CBD3D6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7924800" y="0"/>
            <a:ext cx="42672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5F05283C-0A47-409E-9770-EE0148C0B4BB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85344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7551574-DC6C-4FD9-A03E-C5F65D91FFEC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85344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EB29E02-3539-4526-9907-EF2F464884D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11B2D1E-29F4-48E1-AAD3-C1DC3484822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EA69CB7-1D05-4D11-9D29-9D0EEAA87B6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D255AA34-3F2E-468B-A0A2-68CEEC91FFDA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AF0EE87C-8356-4A17-A3A4-06B7E57664B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5A18B1FF-65AA-4CDD-A8A7-12B3B351AB39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1491252-626F-4B3F-B432-2BB47B4C4B97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0C410EE-1B1C-4F99-9753-AA07CC5B78AE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1C38B5AC-8D82-4761-A6C3-34CBBB0F517A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B291568A-282E-44CF-BA04-E91ADD19683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7CEBF8A-A4DC-4754-A0E8-2549976BCBF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42F3229-54E2-48C3-ADC6-90FF38ACE651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443DF51-A6E3-4854-AF41-1F5C47E19B49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E8FB3422-7651-4A5B-928E-7051EDFC599D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045BD01A-9E97-4DC7-9C5E-8E079B3CD2ED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AE79EF71-E6A6-4132-9DE2-6F1B7BFE2C6B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CC176DE0-56B2-42E9-A47E-31FA4C8B4A0B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>
  <p:cSld name="目录页-1-5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6BD5180-7D7A-4291-9629-8B81E5DAC46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16DC4A4-4CF9-44D0-94B3-BF77BD35381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566B20A-0633-4187-8D2F-6A8D3CACB89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48022C87-17F3-4B7C-B3DB-3D7179B845A8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4D4036B6-9DD2-4B86-BFE5-134C1DDA373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EE647819-94BA-4B1B-A52E-D81ED6F0EA8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14478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A37A44F5-1259-4CDC-B7D7-05BD26BBA913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13716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2EFB97E-2221-4326-A73B-DD673335090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1295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AE8FD7DB-098C-4C18-A64C-11010150DA2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14478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52F8C138-5E66-4C4A-B3ED-4D885487EF9E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13716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E986290-96B4-43EE-854C-0D2107261463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1295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DDE1F28-2BFB-430E-91FD-3AD70B4AAE5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1242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27AE6111-2AB6-42DB-B6E5-F8C2C6C6F2E6}"/>
              </a:ext>
            </a:extLst>
          </p:cNvPr>
          <p:cNvSpPr/>
          <p:nvPr>
            <p:ph type="body" idx="16399"/>
          </p:nvPr>
        </p:nvSpPr>
        <p:spPr>
          <a:xfrm xmlns:a="http://schemas.openxmlformats.org/drawingml/2006/main">
            <a:off x="4851400" y="30480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8232CAF9-7EC6-44F0-B011-FDC1E8002A5B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29718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15E3C8DC-9930-43E3-BACC-58B6D72D71F7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1242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6ECFA12C-6777-49B9-8833-576D34876B00}"/>
              </a:ext>
            </a:extLst>
          </p:cNvPr>
          <p:cNvSpPr/>
          <p:nvPr>
            <p:ph type="body" idx="16400"/>
          </p:nvPr>
        </p:nvSpPr>
        <p:spPr>
          <a:xfrm xmlns:a="http://schemas.openxmlformats.org/drawingml/2006/main">
            <a:off x="8775700" y="30480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00D152EC-64AB-4A05-B866-D563C7226FA2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29718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5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C48FC5A1-DA67-4F37-8C63-E637A02D7E5A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070350" y="48006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6" name="装饰  5">
            <a:extLst xmlns:a="http://schemas.openxmlformats.org/drawingml/2006/main">
              <a:ext uri="{FF2B5EF4-FFF2-40B4-BE49-F238E27FC236}">
                <a16:creationId xmlns:a16="http://schemas.microsoft.com/office/drawing/2014/main" id="{4AB91C77-850C-411A-ACC4-5DE52CCEDA46}"/>
              </a:ext>
            </a:extLst>
          </p:cNvPr>
          <p:cNvSpPr/>
          <p:nvPr>
            <p:ph type="body" idx="16401"/>
          </p:nvPr>
        </p:nvSpPr>
        <p:spPr>
          <a:xfrm xmlns:a="http://schemas.openxmlformats.org/drawingml/2006/main">
            <a:off x="4851400" y="47244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7" name="文本占位符 26">
            <a:extLst xmlns:a="http://schemas.openxmlformats.org/drawingml/2006/main">
              <a:ext uri="{FF2B5EF4-FFF2-40B4-BE49-F238E27FC236}">
                <a16:creationId xmlns:a16="http://schemas.microsoft.com/office/drawing/2014/main" id="{0E66DF80-49A6-47B2-B362-4EBF4A28521A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5080000" y="46482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E0B640-FE2B-4C95-BF96-FDBB8A03580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133151C-112A-4124-B024-FD0DD082919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8131B7-A8EE-4336-9F52-92F036B40C0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836DA36C-B7E0-43B0-A5A5-4D51BE430E07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66F043BA-D36F-4E84-A36E-88840F0A0600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4AC0292-4B07-4A2A-B25F-9F1B57D23B2E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BC18B16-D137-44E3-AD19-09914AD558AF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5FC0F96-E3EE-4E5F-88F2-54C8F349974B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15652596-2185-4416-83A7-632F81B9974E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9D0813E1-A56A-4570-AC08-F4E50BC23907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1C1FFFF7-665D-45C8-B8FB-CEA947127908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932F6D4-5D0A-4415-8D3D-BE688FFDC0C8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11EE493-6E0F-4237-9771-BBE282C7D4BE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6694F169-E764-4C57-9706-39A527C0F873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7EB97313-C982-44A6-B5ED-101CE3652A89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361381FF-F2F3-4BA3-9A76-CBF4F68BD5A3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7160C689-9B19-4142-B847-C3FA4A9C5B7F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2DB77C-D7F8-4142-AF5A-25D73332E7C2}"/>
              </a:ext>
            </a:extLst>
          </p:cNvPr>
          <p:cNvSpPr/>
          <p:nvPr>
            <p:ph type="sldNum" idx="16385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C6F69AC-A496-4925-9F68-34E47C20AEFE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502050-7380-422F-9363-FE9CC313AF49}"/>
              </a:ext>
            </a:extLst>
          </p:cNvPr>
          <p:cNvSpPr/>
          <p:nvPr>
            <p:ph type="dt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ED20AD6-53B0-4F68-9678-3369DFAD8908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2150745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D6140F2-8E0E-414E-9DB5-E4A4E8749C55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1016000" y="2658745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1EA0022-91FD-4406-AEFF-41DE63D7353F}"/>
              </a:ext>
            </a:extLst>
          </p:cNvPr>
          <p:cNvSpPr/>
          <p:nvPr>
            <p:ph type="sldNum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DB7EB79-6611-4A15-B520-2837FB59AB8C}"/>
              </a:ext>
            </a:extLst>
          </p:cNvPr>
          <p:cNvSpPr/>
          <p:nvPr>
            <p:ph type="dt" idx="16386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5085D9C-6DAE-4FAB-81DD-3D537FD0014A}"/>
              </a:ext>
            </a:extLst>
          </p:cNvPr>
          <p:cNvSpPr/>
          <p:nvPr>
            <p:ph type="ftr" idx="1638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D11D917-3D00-4F82-88B8-8ADADA78E095}"/>
              </a:ext>
            </a:extLst>
          </p:cNvPr>
          <p:cNvSpPr/>
          <p:nvPr>
            <p:ph type="title" idx="16388"/>
          </p:nvPr>
        </p:nvSpPr>
        <p:spPr>
          <a:xfrm xmlns:a="http://schemas.openxmlformats.org/drawingml/2006/main">
            <a:off x="4823883" y="3239135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4AB3A7CA-D116-4528-B0E7-3592BF866F4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648825" y="161353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C8B8F88-155D-479A-98F3-483075765B5C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70405CA-1E93-41EE-9490-41AB532982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A70065-99A2-4B6F-9BA6-784E5D6960A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903A9E2-990E-47BB-BB7A-618A12A48B3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CDA91782-8A29-402C-97F0-7634544D8CC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28F1A4C-C40A-4C83-9943-AE88BF0914C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1A9FEEA-B2E4-44BA-8DAB-22FDDBA9C06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67DF84E-60B8-4D7E-A44F-E4403FD8AEF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A1888989-832A-46F5-A619-EC96DE726D2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9EC74719-D7C1-4A73-A88E-7345E8E5471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81CCC14-2C16-4044-AFA3-E34BE852DA2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06A6404-2A2F-4C4F-92C6-7AFA8CB9136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76552B4-A4FC-43E7-9125-F4E45A7EB89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C7337430-8A8C-49E4-9FCC-D3112B03B79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51BF6817-3B9A-405B-9BB6-ACCA553FEF2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E72B825D-A67B-4BE9-B5F9-6B9B51768765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B9693D-6A8C-4BFC-B7F7-DCA10658996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016A2D-FC14-4624-8B62-DE5906082EC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AE4BF76D-D025-4396-8DE5-50BA3C189C7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F381DBDC-CBD3-4F2A-85D8-F990481EF73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D11E0C-EBED-40F0-89C4-F511737729F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1A5B83A-91DB-484A-A1BC-D321B3999D3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85D632F-5D66-4EDF-9714-421BF0D41589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CF42426-2DD7-48EF-89B8-5F52E3883CFB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CE0749E-359C-4408-816F-531BB34F2565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83804C34-FD14-458D-95FF-F95EE2010FE0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C5352E94-8A77-4996-98E8-F87646EFCD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3FCF6DBF-5F19-4749-8927-2301AA5857C3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3B672B-D5C2-466E-AED1-C98EE7196F9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B073AEF-0722-4630-95FE-C9AAA256057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AB459C3-C505-4475-812F-4ACECF0A28BB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4D0CFE65-0F05-4E5C-B723-1E00C3753A91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CC3DE09F-7B5A-4225-ABA6-E5AD61B79CBA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443D79DF-91E3-4389-B0FA-AEFA246D3C2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B5C9EE-8682-4721-96FF-49F1D8C932E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DCC6489-E704-4520-B751-704DA570C9D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D4374676-4271-413C-B564-4132394B00B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C0D46C0F-B0C5-4B3D-B4B6-6F091E8EEB7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680ECE4D-28F6-4750-9485-612A17C974C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8BAFE94A-8338-4C77-BA16-6F802C02FA9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AB31BC69-585F-4058-B44F-78009404E4BD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2BED71D-859F-4A89-AE48-E69716C9059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760B21E-850B-4164-AE48-DA461C7942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444B9AC-B215-4A75-81DF-63E75D9E2FDD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A3FC3DB0-A744-43B0-AC67-BF8FB4773EA1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F704AEF1-0884-4BD9-8FA5-3B0E3803645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571F2EA-F5F4-4F30-9F25-6B11B05C304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0EA61411-B895-42F3-A7C4-D665E10D0170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B0E20C62-9E80-4230-BAEA-D96728D0137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6C365637-B354-4FF7-9CF9-E9A7DA348FA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F73865C6-5CEA-4DCC-9128-2536FB2B6C0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7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A1C365-C825-4D41-93EE-A4DD9E2C6EC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F81A042-34AE-48D3-BB3A-09B5AEECF46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5FE6B81E-2B35-4D47-951D-1C7314D0C566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44086312-F32E-4DC7-BC29-7E2E98B4A71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BA29FDB2-8D21-4DD6-968A-2A3F9C3744A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016cc1236d34061" /><Relationship Type="http://schemas.openxmlformats.org/officeDocument/2006/relationships/slideLayout" Target="/ppt/slideLayouts/slideLayout2.xml" Id="Rc21060c2c8874703" /><Relationship Type="http://schemas.openxmlformats.org/officeDocument/2006/relationships/slideLayout" Target="/ppt/slideLayouts/slideLayout3.xml" Id="R3c14f9c07db948ca" /><Relationship Type="http://schemas.openxmlformats.org/officeDocument/2006/relationships/slideLayout" Target="/ppt/slideLayouts/slideLayout4.xml" Id="Rb491992787ac4368" /><Relationship Type="http://schemas.openxmlformats.org/officeDocument/2006/relationships/slideLayout" Target="/ppt/slideLayouts/slideLayout5.xml" Id="R48e7b0e2df9549d9" /><Relationship Type="http://schemas.openxmlformats.org/officeDocument/2006/relationships/slideLayout" Target="/ppt/slideLayouts/slideLayout6.xml" Id="R4d90f1743191423c" /><Relationship Type="http://schemas.openxmlformats.org/officeDocument/2006/relationships/slideLayout" Target="/ppt/slideLayouts/slideLayout7.xml" Id="R8a032f9654b44af3" /><Relationship Type="http://schemas.openxmlformats.org/officeDocument/2006/relationships/slideLayout" Target="/ppt/slideLayouts/slideLayout8.xml" Id="R4f9124632a6c41ca" /><Relationship Type="http://schemas.openxmlformats.org/officeDocument/2006/relationships/slideLayout" Target="/ppt/slideLayouts/slideLayout9.xml" Id="Rcb034808d6214418" /><Relationship Type="http://schemas.openxmlformats.org/officeDocument/2006/relationships/slideLayout" Target="/ppt/slideLayouts/slideLayout10.xml" Id="Rfa592d921a234e4a" /><Relationship Type="http://schemas.openxmlformats.org/officeDocument/2006/relationships/slideLayout" Target="/ppt/slideLayouts/slideLayout11.xml" Id="R82a4d2fb6bad4e47" /><Relationship Type="http://schemas.openxmlformats.org/officeDocument/2006/relationships/slideLayout" Target="/ppt/slideLayouts/slideLayout12.xml" Id="R9a0c4d505c784aaf" /><Relationship Type="http://schemas.openxmlformats.org/officeDocument/2006/relationships/slideLayout" Target="/ppt/slideLayouts/slideLayout13.xml" Id="R30cd7c71e3f449b8" /><Relationship Type="http://schemas.openxmlformats.org/officeDocument/2006/relationships/slideLayout" Target="/ppt/slideLayouts/slideLayout14.xml" Id="R01db0d7bf55a47a7" /><Relationship Type="http://schemas.openxmlformats.org/officeDocument/2006/relationships/slideLayout" Target="/ppt/slideLayouts/slideLayout15.xml" Id="Rbda33a9c146b4ebc" /><Relationship Type="http://schemas.openxmlformats.org/officeDocument/2006/relationships/slideLayout" Target="/ppt/slideLayouts/slideLayout16.xml" Id="R36c491b79dd64fab" /><Relationship Type="http://schemas.openxmlformats.org/officeDocument/2006/relationships/slideLayout" Target="/ppt/slideLayouts/slideLayout17.xml" Id="Re977036ebe1a4e18" /><Relationship Type="http://schemas.openxmlformats.org/officeDocument/2006/relationships/slideLayout" Target="/ppt/slideLayouts/slideLayout18.xml" Id="R14087e813a5d4233" /><Relationship Type="http://schemas.openxmlformats.org/officeDocument/2006/relationships/slideLayout" Target="/ppt/slideLayouts/slideLayout19.xml" Id="R0fd8cbcf61c94bd1" /><Relationship Type="http://schemas.openxmlformats.org/officeDocument/2006/relationships/slideLayout" Target="/ppt/slideLayouts/slideLayout20.xml" Id="R9c48657d634b41cb" /><Relationship Type="http://schemas.openxmlformats.org/officeDocument/2006/relationships/slideLayout" Target="/ppt/slideLayouts/slideLayout21.xml" Id="R27e2b46b4ca142cd" /><Relationship Type="http://schemas.openxmlformats.org/officeDocument/2006/relationships/slideLayout" Target="/ppt/slideLayouts/slideLayout22.xml" Id="R9aef5e2658c24c26" /><Relationship Type="http://schemas.openxmlformats.org/officeDocument/2006/relationships/slideLayout" Target="/ppt/slideLayouts/slideLayout23.xml" Id="R6d4f8c09f25241f8" /><Relationship Type="http://schemas.openxmlformats.org/officeDocument/2006/relationships/slideLayout" Target="/ppt/slideLayouts/slideLayout24.xml" Id="Rec334f96318346b7" /><Relationship Type="http://schemas.openxmlformats.org/officeDocument/2006/relationships/slideLayout" Target="/ppt/slideLayouts/slideLayout25.xml" Id="Rb75e3ee236ef4501" /><Relationship Type="http://schemas.openxmlformats.org/officeDocument/2006/relationships/slideLayout" Target="/ppt/slideLayouts/slideLayout26.xml" Id="R0af8f13545844cd7" /><Relationship Type="http://schemas.openxmlformats.org/officeDocument/2006/relationships/slideLayout" Target="/ppt/slideLayouts/slideLayout27.xml" Id="R3dc569ecec364bb9" /><Relationship Type="http://schemas.openxmlformats.org/officeDocument/2006/relationships/slideLayout" Target="/ppt/slideLayouts/slideLayout28.xml" Id="Rb19660a78511486b" /><Relationship Type="http://schemas.openxmlformats.org/officeDocument/2006/relationships/slideLayout" Target="/ppt/slideLayouts/slideLayout29.xml" Id="Rf60fb336bebd4720" /><Relationship Type="http://schemas.openxmlformats.org/officeDocument/2006/relationships/slideLayout" Target="/ppt/slideLayouts/slideLayout30.xml" Id="R4afab21d3b574f6b" /><Relationship Type="http://schemas.openxmlformats.org/officeDocument/2006/relationships/slideLayout" Target="/ppt/slideLayouts/slideLayout31.xml" Id="Rc051f4d6fd784071" /><Relationship Type="http://schemas.openxmlformats.org/officeDocument/2006/relationships/slideLayout" Target="/ppt/slideLayouts/slideLayout32.xml" Id="Re6f44d16cbb449de" /><Relationship Type="http://schemas.openxmlformats.org/officeDocument/2006/relationships/slideLayout" Target="/ppt/slideLayouts/slideLayout33.xml" Id="R3ec115946bd3444f" /><Relationship Type="http://schemas.openxmlformats.org/officeDocument/2006/relationships/slideLayout" Target="/ppt/slideLayouts/slideLayout34.xml" Id="Ra03da162a8534d39" /><Relationship Type="http://schemas.openxmlformats.org/officeDocument/2006/relationships/slideLayout" Target="/ppt/slideLayouts/slideLayout35.xml" Id="R622782638bbb44a4" /><Relationship Type="http://schemas.openxmlformats.org/officeDocument/2006/relationships/slideLayout" Target="/ppt/slideLayouts/slideLayout36.xml" Id="R5018e276a1a2460f" /><Relationship Type="http://schemas.openxmlformats.org/officeDocument/2006/relationships/slideLayout" Target="/ppt/slideLayouts/slideLayout37.xml" Id="R3470eab21a314219" /><Relationship Type="http://schemas.openxmlformats.org/officeDocument/2006/relationships/slideLayout" Target="/ppt/slideLayouts/slideLayout38.xml" Id="R908b25dbfdf146b2" /><Relationship Type="http://schemas.openxmlformats.org/officeDocument/2006/relationships/slideLayout" Target="/ppt/slideLayouts/slideLayout39.xml" Id="R3d9997a36de74c62" /><Relationship Type="http://schemas.openxmlformats.org/officeDocument/2006/relationships/slideLayout" Target="/ppt/slideLayouts/slideLayout40.xml" Id="R7c42508ce7074c44" /><Relationship Type="http://schemas.openxmlformats.org/officeDocument/2006/relationships/slideLayout" Target="/ppt/slideLayouts/slideLayout41.xml" Id="R303895110160438c" /><Relationship Type="http://schemas.openxmlformats.org/officeDocument/2006/relationships/slideLayout" Target="/ppt/slideLayouts/slideLayout42.xml" Id="R2e5727edb055458e" /><Relationship Type="http://schemas.openxmlformats.org/officeDocument/2006/relationships/slideLayout" Target="/ppt/slideLayouts/slideLayout43.xml" Id="R7fc9205622c6427a" /><Relationship Type="http://schemas.openxmlformats.org/officeDocument/2006/relationships/slideLayout" Target="/ppt/slideLayouts/slideLayout44.xml" Id="Rd959bf1c654542e5" /><Relationship Type="http://schemas.openxmlformats.org/officeDocument/2006/relationships/slideLayout" Target="/ppt/slideLayouts/slideLayout45.xml" Id="R886223af79b949ab" /><Relationship Type="http://schemas.openxmlformats.org/officeDocument/2006/relationships/slideLayout" Target="/ppt/slideLayouts/slideLayout46.xml" Id="Ra14b8ba063a84516" /><Relationship Type="http://schemas.openxmlformats.org/officeDocument/2006/relationships/slideLayout" Target="/ppt/slideLayouts/slideLayout47.xml" Id="R239ca617f67b46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422398-1D31-4D1D-8053-2E3F02BDCB0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22CED32-A7CD-43DF-8C6E-A29BD774857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E90E948-D8E3-489B-848A-2A07F4A6634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D81AE99-6A4A-4306-9BB7-649BB4E24FE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28A251A-3688-4F4C-BAE4-7F307C09F48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0C1A60-85A0-4719-A81B-CFCD719E5B39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0ED416-6CFB-4685-88B3-9183204CF8E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1605E7-5453-42CC-8261-F0CC60C3436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B845E69-3C03-41DA-A551-C4074D7CAE5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738857-5727-44C2-8D5A-FBEB90BFA4B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1060c2c8874703"/>
    <p:sldLayoutId xmlns:r="http://schemas.openxmlformats.org/officeDocument/2006/relationships" id="2147483650" r:id="R3c14f9c07db948ca"/>
    <p:sldLayoutId xmlns:r="http://schemas.openxmlformats.org/officeDocument/2006/relationships" id="2147483651" r:id="Rb491992787ac4368"/>
    <p:sldLayoutId xmlns:r="http://schemas.openxmlformats.org/officeDocument/2006/relationships" id="2147483652" r:id="R48e7b0e2df9549d9"/>
    <p:sldLayoutId xmlns:r="http://schemas.openxmlformats.org/officeDocument/2006/relationships" id="2147483653" r:id="R4d90f1743191423c"/>
    <p:sldLayoutId xmlns:r="http://schemas.openxmlformats.org/officeDocument/2006/relationships" id="2147483654" r:id="R8a032f9654b44af3"/>
    <p:sldLayoutId xmlns:r="http://schemas.openxmlformats.org/officeDocument/2006/relationships" id="2147483655" r:id="R4f9124632a6c41ca"/>
    <p:sldLayoutId xmlns:r="http://schemas.openxmlformats.org/officeDocument/2006/relationships" id="2147483656" r:id="Rcb034808d6214418"/>
    <p:sldLayoutId xmlns:r="http://schemas.openxmlformats.org/officeDocument/2006/relationships" id="2147483657" r:id="Rfa592d921a234e4a"/>
    <p:sldLayoutId xmlns:r="http://schemas.openxmlformats.org/officeDocument/2006/relationships" id="2147483658" r:id="R82a4d2fb6bad4e47"/>
    <p:sldLayoutId xmlns:r="http://schemas.openxmlformats.org/officeDocument/2006/relationships" id="2147483659" r:id="R9a0c4d505c784aaf"/>
    <p:sldLayoutId xmlns:r="http://schemas.openxmlformats.org/officeDocument/2006/relationships" id="2147483660" r:id="R30cd7c71e3f449b8"/>
    <p:sldLayoutId xmlns:r="http://schemas.openxmlformats.org/officeDocument/2006/relationships" id="2147483661" r:id="R01db0d7bf55a47a7"/>
    <p:sldLayoutId xmlns:r="http://schemas.openxmlformats.org/officeDocument/2006/relationships" id="2147483662" r:id="Rbda33a9c146b4ebc"/>
    <p:sldLayoutId xmlns:r="http://schemas.openxmlformats.org/officeDocument/2006/relationships" id="2147483663" r:id="R36c491b79dd64fab"/>
    <p:sldLayoutId xmlns:r="http://schemas.openxmlformats.org/officeDocument/2006/relationships" id="2147483664" r:id="Re977036ebe1a4e18"/>
    <p:sldLayoutId xmlns:r="http://schemas.openxmlformats.org/officeDocument/2006/relationships" id="2147483665" r:id="R14087e813a5d4233"/>
    <p:sldLayoutId xmlns:r="http://schemas.openxmlformats.org/officeDocument/2006/relationships" id="2147483666" r:id="R0fd8cbcf61c94bd1"/>
    <p:sldLayoutId xmlns:r="http://schemas.openxmlformats.org/officeDocument/2006/relationships" id="2147483667" r:id="R9c48657d634b41cb"/>
    <p:sldLayoutId xmlns:r="http://schemas.openxmlformats.org/officeDocument/2006/relationships" id="2147483668" r:id="R27e2b46b4ca142cd"/>
    <p:sldLayoutId xmlns:r="http://schemas.openxmlformats.org/officeDocument/2006/relationships" id="2147483669" r:id="R9aef5e2658c24c26"/>
    <p:sldLayoutId xmlns:r="http://schemas.openxmlformats.org/officeDocument/2006/relationships" id="2147483670" r:id="R6d4f8c09f25241f8"/>
    <p:sldLayoutId xmlns:r="http://schemas.openxmlformats.org/officeDocument/2006/relationships" id="2147483671" r:id="Rec334f96318346b7"/>
    <p:sldLayoutId xmlns:r="http://schemas.openxmlformats.org/officeDocument/2006/relationships" id="2147483672" r:id="Rb75e3ee236ef4501"/>
    <p:sldLayoutId xmlns:r="http://schemas.openxmlformats.org/officeDocument/2006/relationships" id="2147483673" r:id="R0af8f13545844cd7"/>
    <p:sldLayoutId xmlns:r="http://schemas.openxmlformats.org/officeDocument/2006/relationships" id="2147483674" r:id="R3dc569ecec364bb9"/>
    <p:sldLayoutId xmlns:r="http://schemas.openxmlformats.org/officeDocument/2006/relationships" id="2147483675" r:id="Rb19660a78511486b"/>
    <p:sldLayoutId xmlns:r="http://schemas.openxmlformats.org/officeDocument/2006/relationships" id="2147483676" r:id="Rf60fb336bebd4720"/>
    <p:sldLayoutId xmlns:r="http://schemas.openxmlformats.org/officeDocument/2006/relationships" id="2147483677" r:id="R4afab21d3b574f6b"/>
    <p:sldLayoutId xmlns:r="http://schemas.openxmlformats.org/officeDocument/2006/relationships" id="2147483678" r:id="Rc051f4d6fd784071"/>
    <p:sldLayoutId xmlns:r="http://schemas.openxmlformats.org/officeDocument/2006/relationships" id="2147483679" r:id="Re6f44d16cbb449de"/>
    <p:sldLayoutId xmlns:r="http://schemas.openxmlformats.org/officeDocument/2006/relationships" id="2147483680" r:id="R3ec115946bd3444f"/>
    <p:sldLayoutId xmlns:r="http://schemas.openxmlformats.org/officeDocument/2006/relationships" id="2147483681" r:id="Ra03da162a8534d39"/>
    <p:sldLayoutId xmlns:r="http://schemas.openxmlformats.org/officeDocument/2006/relationships" id="2147483682" r:id="R622782638bbb44a4"/>
    <p:sldLayoutId xmlns:r="http://schemas.openxmlformats.org/officeDocument/2006/relationships" id="2147483683" r:id="R5018e276a1a2460f"/>
    <p:sldLayoutId xmlns:r="http://schemas.openxmlformats.org/officeDocument/2006/relationships" id="2147483684" r:id="R3470eab21a314219"/>
    <p:sldLayoutId xmlns:r="http://schemas.openxmlformats.org/officeDocument/2006/relationships" id="2147483685" r:id="R908b25dbfdf146b2"/>
    <p:sldLayoutId xmlns:r="http://schemas.openxmlformats.org/officeDocument/2006/relationships" id="2147483686" r:id="R3d9997a36de74c62"/>
    <p:sldLayoutId xmlns:r="http://schemas.openxmlformats.org/officeDocument/2006/relationships" id="2147483687" r:id="R7c42508ce7074c44"/>
    <p:sldLayoutId xmlns:r="http://schemas.openxmlformats.org/officeDocument/2006/relationships" id="2147483688" r:id="R303895110160438c"/>
    <p:sldLayoutId xmlns:r="http://schemas.openxmlformats.org/officeDocument/2006/relationships" id="2147483689" r:id="R2e5727edb055458e"/>
    <p:sldLayoutId xmlns:r="http://schemas.openxmlformats.org/officeDocument/2006/relationships" id="2147483690" r:id="R7fc9205622c6427a"/>
    <p:sldLayoutId xmlns:r="http://schemas.openxmlformats.org/officeDocument/2006/relationships" id="2147483691" r:id="Rd959bf1c654542e5"/>
    <p:sldLayoutId xmlns:r="http://schemas.openxmlformats.org/officeDocument/2006/relationships" id="2147483692" r:id="R886223af79b949ab"/>
    <p:sldLayoutId xmlns:r="http://schemas.openxmlformats.org/officeDocument/2006/relationships" id="2147483693" r:id="Ra14b8ba063a84516"/>
    <p:sldLayoutId xmlns:r="http://schemas.openxmlformats.org/officeDocument/2006/relationships" id="2147483694" r:id="R239ca617f67b4627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60caeb8f53b34ea3" /><Relationship Type="http://schemas.openxmlformats.org/officeDocument/2006/relationships/notesSlide" Target="/ppt/notesSlides/notesSlide1.xml" Id="Rb0951a8022ca4c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2.xml" Id="R1fa463d2481f4eaf" /><Relationship Type="http://schemas.openxmlformats.org/officeDocument/2006/relationships/notesSlide" Target="/ppt/notesSlides/notesSlide2.xml" Id="R9f56fc75e8b247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1.xml" Id="Rc423cf3ce952418c" /><Relationship Type="http://schemas.openxmlformats.org/officeDocument/2006/relationships/image" Target="/ppt/media/image.jpeg" Id="R369bd385b84744cc" /><Relationship Type="http://schemas.openxmlformats.org/officeDocument/2006/relationships/notesSlide" Target="/ppt/notesSlides/notesSlide3.xml" Id="R639edf1c179946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6824c2a5cf1a4d17" /><Relationship Type="http://schemas.openxmlformats.org/officeDocument/2006/relationships/image" Target="/ppt/media/image2.jpeg" Id="R901affb7c0f84c98" /><Relationship Type="http://schemas.openxmlformats.org/officeDocument/2006/relationships/image" Target="/ppt/media/image3.jpeg" Id="R8f1848a3009c45b6" /><Relationship Type="http://schemas.openxmlformats.org/officeDocument/2006/relationships/image" Target="/ppt/media/image4.jpeg" Id="Ra8448f7703d14910" /><Relationship Type="http://schemas.openxmlformats.org/officeDocument/2006/relationships/notesSlide" Target="/ppt/notesSlides/notesSlide4.xml" Id="Re2bfcecd44da49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f83164dbac404676" /><Relationship Type="http://schemas.openxmlformats.org/officeDocument/2006/relationships/image" Target="/ppt/media/image2.jpeg" Id="R04b006b89c194a2a" /><Relationship Type="http://schemas.openxmlformats.org/officeDocument/2006/relationships/image" Target="/ppt/media/image3.jpeg" Id="R587d900674604c3c" /><Relationship Type="http://schemas.openxmlformats.org/officeDocument/2006/relationships/image" Target="/ppt/media/image4.jpeg" Id="R5db442fa962d4d16" /><Relationship Type="http://schemas.openxmlformats.org/officeDocument/2006/relationships/notesSlide" Target="/ppt/notesSlides/notesSlide5.xml" Id="R3da78b1e52514e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1.xml" Id="R8348d3b90a6d4b52" /><Relationship Type="http://schemas.openxmlformats.org/officeDocument/2006/relationships/image" Target="/ppt/media/image.jpeg" Id="R25eebcf390ee420b" /><Relationship Type="http://schemas.openxmlformats.org/officeDocument/2006/relationships/notesSlide" Target="/ppt/notesSlides/notesSlide6.xml" Id="R9d58bcbdfb8f41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副标题 1">
            <a:extLst xmlns:a="http://schemas.openxmlformats.org/drawingml/2006/main">
              <a:ext uri="{FF2B5EF4-FFF2-40B4-BE49-F238E27FC236}">
                <a16:creationId xmlns:a16="http://schemas.microsoft.com/office/drawing/2014/main" id="{2DA83DE2-8DA3-4744-ABD1-80BD961774EC}"/>
              </a:ext>
            </a:extLst>
          </p:cNvPr>
          <p:cNvSpPr>
            <a:spLocks xmlns:a="http://schemas.openxmlformats.org/drawingml/2006/main" noGrp="1"/>
          </p:cNvSpPr>
          <p:nvPr>
            <p:ph type="subTitle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CONTENTS</a:t>
            </a:r>
          </a:p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1BD988C3-0D9D-42E8-A40C-8454150A45A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t>目录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14033DE-C7A5-488C-8C2A-54DA6F0F3654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01</a:t>
            </a:r>
          </a:p>
        </p:txBody>
      </p:sp>
      <p:sp>
        <p:nvSpPr>
          <p:cNvPr id="5" name="装饰  3">
            <a:extLst xmlns:a="http://schemas.openxmlformats.org/drawingml/2006/main">
              <a:ext uri="{FF2B5EF4-FFF2-40B4-BE49-F238E27FC236}">
                <a16:creationId xmlns:a16="http://schemas.microsoft.com/office/drawing/2014/main" id="{A90D534C-EB3E-4603-B8E7-DFEF125968AB}"/>
              </a:ext>
            </a:extLst>
          </p:cNvPr>
          <p:cNvSpPr>
            <a:spLocks xmlns:a="http://schemas.openxmlformats.org/drawingml/2006/main" noGrp="1"/>
          </p:cNvSpPr>
          <p:nvPr>
            <p:ph type="body" idx="1639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14E2AAB2-4B00-4C47-AC9A-32AC91ECFE5E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封面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798D2466-0668-4F84-A047-3F2C938AC197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02</a:t>
            </a:r>
          </a:p>
        </p:txBody>
      </p:sp>
      <p:sp>
        <p:nvSpPr>
          <p:cNvPr id="8" name="装饰  6">
            <a:extLst xmlns:a="http://schemas.openxmlformats.org/drawingml/2006/main">
              <a:ext uri="{FF2B5EF4-FFF2-40B4-BE49-F238E27FC236}">
                <a16:creationId xmlns:a16="http://schemas.microsoft.com/office/drawing/2014/main" id="{DD323CEA-B380-4FE0-8BB1-B9397F8CD692}"/>
              </a:ext>
            </a:extLst>
          </p:cNvPr>
          <p:cNvSpPr>
            <a:spLocks xmlns:a="http://schemas.openxmlformats.org/drawingml/2006/main" noGrp="1"/>
          </p:cNvSpPr>
          <p:nvPr>
            <p:ph type="body" idx="1639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A1405FDC-4DE4-45F4-B99F-2424C9253A47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保险公司介绍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F8724E3F-6546-4DA8-B7CC-C44513443BAD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03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52EBB657-2614-44BF-8653-AA06F2AA719A}"/>
              </a:ext>
            </a:extLst>
          </p:cNvPr>
          <p:cNvSpPr>
            <a:spLocks xmlns:a="http://schemas.openxmlformats.org/drawingml/2006/main" noGrp="1"/>
          </p:cNvSpPr>
          <p:nvPr>
            <p:ph type="body" idx="1639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922FAAA9-E473-4FEA-A210-250490023398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产品设计理念</a:t>
            </a:r>
          </a:p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C55378C-9A52-473B-8ED1-E0DEE9ECF493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04</a:t>
            </a:r>
          </a:p>
        </p:txBody>
      </p:sp>
      <p:sp>
        <p:nvSpPr>
          <p:cNvPr id="14" name="装饰  2">
            <a:extLst xmlns:a="http://schemas.openxmlformats.org/drawingml/2006/main">
              <a:ext uri="{FF2B5EF4-FFF2-40B4-BE49-F238E27FC236}">
                <a16:creationId xmlns:a16="http://schemas.microsoft.com/office/drawing/2014/main" id="{BD1CA387-5711-4EF7-A513-BF91A224F0A8}"/>
              </a:ext>
            </a:extLst>
          </p:cNvPr>
          <p:cNvSpPr>
            <a:spLocks xmlns:a="http://schemas.openxmlformats.org/drawingml/2006/main" noGrp="1"/>
          </p:cNvSpPr>
          <p:nvPr>
            <p:ph type="body" idx="1640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6123C21-FB93-42F9-93CD-B63A2A38E0E1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产品核心亮点</a:t>
            </a:r>
          </a:p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34D09AE4-54CB-4545-A282-9F33E1C9B5AB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05</a:t>
            </a:r>
          </a:p>
        </p:txBody>
      </p:sp>
      <p:sp>
        <p:nvSpPr>
          <p:cNvPr id="17" name="装饰  5">
            <a:extLst xmlns:a="http://schemas.openxmlformats.org/drawingml/2006/main">
              <a:ext uri="{FF2B5EF4-FFF2-40B4-BE49-F238E27FC236}">
                <a16:creationId xmlns:a16="http://schemas.microsoft.com/office/drawing/2014/main" id="{FA296768-1029-4990-B3EA-FA4CD6192BC4}"/>
              </a:ext>
            </a:extLst>
          </p:cNvPr>
          <p:cNvSpPr>
            <a:spLocks xmlns:a="http://schemas.openxmlformats.org/drawingml/2006/main" noGrp="1"/>
          </p:cNvSpPr>
          <p:nvPr>
            <p:ph type="body" idx="1640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B7628BE-78B8-4F2E-9E50-CB98CE493B38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现金价值收益展示</a:t>
            </a:r>
          </a:p>
        </p:txBody>
      </p:sp>
    </p:spTree>
    <p:extLst>
      <p:ext uri="{BB962C8B-B14F-4D97-AF65-F5344CB8AC3E}">
        <p14:creationId xmlns:p14="http://schemas.microsoft.com/office/powerpoint/2010/main" val="14492183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副标题 1">
            <a:extLst xmlns:a="http://schemas.openxmlformats.org/drawingml/2006/main">
              <a:ext uri="{FF2B5EF4-FFF2-40B4-BE49-F238E27FC236}">
                <a16:creationId xmlns:a16="http://schemas.microsoft.com/office/drawing/2014/main" id="{CFD65CBC-F800-41AD-A82A-A0A8435AF65E}"/>
              </a:ext>
            </a:extLst>
          </p:cNvPr>
          <p:cNvSpPr>
            <a:spLocks xmlns:a="http://schemas.openxmlformats.org/drawingml/2006/main" noGrp="1"/>
          </p:cNvSpPr>
          <p:nvPr>
            <p:ph type="subTitle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CONTENTS</a:t>
            </a:r>
          </a:p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76B086B-02DB-495A-BA58-5054634E0D13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t>目录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E08971C-177B-40ED-8C75-4A84E9014CFC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06</a:t>
            </a:r>
          </a:p>
        </p:txBody>
      </p:sp>
      <p:sp>
        <p:nvSpPr>
          <p:cNvPr id="5" name="装饰  3">
            <a:extLst xmlns:a="http://schemas.openxmlformats.org/drawingml/2006/main">
              <a:ext uri="{FF2B5EF4-FFF2-40B4-BE49-F238E27FC236}">
                <a16:creationId xmlns:a16="http://schemas.microsoft.com/office/drawing/2014/main" id="{FF4A9C9F-C183-4CF8-AC6B-A0D4DDA975BD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4DDB9329-8392-453E-BC79-ECF7095D3B41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保险金提领路径规划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E6F79F3D-30CF-4DDC-AC91-1C0A6E8B2971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07</a:t>
            </a:r>
          </a:p>
        </p:txBody>
      </p:sp>
      <p:sp>
        <p:nvSpPr>
          <p:cNvPr id="8" name="装饰  6">
            <a:extLst xmlns:a="http://schemas.openxmlformats.org/drawingml/2006/main">
              <a:ext uri="{FF2B5EF4-FFF2-40B4-BE49-F238E27FC236}">
                <a16:creationId xmlns:a16="http://schemas.microsoft.com/office/drawing/2014/main" id="{5556F634-F384-457D-B3C2-082D7BD499DF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2F1481CD-008F-4B72-B0BA-7B2FD858B739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现金价值信息表（第一页）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E6C75653-0F4B-4E72-8441-894FBA58EA3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08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F62807E5-80E3-4360-B50B-A58E06D6B89F}"/>
              </a:ext>
            </a:extLst>
          </p:cNvPr>
          <p:cNvSpPr>
            <a:spLocks xmlns:a="http://schemas.openxmlformats.org/drawingml/2006/main" noGrp="1"/>
          </p:cNvSpPr>
          <p:nvPr>
            <p:ph type="body" idx="1639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EACD0EC6-6911-4A33-B445-FBA8C97A6A61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现金价值信息表（第二页）</a:t>
            </a:r>
          </a:p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1FA4CF37-5011-4300-AD9A-BA39B7630293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09</a:t>
            </a:r>
          </a:p>
        </p:txBody>
      </p:sp>
      <p:sp>
        <p:nvSpPr>
          <p:cNvPr id="14" name="装饰  2">
            <a:extLst xmlns:a="http://schemas.openxmlformats.org/drawingml/2006/main">
              <a:ext uri="{FF2B5EF4-FFF2-40B4-BE49-F238E27FC236}">
                <a16:creationId xmlns:a16="http://schemas.microsoft.com/office/drawing/2014/main" id="{37C7B149-F610-42C9-93BE-2A8DC27E12CE}"/>
              </a:ext>
            </a:extLst>
          </p:cNvPr>
          <p:cNvSpPr>
            <a:spLocks xmlns:a="http://schemas.openxmlformats.org/drawingml/2006/main" noGrp="1"/>
          </p:cNvSpPr>
          <p:nvPr>
            <p:ph type="body" idx="1639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083E3AB-DBD0-49B6-ACEA-C3FF01E6E6CC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合家欢传承结束语</a:t>
            </a:r>
          </a:p>
        </p:txBody>
      </p:sp>
    </p:spTree>
    <p:extLst>
      <p:ext uri="{BB962C8B-B14F-4D97-AF65-F5344CB8AC3E}">
        <p14:creationId xmlns:p14="http://schemas.microsoft.com/office/powerpoint/2010/main" val="16149503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bd385b84744cc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0"/>
            <a:ext cx="42672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4049B2A1-57B3-496D-883D-85C2BDE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65000">
                <a:schemeClr val="accent1">
                  <a:lumMod val="80000"/>
                </a:schemeClr>
              </a:gs>
              <a:gs pos="85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5741BCD-FC12-4801-A2CF-C4344C32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8534400" cy="22606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588640F-68BA-4BF0-B752-17C2D56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37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主标题：财富永续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家业长青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——XX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家族传承保险规划建议书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F8DE52A-C05B-4783-B13A-AA0A6D52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1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标题采用烫金立体字设计，突出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永续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长青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，背景搭配家族徽标与金融元素，彰显专业券商风格。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EA823792-5AEE-49BE-A530-F11AF84F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7165"/>
            <a:ext cx="8534400" cy="226123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CE3E172-B67A-4489-9688-38D7624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75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核心产品：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传世尊享终身寿险（分红型）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F5E766E-C30C-4FC7-B965-433C896B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39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该产品由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保险公司承保，近五年分红实现率达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92%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，支持保额递增与保单贷款，贴合高净值客户传承需求。</a:t>
            </a: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7E6C9D8F-F674-4456-8F02-87744E77FE81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建议书标题与产品名</a:t>
            </a:r>
          </a:p>
        </p:txBody>
      </p:sp>
    </p:spTree>
    <p:extLst>
      <p:ext uri="{BB962C8B-B14F-4D97-AF65-F5344CB8AC3E}">
        <p14:creationId xmlns:p14="http://schemas.microsoft.com/office/powerpoint/2010/main" val="2066903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E4A816-CC70-4329-89A8-70F130AF4DB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t>券商机构信息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5505604C-A88D-41EC-BC99-A513B582E30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affb7c0f84c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72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7186F69-CBEC-4E7D-86F2-BD7BFCE4BE7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家族传承服务经验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D108A0C-C465-49D0-9FCB-C3035145B2B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近五年累计为30+高净值家族提供保险传承方案，如为浙江某上市企业主设计股权+保险金信托架构，实现资产隔离。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DDC9F2E-D917-452B-8474-AEC19B84219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848a3009c45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313FD2A-81CE-4241-9F1C-15B0CBDB8E4A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行业资质与荣誉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312E16F-084A-4133-B75D-E133E7DDA19D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拥有保监会批准的保险兼业代理资质，连续三年获“中国家族财富管理机构TOP10”，2023年服务客户资产规模超500亿。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75B159B1-66E8-49B6-A049-FBE6B48CEE1C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48f7703d149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56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9636191-9A06-4A09-A146-551E175DBEF2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专属服务团队配置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6F3C4C-C3B5-4FE5-B743-4D8A89474CB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组建由投行、法律、税务专家构成的10人专项小组，如前中金公司家族信托负责人张博士带队，提供一对一方案定制。</a:t>
            </a:r>
          </a:p>
        </p:txBody>
      </p:sp>
    </p:spTree>
    <p:extLst>
      <p:ext uri="{BB962C8B-B14F-4D97-AF65-F5344CB8AC3E}">
        <p14:creationId xmlns:p14="http://schemas.microsoft.com/office/powerpoint/2010/main" val="4513971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E4A816-CC70-4329-89A8-70F130AF4DB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t>券商机构信息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5505604C-A88D-41EC-BC99-A513B582E30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006b89c194a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72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7186F69-CBEC-4E7D-86F2-BD7BFCE4BE7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家族传承服务经验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D108A0C-C465-49D0-9FCB-C3035145B2B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近五年累计为30+高净值家族提供保险传承方案，如为浙江某上市企业主设计股权+保险金信托架构，实现资产隔离。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DDC9F2E-D917-452B-8474-AEC19B84219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d900674604c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313FD2A-81CE-4241-9F1C-15B0CBDB8E4A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行业资质与荣誉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312E16F-084A-4133-B75D-E133E7DDA19D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拥有保监会批准的保险兼业代理资质，连续三年获“中国家族财富管理机构TOP10”，2023年服务客户资产规模超500亿。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75B159B1-66E8-49B6-A049-FBE6B48CEE1C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442fa962d4d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56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9636191-9A06-4A09-A146-551E175DBEF2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专属服务团队配置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6F3C4C-C3B5-4FE5-B743-4D8A89474CB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组建由投行、法律、税务专家构成的10人专项小组，如前中金公司家族信托负责人张博士带队，提供一对一方案定制。</a:t>
            </a:r>
          </a:p>
        </p:txBody>
      </p:sp>
    </p:spTree>
    <p:extLst>
      <p:ext uri="{BB962C8B-B14F-4D97-AF65-F5344CB8AC3E}">
        <p14:creationId xmlns:p14="http://schemas.microsoft.com/office/powerpoint/2010/main" val="451397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ebcf390ee420b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0"/>
            <a:ext cx="42672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4049B2A1-57B3-496D-883D-85C2BDE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65000">
                <a:schemeClr val="accent1">
                  <a:lumMod val="80000"/>
                </a:schemeClr>
              </a:gs>
              <a:gs pos="85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5741BCD-FC12-4801-A2CF-C4344C32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8534400" cy="22606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588640F-68BA-4BF0-B752-17C2D56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37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主标题：财富永续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家业长青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——XX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家族传承保险规划建议书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F8DE52A-C05B-4783-B13A-AA0A6D52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1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标题采用烫金立体字设计，突出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永续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长青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，背景搭配家族徽标与金融元素，彰显专业券商风格。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EA823792-5AEE-49BE-A530-F11AF84F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7165"/>
            <a:ext cx="8534400" cy="226123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CE3E172-B67A-4489-9688-38D7624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75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核心产品：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传世尊享终身寿险（分红型）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F5E766E-C30C-4FC7-B965-433C896B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39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该产品由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XX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保险公司承保，近五年分红实现率达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92%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，支持保额递增与保单贷款，贴合高净值客户传承需求。</a:t>
            </a: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7E6C9D8F-F674-4456-8F02-87744E77FE81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建议书标题与产品名</a:t>
            </a:r>
          </a:p>
        </p:txBody>
      </p:sp>
    </p:spTree>
    <p:extLst>
      <p:ext uri="{BB962C8B-B14F-4D97-AF65-F5344CB8AC3E}">
        <p14:creationId xmlns:p14="http://schemas.microsoft.com/office/powerpoint/2010/main" val="2066903017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2026-06-01T18:15:37.1630000Z</dcterms:created>
  <dcterms:modified xsi:type="dcterms:W3CDTF">2026-06-01T18:15:37.1630000Z</dcterms:modified>
</coreProperties>
</file>