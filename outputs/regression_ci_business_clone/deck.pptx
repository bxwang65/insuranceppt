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1320085bec4a3e" /><Relationship Type="http://schemas.openxmlformats.org/officeDocument/2006/relationships/extended-properties" Target="/docProps/app.xml" Id="Rca3e8eebcdca4f2a" /><Relationship Type="http://schemas.openxmlformats.org/officeDocument/2006/relationships/officeDocument" Target="/ppt/presentation.xml" Id="R153a01982fb4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713880aea455d"/>
    <p:sldMasterId xmlns:r="http://schemas.openxmlformats.org/officeDocument/2006/relationships" id="2147483659" r:id="R2393ed38425a49cc"/>
  </p:sldMasterIdLst>
  <p:notesMasterIdLst>
    <p:notesMasterId xmlns:r="http://schemas.openxmlformats.org/officeDocument/2006/relationships" r:id="R0d90c91feac3495c"/>
  </p:notesMasterIdLst>
  <p:sldIdLst>
    <p:sldId xmlns:r="http://schemas.openxmlformats.org/officeDocument/2006/relationships" id="256" r:id="Rcc240b7893ac4ae8"/>
    <p:sldId xmlns:r="http://schemas.openxmlformats.org/officeDocument/2006/relationships" id="257" r:id="R0fa2b23bb97445a2"/>
    <p:sldId xmlns:r="http://schemas.openxmlformats.org/officeDocument/2006/relationships" id="258" r:id="Recc78a9897e649e7"/>
    <p:sldId xmlns:r="http://schemas.openxmlformats.org/officeDocument/2006/relationships" id="259" r:id="R60b46aeed71e48a4"/>
    <p:sldId xmlns:r="http://schemas.openxmlformats.org/officeDocument/2006/relationships" id="260" r:id="R1c53cf1b50934ea1"/>
    <p:sldId xmlns:r="http://schemas.openxmlformats.org/officeDocument/2006/relationships" id="261" r:id="Rd98799c408e442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8a720798bc4d2e" /><Relationship Type="http://schemas.openxmlformats.org/officeDocument/2006/relationships/slideMaster" Target="/ppt/slideMasters/slideMaster1.xml" Id="R131713880aea455d" /><Relationship Type="http://schemas.openxmlformats.org/officeDocument/2006/relationships/slideMaster" Target="/ppt/slideMasters/slideMaster2.xml" Id="R2393ed38425a49cc" /><Relationship Type="http://schemas.openxmlformats.org/officeDocument/2006/relationships/notesMaster" Target="/ppt/notesMasters/notesMaster1.xml" Id="R0d90c91feac3495c" /><Relationship Type="http://schemas.openxmlformats.org/officeDocument/2006/relationships/presProps" Target="/ppt/presProps.xml" Id="R7a3f49aca0aa4d3a" /><Relationship Type="http://schemas.openxmlformats.org/officeDocument/2006/relationships/viewProps" Target="/ppt/viewProps.xml" Id="Rac483b62d057465f" /><Relationship Type="http://schemas.openxmlformats.org/officeDocument/2006/relationships/tableStyles" Target="/ppt/tableStyles.xml" Id="Rff42d101d9f84bae" /><Relationship Type="http://schemas.openxmlformats.org/officeDocument/2006/relationships/slide" Target="/ppt/slides/slide1.xml" Id="Rcc240b7893ac4ae8" /><Relationship Type="http://schemas.openxmlformats.org/officeDocument/2006/relationships/slide" Target="/ppt/slides/slide2.xml" Id="R0fa2b23bb97445a2" /><Relationship Type="http://schemas.openxmlformats.org/officeDocument/2006/relationships/slide" Target="/ppt/slides/slide3.xml" Id="Recc78a9897e649e7" /><Relationship Type="http://schemas.openxmlformats.org/officeDocument/2006/relationships/slide" Target="/ppt/slides/slide4.xml" Id="R60b46aeed71e48a4" /><Relationship Type="http://schemas.openxmlformats.org/officeDocument/2006/relationships/slide" Target="/ppt/slides/slide5.xml" Id="R1c53cf1b50934ea1" /><Relationship Type="http://schemas.openxmlformats.org/officeDocument/2006/relationships/slide" Target="/ppt/slides/slide6.xml" Id="Rd98799c408e4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4edb417142340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0fc575c63a4ee1" /><Relationship Type="http://schemas.openxmlformats.org/officeDocument/2006/relationships/notesMaster" Target="/ppt/notesMasters/notesMaster1.xml" Id="R1e2bed562cd048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bdfff9c55c4290" /><Relationship Type="http://schemas.openxmlformats.org/officeDocument/2006/relationships/notesMaster" Target="/ppt/notesMasters/notesMaster1.xml" Id="R61ad797ffab1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2a95ce46194902" /><Relationship Type="http://schemas.openxmlformats.org/officeDocument/2006/relationships/notesMaster" Target="/ppt/notesMasters/notesMaster1.xml" Id="R77e5b17ca93849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44aacdbcdb412d" /><Relationship Type="http://schemas.openxmlformats.org/officeDocument/2006/relationships/notesMaster" Target="/ppt/notesMasters/notesMaster1.xml" Id="R09208a5e025248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4fc4df50464394" /><Relationship Type="http://schemas.openxmlformats.org/officeDocument/2006/relationships/notesMaster" Target="/ppt/notesMasters/notesMaster1.xml" Id="R7318315a5c07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b05d96d6354a58" /><Relationship Type="http://schemas.openxmlformats.org/officeDocument/2006/relationships/notesMaster" Target="/ppt/notesMasters/notesMaster1.xml" Id="R0991d99d5173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70b92368ec45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ebe9181c149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b81df838f041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25125a07d47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019133b374f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d44fca2154c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b0989d15040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3454011bbe44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5615b1cff454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8e5cac8764b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894637403b49f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ef63d174fe453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95e03e1a844d1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c94190907b405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29221e68f648f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4ebb409da549a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83da99c75a418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ef0176b53741f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36301a4a034b44" /><Relationship Type="http://schemas.openxmlformats.org/officeDocument/2006/relationships/image" Target="/ppt/media/image.png" Id="Red899f08ab3b49c3" /><Relationship Type="http://schemas.openxmlformats.org/officeDocument/2006/relationships/image" Target="/ppt/media/image.svg" Id="R2e31beb85a914f5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7137e5c80b456d" /><Relationship Type="http://schemas.openxmlformats.org/officeDocument/2006/relationships/image" Target="/ppt/media/image.png" Id="R212b9db1d4c0426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bb548962734ff0" /><Relationship Type="http://schemas.openxmlformats.org/officeDocument/2006/relationships/image" Target="/ppt/media/image.png" Id="R6704114d04804a0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1c9349e7f74cc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93C2E2-F77A-48DE-9B1D-EEF727ABBF36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1A4A56C-A351-46BA-B8CB-7CFE44FEF9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08B7B6-5003-429C-8B6C-2E50303E0C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D4916F3-9A94-4065-9FE9-4C8D247F52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9F2AE34-5E11-4772-ABF8-ED718FE2F08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6541B8-AD3B-42B5-B983-188BB91A79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8EAF67C-01B9-41F9-BCBD-5E5F8648E3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6B1C5A4-BC4C-4751-AA3E-E1A3838DB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3B8BF1-6E9C-4A71-B023-90E0F12C58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3133AD9-A582-400C-B47E-4492A65835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9C3D2C-47AE-47A2-A9B6-D1C2FB56BC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2286E4-DE33-47D9-AF75-95EC5A4CD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00FC943-0DC6-4E53-A670-C09C84F9AA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094D4A3-FB3F-4F60-A2F3-DFA0FE0923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F82FF3-C272-4F12-A722-ED42F6A86E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59278F-8FBB-4ABA-AACE-6006D20AD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8B141D-C207-4391-A4CE-FD211F136B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01D58614-1F4A-4E1A-85A5-93497D406A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4D06425-B01D-4ED5-9CD0-7DBC3D95B8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54B120-FBB5-4EC6-AB66-2DEB1F0F7C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C0510AB-5395-4F3D-853F-3A9172D67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E0261CB-12A5-4C87-89E3-8664681C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148F2CC-DD75-48F0-A7DC-F4222FC17B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A741E4A-4EE8-4EAC-ABE8-9130BF2136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0DB7A6E-F6C2-4178-9BCA-5A5E5C77347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2BD8865-5BFD-4577-845C-47D5AE016A3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E193030-8D5A-483D-BA80-6EC696443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9DEC1BE-D1A5-41DE-BCA7-2762D61BFD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450ADAC-216B-4E80-BFEC-96AFF98111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287A2A-11B8-4537-A6A5-81EDBDE106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4CFF861-382F-4F4E-AF5D-809DABED43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15CDDEF-48C0-4769-AE61-AEF892FD51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5EB46FE-FA49-48F6-836A-9B572EC06B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0E664D7-FAA0-49B5-9E92-59D7DAA0D2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F40343F-1818-45F4-A645-0E19DBFB73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DB35EE5-0532-43CF-AF75-DC09DCEC6B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281043-FEF6-4D5A-B933-3AAEDA3905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F9CF95C-9988-4965-8468-1D31539158B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E293AAB-02FD-4A43-B7E8-CF79CA326B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EF26FA2-9AC8-4EDD-B866-42F85A3CEE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860BFC1-3F60-43A6-8D02-2A78467CDC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9D572FE-E7B9-4528-A227-70655978B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507C6F6-1ED5-4926-A6D0-FAF7613DE8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5CB342B-AD24-4171-9A3A-938241DD0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0C67F04-27BA-4251-9E94-E668AF48C9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5D473-582F-46EF-B89B-DB959EC30C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468058-9398-43F8-9927-B8A9247F2D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411A509C-4E5B-430B-8DB4-DFA7D4C534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E77E74D-EE52-4ADA-9CBE-E20BB40CE0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E87F272-00E8-48F2-A350-816D233082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5EE34EA2-18B0-4FF4-8E7D-8BAF6E9F8CD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C6884185-338F-4419-B79E-76B49B98D9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D19226B-8AB6-499F-8B07-2CAE8EAAB0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B183765-54B7-4D05-837D-874067E4C9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34DE33B-2182-47B4-9651-5AE3A53C70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9D02801-6502-4762-A24B-217BFCDCDD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4438E3CC-C55F-4478-AEB5-DC2C7B21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A26FFC23-F408-4403-B8D7-9644B9A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0F6019F0-3FBC-41F4-9A75-6B0BA6CE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1173036A-6F43-4503-A382-CF9D03E0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93A6A905-E5C5-4774-B621-BA5C481C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31FA1890-42A5-45D8-BAEB-99B965EE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8B68CE9A-C5A8-49FD-968C-45BBE5BC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6274A0F7-9B0B-476A-BB12-8897998429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DAF997B-4525-4C6E-B678-748C21BDE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C408B6-B703-45B5-A9DF-ACECDCAD8E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BB8132-4F52-4C5A-B20F-29EC26D52C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99E25AA-3537-420B-824F-FA2CB716E7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BB0838A-6B29-4A1F-AF8B-9C52F72253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E636F13-D7F1-4DD0-9C8F-083FAEC72F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F2D55AB-11A6-47A4-A4BD-6021A3EEA0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0EB39E8-0A33-45A1-9BFF-D33F7F4B64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AA9E20A9-FF44-4BC2-ABC9-E487BAD10A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73CF861-0B70-4A81-B640-B05E6B07B1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62222E1-B2F7-4B5C-8F1E-1B7CD786854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C5D20CD-08B8-4BB9-AD56-89A9B4D485A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135C583-949C-4699-BCE7-EFD2CED79B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1098C96-D1B0-44D6-A40F-1E6012CA6E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A2C161B-E3E7-4141-886A-720A841C65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717C3D1-D3F1-4BC0-899E-B1E78AB6F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2935D274-8BEF-4393-9DDF-431E8081A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CEA36EE-962E-4A8C-A33C-BC0B187D63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EC58C82-3510-40CF-9210-9626098ECE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FBBA117-448C-420C-91AC-FA7A0741CC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56C6A357-F10E-437E-BDA4-18E044960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5D23F3D-8CAA-4BBD-8009-7F227284D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261BCC9-A88A-4FB8-B604-F09E54254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37155D7-0DBD-4720-A207-14023B2392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6C11F99-899E-4B38-B3BB-543CE33631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00E6166-F934-4324-A473-DBC2FCF2A7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BD2B31-A52B-42EF-8C2E-165B6D9D07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5F083E0-D3D7-4027-80E6-3B820ACA81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3A79E43-EBA7-4F3A-90B7-033E3F8A5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75DFB6E-A6E2-4A20-8D71-F3421DC5B6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5053C7D-9622-477F-918C-D529C2271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C587989-D328-4C30-A61A-38601C4A709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2B818B61-471A-4FDC-9A73-1362B977A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FABCE61E-B755-4208-B2B5-13F394A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0533C477-FA67-45C1-A6BC-E988403B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30B16D98-3B97-47A3-BE80-27B56837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899f08ab3b49c3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8EE759BF-A0D7-4723-9976-E9E8A406B787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B3260C0D-BD97-4456-A00C-F59BF86641D6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6B965CF0-4FB5-4FF2-AA04-BB4E166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DC15A5F0-2520-4F7F-A06D-63AF502D9AE7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99f08ab3b49c3">
            <a:extLst>
              <a:ext uri="{96DAC541-7B7A-43D3-8B79-37D633B846F1}">
                <asvg:svgBlip xmlns:asvg="http://schemas.microsoft.com/office/drawing/2016/SVG/main" r:embed="R2e31beb85a914f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A652945-D8B3-4960-AAB1-157615DE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38004979-742D-40E0-A3EB-89554225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5C27EFF8-6445-4711-AEA9-CBDB547E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43AEC703-AD16-4FA0-90E3-D856A098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7996C3DD-5549-46F5-A987-7EBE259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336FABA1-5805-46FB-BCA3-141A9447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2C8242D8-8165-4194-AB40-4DFCC295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B71A4181-9A04-4AC0-B20E-C9DE8F37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AC19393F-93F6-4946-BFB9-1890B8F6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2777523-D502-48C9-994F-88D272BD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3777C50-3F3B-4E4E-8C07-DFAF298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2b9db1d4c0426d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CB08A767-CF52-423F-879E-4860C46607E1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0D1D150-BEF8-42CE-B9C0-04DEC84FA30E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F61767-1C05-4338-B923-5223F619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8D85C483-73FA-47C8-96D1-A058D0CB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E0EE6018-DA4A-4A2C-935F-1A2A560B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073563AD-196A-47F0-BC1E-784D14EF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04114d04804a0b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8420CBE3-F7BB-4978-9467-6D03B6540A60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09085C3E-6C43-4625-B849-0861356BA2E4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6D8DE91-5707-4943-9DD7-437F810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69264F08-8B3D-4A88-A23A-15F98A3A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0904A120-36E3-47CA-857F-692ADDF7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8EF78785-E624-477F-897B-18BB2C59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7F6AF22D-C131-4ABB-9033-7EF2BB23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40DC8572-7E0E-4E2E-9F1D-665748E2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1205B6-8FD8-4227-B597-C01737181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3BE6D01-561A-45AE-B400-A1475BA979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283E0C6-D473-465A-A35B-64B9F758D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143741E6-DD40-410D-BB11-9BB5151915D7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26B2EACF-DFEC-499C-892A-EAB462248F8D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8CE8562E-C438-462E-970C-D02A8ACE6045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D0187BB9-B4A4-4F2C-94F5-EFA519BFE8F9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EF3E9745-A995-468E-A2CF-89C963A28BF7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E48207E2-DE3E-4431-9FF4-71E029961626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BFA32A43-FD4F-4A00-9C6E-9504DFD0712C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D5ABA3EC-33F3-43B9-8EB6-CD1C8B2E91CC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761BB1AF-1196-40F3-B273-D19CBEE8BFFE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311357DA-E77D-4F7E-BFE5-B04B667326C1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FA72693B-763F-4A64-823F-82BE81B78AA6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CAF5EC0-2A6F-4450-A7D8-792B8AC28B48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6E74B34F-F17E-4431-B350-E566E6356ABA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E9AF9F3A-EEAE-4CBF-B08F-72B1EF8E8F54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95502c29847a6" /><Relationship Type="http://schemas.openxmlformats.org/officeDocument/2006/relationships/slideLayout" Target="/ppt/slideLayouts/slideLayout1.xml" Id="R4b6a23c3363f41f4" /><Relationship Type="http://schemas.openxmlformats.org/officeDocument/2006/relationships/slideLayout" Target="/ppt/slideLayouts/slideLayout2.xml" Id="Raddf228623ea4b69" /><Relationship Type="http://schemas.openxmlformats.org/officeDocument/2006/relationships/slideLayout" Target="/ppt/slideLayouts/slideLayout3.xml" Id="Rebb22425fe754a40" /><Relationship Type="http://schemas.openxmlformats.org/officeDocument/2006/relationships/slideLayout" Target="/ppt/slideLayouts/slideLayout4.xml" Id="R51428a3cafba4e9e" /><Relationship Type="http://schemas.openxmlformats.org/officeDocument/2006/relationships/slideLayout" Target="/ppt/slideLayouts/slideLayout5.xml" Id="R4a1ab3026e394c5e" /><Relationship Type="http://schemas.openxmlformats.org/officeDocument/2006/relationships/slideLayout" Target="/ppt/slideLayouts/slideLayout6.xml" Id="R9bf7e0d81643472a" /><Relationship Type="http://schemas.openxmlformats.org/officeDocument/2006/relationships/slideLayout" Target="/ppt/slideLayouts/slideLayout7.xml" Id="R7ff78b1976be403f" /><Relationship Type="http://schemas.openxmlformats.org/officeDocument/2006/relationships/slideLayout" Target="/ppt/slideLayouts/slideLayout8.xml" Id="R8b8aec6fed54459f" /><Relationship Type="http://schemas.openxmlformats.org/officeDocument/2006/relationships/slideLayout" Target="/ppt/slideLayouts/slideLayout9.xml" Id="R5f5a15e45ac646c9" /><Relationship Type="http://schemas.openxmlformats.org/officeDocument/2006/relationships/slideLayout" Target="/ppt/slideLayouts/slideLayout10.xml" Id="R5d24504cf9654da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32b6310bd90421c" /><Relationship Type="http://schemas.openxmlformats.org/officeDocument/2006/relationships/slideLayout" Target="/ppt/slideLayouts/slideLayout11.xml" Id="R913ea836176f42a1" /><Relationship Type="http://schemas.openxmlformats.org/officeDocument/2006/relationships/slideLayout" Target="/ppt/slideLayouts/slideLayout12.xml" Id="Rf0227d89b5f8408b" /><Relationship Type="http://schemas.openxmlformats.org/officeDocument/2006/relationships/slideLayout" Target="/ppt/slideLayouts/slideLayout13.xml" Id="Rb79c94f3220a4b36" /><Relationship Type="http://schemas.openxmlformats.org/officeDocument/2006/relationships/slideLayout" Target="/ppt/slideLayouts/slideLayout14.xml" Id="Rd4fcb7143bb844fc" /><Relationship Type="http://schemas.openxmlformats.org/officeDocument/2006/relationships/slideLayout" Target="/ppt/slideLayouts/slideLayout15.xml" Id="Rcc77bfd1b0514c82" /><Relationship Type="http://schemas.openxmlformats.org/officeDocument/2006/relationships/slideLayout" Target="/ppt/slideLayouts/slideLayout16.xml" Id="R963b2dbd1ee94b68" /><Relationship Type="http://schemas.openxmlformats.org/officeDocument/2006/relationships/slideLayout" Target="/ppt/slideLayouts/slideLayout17.xml" Id="Raa69b4d2718c4c09" /><Relationship Type="http://schemas.openxmlformats.org/officeDocument/2006/relationships/slideLayout" Target="/ppt/slideLayouts/slideLayout18.xml" Id="R2b1b3592a6a54c8c" /><Relationship Type="http://schemas.openxmlformats.org/officeDocument/2006/relationships/slideLayout" Target="/ppt/slideLayouts/slideLayout19.xml" Id="R02dd7df7ec1f4e57" /><Relationship Type="http://schemas.openxmlformats.org/officeDocument/2006/relationships/slideLayout" Target="/ppt/slideLayouts/slideLayout20.xml" Id="Ra0152ec9c55b4de0" /><Relationship Type="http://schemas.openxmlformats.org/officeDocument/2006/relationships/slideLayout" Target="/ppt/slideLayouts/slideLayout21.xml" Id="Rf613b11e8fd949bf" /><Relationship Type="http://schemas.openxmlformats.org/officeDocument/2006/relationships/slideLayout" Target="/ppt/slideLayouts/slideLayout22.xml" Id="R28ee5347ba754eb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F15B8CA-19C0-4A3E-BC14-0782E1DE52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7F4A6EF-FDFB-48C8-BE61-DDEA517956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4C7785-61EC-43E9-A300-9B110582244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9142CB-4D72-4EBE-99B6-9B4A47F376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C9AF93D-9E53-4637-9D98-48676F8D9B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a23c3363f41f4"/>
    <p:sldLayoutId xmlns:r="http://schemas.openxmlformats.org/officeDocument/2006/relationships" id="2147483650" r:id="Raddf228623ea4b69"/>
    <p:sldLayoutId xmlns:r="http://schemas.openxmlformats.org/officeDocument/2006/relationships" id="2147483651" r:id="Rebb22425fe754a40"/>
    <p:sldLayoutId xmlns:r="http://schemas.openxmlformats.org/officeDocument/2006/relationships" id="2147483652" r:id="R51428a3cafba4e9e"/>
    <p:sldLayoutId xmlns:r="http://schemas.openxmlformats.org/officeDocument/2006/relationships" id="2147483653" r:id="R4a1ab3026e394c5e"/>
    <p:sldLayoutId xmlns:r="http://schemas.openxmlformats.org/officeDocument/2006/relationships" id="2147483654" r:id="R9bf7e0d81643472a"/>
    <p:sldLayoutId xmlns:r="http://schemas.openxmlformats.org/officeDocument/2006/relationships" id="2147483655" r:id="R7ff78b1976be403f"/>
    <p:sldLayoutId xmlns:r="http://schemas.openxmlformats.org/officeDocument/2006/relationships" id="2147483656" r:id="R8b8aec6fed54459f"/>
    <p:sldLayoutId xmlns:r="http://schemas.openxmlformats.org/officeDocument/2006/relationships" id="2147483657" r:id="R5f5a15e45ac646c9"/>
    <p:sldLayoutId xmlns:r="http://schemas.openxmlformats.org/officeDocument/2006/relationships" id="2147483658" r:id="R5d24504cf965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8D4D0D47-084E-4474-89A1-AF6E7B4E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58561439-67B7-447C-A369-F0EE27C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E6DCE31-ABA6-4051-8D85-4E94800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32C593E-A87A-479C-B4AE-79CD21310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9AA3D9A-98C8-48F9-A98D-38E156832AC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7716E3-E784-45EA-9C86-B3364C0FC72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7F3C995-222E-4348-B6DD-6F4ADF970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2CE2DC0-8FBF-4AD4-9B6D-D6B73DF719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CC0369F-55B2-4ADD-8E25-1F1086A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913ea836176f42a1"/>
    <p:sldLayoutId xmlns:r="http://schemas.openxmlformats.org/officeDocument/2006/relationships" id="2147483661" r:id="Rf0227d89b5f8408b"/>
    <p:sldLayoutId xmlns:r="http://schemas.openxmlformats.org/officeDocument/2006/relationships" id="2147483662" r:id="Rb79c94f3220a4b36"/>
    <p:sldLayoutId xmlns:r="http://schemas.openxmlformats.org/officeDocument/2006/relationships" id="2147483663" r:id="Rd4fcb7143bb844fc"/>
    <p:sldLayoutId xmlns:r="http://schemas.openxmlformats.org/officeDocument/2006/relationships" id="2147483664" r:id="Rcc77bfd1b0514c82"/>
    <p:sldLayoutId xmlns:r="http://schemas.openxmlformats.org/officeDocument/2006/relationships" id="2147483665" r:id="R963b2dbd1ee94b68"/>
    <p:sldLayoutId xmlns:r="http://schemas.openxmlformats.org/officeDocument/2006/relationships" id="2147483666" r:id="Raa69b4d2718c4c09"/>
    <p:sldLayoutId xmlns:r="http://schemas.openxmlformats.org/officeDocument/2006/relationships" id="2147483667" r:id="R2b1b3592a6a54c8c"/>
    <p:sldLayoutId xmlns:r="http://schemas.openxmlformats.org/officeDocument/2006/relationships" id="2147483668" r:id="R02dd7df7ec1f4e57"/>
    <p:sldLayoutId xmlns:r="http://schemas.openxmlformats.org/officeDocument/2006/relationships" id="2147483669" r:id="Ra0152ec9c55b4de0"/>
    <p:sldLayoutId xmlns:r="http://schemas.openxmlformats.org/officeDocument/2006/relationships" id="2147483670" r:id="Rf613b11e8fd949bf"/>
    <p:sldLayoutId xmlns:r="http://schemas.openxmlformats.org/officeDocument/2006/relationships" id="2147483671" r:id="R28ee5347ba754e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9c3bb8a20db84f3c" /><Relationship Type="http://schemas.openxmlformats.org/officeDocument/2006/relationships/image" Target="/ppt/media/image2.png" Id="R10342bd1ba004f88" /><Relationship Type="http://schemas.openxmlformats.org/officeDocument/2006/relationships/image" Target="/ppt/media/image2.svg" Id="R48d4ea1bd1fb4353" /><Relationship Type="http://schemas.openxmlformats.org/officeDocument/2006/relationships/image" Target="/ppt/media/image3.png" Id="R81bd773fa08746b0" /><Relationship Type="http://schemas.openxmlformats.org/officeDocument/2006/relationships/image" Target="/ppt/media/image3.svg" Id="R0a4df7d48a6440e4" /><Relationship Type="http://schemas.openxmlformats.org/officeDocument/2006/relationships/image" Target="/ppt/media/image4.png" Id="R7bfb0094f29e4744" /><Relationship Type="http://schemas.openxmlformats.org/officeDocument/2006/relationships/image" Target="/ppt/media/image4.svg" Id="Ra9976f66873a4e14" /><Relationship Type="http://schemas.openxmlformats.org/officeDocument/2006/relationships/image" Target="/ppt/media/image5.png" Id="Radc14ea5c2244f09" /><Relationship Type="http://schemas.openxmlformats.org/officeDocument/2006/relationships/image" Target="/ppt/media/image5.svg" Id="R940720cec5cd4567" /><Relationship Type="http://schemas.openxmlformats.org/officeDocument/2006/relationships/image" Target="/ppt/media/image6.png" Id="R3f67c4fced734573" /><Relationship Type="http://schemas.openxmlformats.org/officeDocument/2006/relationships/image" Target="/ppt/media/image6.svg" Id="Re84d18799b61470c" /><Relationship Type="http://schemas.openxmlformats.org/officeDocument/2006/relationships/image" Target="/ppt/media/image7.png" Id="R77e4bb5d579749c9" /><Relationship Type="http://schemas.openxmlformats.org/officeDocument/2006/relationships/image" Target="/ppt/media/image7.svg" Id="Rb5884fc674104e8b" /><Relationship Type="http://schemas.openxmlformats.org/officeDocument/2006/relationships/notesSlide" Target="/ppt/notesSlides/notesSlide1.xml" Id="R32e0d6c1f51248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f9ba48e7ea7b4559" /><Relationship Type="http://schemas.openxmlformats.org/officeDocument/2006/relationships/image" Target="/ppt/media/image8.png" Id="Rc9def4bf150c4856" /><Relationship Type="http://schemas.openxmlformats.org/officeDocument/2006/relationships/image" Target="/ppt/media/image8.svg" Id="R4d9dd67ed14f4951" /><Relationship Type="http://schemas.openxmlformats.org/officeDocument/2006/relationships/image" Target="/ppt/media/image9.png" Id="Rb0002e684ddc4c99" /><Relationship Type="http://schemas.openxmlformats.org/officeDocument/2006/relationships/image" Target="/ppt/media/image9.svg" Id="Rea282becad1c415f" /><Relationship Type="http://schemas.openxmlformats.org/officeDocument/2006/relationships/image" Target="/ppt/media/image10.png" Id="R1a400a2da70c4c41" /><Relationship Type="http://schemas.openxmlformats.org/officeDocument/2006/relationships/image" Target="/ppt/media/image10.svg" Id="R74764ca7aa9c4c69" /><Relationship Type="http://schemas.openxmlformats.org/officeDocument/2006/relationships/image" Target="/ppt/media/image11.png" Id="R161aa405a7694473" /><Relationship Type="http://schemas.openxmlformats.org/officeDocument/2006/relationships/image" Target="/ppt/media/image11.svg" Id="R2c42efc400b342e7" /><Relationship Type="http://schemas.openxmlformats.org/officeDocument/2006/relationships/image" Target="/ppt/media/image12.png" Id="R1e12ad12c0ec4095" /><Relationship Type="http://schemas.openxmlformats.org/officeDocument/2006/relationships/image" Target="/ppt/media/image12.svg" Id="Rc99aac9fe1f24e41" /><Relationship Type="http://schemas.openxmlformats.org/officeDocument/2006/relationships/notesSlide" Target="/ppt/notesSlides/notesSlide2.xml" Id="R4fe66a96c2344f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1fe92cd43e94309" /><Relationship Type="http://schemas.openxmlformats.org/officeDocument/2006/relationships/notesSlide" Target="/ppt/notesSlides/notesSlide3.xml" Id="R0176b02583714f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2c6b983175d4faf" /><Relationship Type="http://schemas.openxmlformats.org/officeDocument/2006/relationships/image" Target="/ppt/media/image13.png" Id="R98f207e7b7da40d3" /><Relationship Type="http://schemas.openxmlformats.org/officeDocument/2006/relationships/image" Target="/ppt/media/image13.svg" Id="R500bca435c12451f" /><Relationship Type="http://schemas.openxmlformats.org/officeDocument/2006/relationships/notesSlide" Target="/ppt/notesSlides/notesSlide4.xml" Id="R1564f759cbe345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54405e8de71a454d" /><Relationship Type="http://schemas.openxmlformats.org/officeDocument/2006/relationships/image" Target="/ppt/media/image14.png" Id="Rb9e8b4be706d4ae7" /><Relationship Type="http://schemas.openxmlformats.org/officeDocument/2006/relationships/image" Target="/ppt/media/image14.svg" Id="R3d4d16ede8f04bc1" /><Relationship Type="http://schemas.openxmlformats.org/officeDocument/2006/relationships/notesSlide" Target="/ppt/notesSlides/notesSlide5.xml" Id="R2c2977a32dae47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0d7b3f7775464350" /><Relationship Type="http://schemas.openxmlformats.org/officeDocument/2006/relationships/notesSlide" Target="/ppt/notesSlides/notesSlide6.xml" Id="R952e2055b73644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1DB18171-EF04-4AAE-8925-93E5F2E1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6A0751A-BE71-4131-9D5C-4A71B77A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26525B4-98F0-432E-B186-A69D2927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陈小姐 家庭重疾保障方案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3D1A5E4-1CFF-4EF9-91FC-9C22B5D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49DAB9E-A983-4F05-9AD3-A1216CD6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42bd1ba004f88">
            <a:extLst>
              <a:ext uri="{96DAC541-7B7A-43D3-8B79-37D633B846F1}">
                <asvg:svgBlip xmlns:asvg="http://schemas.microsoft.com/office/drawing/2016/SVG/main" r:embed="R48d4ea1bd1fb4353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E4495AC-9CAA-49E6-B8FE-F3E6D85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友邦保险 · 守护家危疾保障计划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AF4BE8A-2B17-424B-AC04-FCC6CD5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ADB403C1-8952-4CB5-983E-EACEE06B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d773fa08746b0">
            <a:extLst>
              <a:ext uri="{96DAC541-7B7A-43D3-8B79-37D633B846F1}">
                <asvg:svgBlip xmlns:asvg="http://schemas.microsoft.com/office/drawing/2016/SVG/main" r:embed="R0a4df7d48a6440e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D779A7C-086A-4E5F-9E49-719BF61E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1C2D94A-97CA-4FBD-B51B-0790683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89ECFA2-B861-440C-9598-CF5BF904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8457859-6C8A-405E-86D4-CE7621BF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94353DBE-A4CF-4F31-9D29-C3749DB2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b0094f29e4744">
            <a:extLst>
              <a:ext uri="{96DAC541-7B7A-43D3-8B79-37D633B846F1}">
                <asvg:svgBlip xmlns:asvg="http://schemas.microsoft.com/office/drawing/2016/SVG/main" r:embed="Ra9976f66873a4e14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A7F7B927-C908-45D1-83FB-1422720C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52E0486A-1F16-442C-B83A-D02E605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F191A4B-AAE1-4D6E-9532-EEDB3C2B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A3BE8F9-1762-4AF4-8242-85255DB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FB1F0B6B-62F8-46A5-901B-95676CA7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14ea5c2244f09">
            <a:extLst>
              <a:ext uri="{96DAC541-7B7A-43D3-8B79-37D633B846F1}">
                <asvg:svgBlip xmlns:asvg="http://schemas.microsoft.com/office/drawing/2016/SVG/main" r:embed="R940720cec5cd4567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9E7C7C3-B38F-44A0-9052-0BE8CE6A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BBBEB2E-EC3F-45C5-9C59-6B49031C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5799829F-B40B-4F05-B5A1-B43C408C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6CADBAEF-32B8-4812-AF34-241586DC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7c4fced734573">
            <a:extLst>
              <a:ext uri="{96DAC541-7B7A-43D3-8B79-37D633B846F1}">
                <asvg:svgBlip xmlns:asvg="http://schemas.microsoft.com/office/drawing/2016/SVG/main" r:embed="Re84d18799b61470c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B649CEEF-A59E-403B-8BDC-8E2B7B69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Critical Illness Plan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4bb5d579749c9">
            <a:extLst>
              <a:ext uri="{96DAC541-7B7A-43D3-8B79-37D633B846F1}">
                <asvg:svgBlip xmlns:asvg="http://schemas.microsoft.com/office/drawing/2016/SVG/main" r:embed="Rb5884fc674104e8b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559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C74BE59-D9D9-4062-936C-1288007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F26C0B8-7328-4C62-83E6-BF42BBF0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C64D02E-BCE0-49B9-BA15-71644298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公司与服务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28DD3EAA-48D0-470A-873F-065C04ED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04F14674-957E-43DC-9F1A-8017031E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DBAF3190-BD58-4BB2-9651-B2FB01FD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05C0AB7F-17DB-4483-A367-4C5BDEA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友邦保险 公开资料与保障理念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ef4bf150c4856">
            <a:extLst>
              <a:ext uri="{96DAC541-7B7A-43D3-8B79-37D633B846F1}">
                <asvg:svgBlip xmlns:asvg="http://schemas.microsoft.com/office/drawing/2016/SVG/main" r:embed="R4d9dd67ed14f4951"/>
              </a:ext>
            </a:extLst>
          </a:blip>
          <a:srcRect xmlns:a="http://schemas.openxmlformats.org/drawingml/2006/main" l="-2500" t="-11765" r="-2500" b="-11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E5554AA-9F07-4258-961A-60B0E616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909F902-16D7-4655-B90B-9E7FCAD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DB8115B-17F9-4111-BFA9-660E6A0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正式资料来源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46A88CF-43BE-41D9-B517-618BB46A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公司介绍资料库 + 官方计划书 + 来源页码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BBED3FD-6556-4DC4-AC3E-13C4890D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89566D2-C02D-4D66-84C5-DB1CD857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02e684ddc4c99">
            <a:extLst>
              <a:ext uri="{96DAC541-7B7A-43D3-8B79-37D633B846F1}">
                <asvg:svgBlip xmlns:asvg="http://schemas.microsoft.com/office/drawing/2016/SVG/main" r:embed="Rea282becad1c415f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E9E1F0E-711C-458E-B65C-0B734412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BC27E52D-F419-430A-A7F2-B00B601F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方案定位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1352715-D7BC-4222-BDFC-09D5BE25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重疾保障优先，兼顾现金价值与长期可持续缴费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5616FD4-6228-4F6C-8ACB-4D047AF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E223D8F-142D-4345-8F9D-6AC74E9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B4B33EB-209B-4487-9B4B-A7984945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C1AC91AF-2C55-471C-940C-F412CA03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ABD27FF6-47EB-4A2C-BF3B-BFD067F3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0F163C20-23E8-47BF-AAE7-3D0FB07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00a2da70c4c41">
            <a:extLst>
              <a:ext uri="{96DAC541-7B7A-43D3-8B79-37D633B846F1}">
                <asvg:svgBlip xmlns:asvg="http://schemas.microsoft.com/office/drawing/2016/SVG/main" r:embed="R74764ca7aa9c4c69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C6C5760-B744-455C-BBF8-EB1F9A1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B05F5FA6-1894-4782-A57E-4614F443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132CBC46-0A08-4A5C-A66F-75969BE5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0514653A-62AC-4EE3-A165-153AC2E6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B9F14D22-BD42-47DE-A210-64CADA3B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8F92FF23-071C-4DFF-9E79-7C73AF44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BB1A66B9-AF76-4E01-ADB6-0CCD087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aa405a7694473">
            <a:extLst>
              <a:ext uri="{96DAC541-7B7A-43D3-8B79-37D633B846F1}">
                <asvg:svgBlip xmlns:asvg="http://schemas.microsoft.com/office/drawing/2016/SVG/main" r:embed="R2c42efc400b342e7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FC0CD833-79E2-41ED-B463-528DC4C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25B0005-D09E-4527-A67A-FBFEB62D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65CDC6BC-024E-456B-9DFF-F483EFCE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CFEB9FC-B6A8-4969-901C-67C195A0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D3A3250-6363-4F50-89B2-DF0A1978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BDEEACDE-4258-403A-B9C0-54975484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CB880008-BB9D-422B-BBEC-FA9803B2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AB8D4B88-9ADA-464E-9B54-31E288D2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09D2FB56-E079-4CF4-B296-5E942AD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2ad12c0ec4095">
            <a:extLst>
              <a:ext uri="{96DAC541-7B7A-43D3-8B79-37D633B846F1}">
                <asvg:svgBlip xmlns:asvg="http://schemas.microsoft.com/office/drawing/2016/SVG/main" r:embed="Rc99aac9fe1f24e41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8F951A10-52C3-4DE4-B329-EF67A59B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B317A094-5B90-4F12-AC91-FDB3A3E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430D260A-AC5D-4F61-8BBB-3DFDECC8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03AE1A7B-0669-479C-898C-A7A90E1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9706B5F-9BEA-4605-A5C5-D7CDF8E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9EC2B3A-57F6-4529-BDCB-1232F58A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F8D46445-DAD4-4D88-951C-EA41F5B5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E3055959-9AEF-453E-A1BE-AF007B22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222C66FE-2332-46D1-BFCA-CC3D975A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A895AD2E-5631-49F0-9E96-A07FE67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65C9B311-FBB9-41FE-96CE-B9A1802E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AFCFFEAE-381C-4516-9547-33AFF040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11171090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2B675A-E939-4F8F-9AA0-147E003C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BDB4DD3-32FE-4358-B283-06AD1F2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FA4B169-B125-47B7-A895-8ADD0EE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核心保障概览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721C90F-769F-436C-808C-D12D018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B15E6AE-0195-460A-9692-690EAA4B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5844993-CF68-4758-A8F4-CF8BD1A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A0D698A-2524-47CB-AF9B-442BC56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CBACE70-BF7E-4B7F-B7FE-3C46B3A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212F6E92-2776-440D-BA77-40F2FFB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基础保额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37D22F3-6313-4E76-A0EE-7476A0B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约 US$500,000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6846720-C5CF-4B57-84FB-8BC7FDED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年缴保费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C12437F9-A39B-467A-9B9A-FD40340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EB7C7C9-D634-413A-923A-33A75FC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133B132-D8EC-4C58-B686-C971739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5943753-BA9B-4B53-8564-9A4B6D0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47C406E-14AB-4AAC-9A37-F0CD2AA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约 US$4,949 / 年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A028288C-4534-4549-8BC3-3449888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AE692EC-9F72-43B8-8E60-F308B8F1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23D5A98-0B6B-4051-B4F2-3D3D0ED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C48B53-5B66-4B65-9FD7-53402F2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6CFE8AE-F494-4046-A8B3-8DCEFC1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缴费期约 10 年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80DC7C0-2450-4C84-BBE2-9086EF7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FF88CDA-7C4E-4020-97DF-5A1BDF1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8623972-9218-4FED-AABA-ACBD5AD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27B815E-CF1D-4107-95D6-8F6C435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207EA7-1FF3-4560-947C-3369184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DF3FCED-865F-4192-97EE-A9A1EA0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保障责任共 3 项（官方条款可追溯）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90465D9-51F6-40D0-97EB-60D0A95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13BC9E8-39EF-44FE-A2AE-48531DD0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7ED34D2-3820-41FB-9A65-179235C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F1D747EF-781D-4ECC-AE30-609178B6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6673BCEA-EE18-46D3-9E2B-2978896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A4EDD97-D8BB-4D09-9FD3-D729EC1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52050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0D2925F-1EEA-4B69-A82B-45DCD669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7983B17-E30E-48E2-BF7D-23A8653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0A70C98E-D2D8-4CDE-B65F-4D64167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保障与现金价值路径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314FAD5-0379-4B84-95A5-A0B03AF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7F870C6C-D057-4B92-9E51-6E63B1BA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ABF52E6-1A90-4016-A2F9-588033BF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5A8BC6F4-CC21-46C5-A444-6144AF75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第1年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61CFC2AC-E9E5-433D-BA59-00923C7B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累计保费约 US$4,949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0D8266E-8FEE-4426-B1DF-2C4222CA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A69B0ED-CA6F-45FC-B24F-051E270E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第20年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3284D71F-5759-449D-831C-A7B76BB1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累计保费约 US$49,490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2B5F28B-69F4-435C-96C0-CFA53DDE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8D57BF3-255E-48D3-815D-88EBB885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D29DFE9-3ADA-4A4F-AB67-52285A3B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6BA037CB-5236-4C4F-ADD6-AF3287B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重疾保障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B6E50AA7-1E2C-44BE-A3D0-DD840F9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重疾赔付约 US$500,000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58A7344-6744-4978-B643-B2B54E04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1AD91530-5A9D-4D48-976D-83F7A67A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F92B224-6137-410F-AAE5-6EA0EEF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AC12DAEF-C323-43C3-8844-3CEBE636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8431C6BB-742B-4962-A86A-8500203C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17749E80-9F71-43EA-B9FF-4FDE113C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保单仍可保留长期保障结构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2500DC8-D3B9-46E8-9D87-78682273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用于家庭重大风险事件的现金与责任缓冲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B5DFAFE9-4340-43A5-96FD-2291F324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70121F4C-8F5A-4EDF-A2AE-341B75B6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FAB1639B-FDE3-417F-BA53-45961659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7C73535F-DB72-40C8-87C1-F5F7CF9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关键数字全部可回溯至官方页码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3C110B4-7B3E-4C0D-9F45-9BB3653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避免以历史客户数据代替本单结果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46847C62-FD5B-414C-8A70-351F088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7043D279-00A7-4D84-984C-0C5B247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A157F700-14D7-4435-9BA9-6B235BA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BA05EB5-7D08-42C4-9C2A-63FBA8C1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2CB74C8B-EAA5-492D-91DC-4799C9DF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FAE9E45-3551-468B-AC76-F058D22E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273E7512-5953-40CB-B6C3-4B3A139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B9A23E7-310C-4496-A61D-410D129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23B3ACB-1CE2-4D19-8ED6-3D96E0A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E3DB01BC-200B-411C-9154-E1BED80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DDDCFE7C-6B22-4965-9338-72DB33F3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207e7b7da40d3">
            <a:extLst>
              <a:ext uri="{96DAC541-7B7A-43D3-8B79-37D633B846F1}">
                <asvg:svgBlip xmlns:asvg="http://schemas.microsoft.com/office/drawing/2016/SVG/main" r:embed="R500bca435c12451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1D1EEC4F-5581-458D-8BF8-C12076D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4CAD4420-4205-427F-B0D4-B827C3D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207e7b7da40d3">
            <a:extLst>
              <a:ext uri="{96DAC541-7B7A-43D3-8B79-37D633B846F1}">
                <asvg:svgBlip xmlns:asvg="http://schemas.microsoft.com/office/drawing/2016/SVG/main" r:embed="R500bca435c12451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A2EDB238-C5BA-4F5A-A8EB-B85306EE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768F1660-F2A6-4E83-96F7-49E2141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207e7b7da40d3">
            <a:extLst>
              <a:ext uri="{96DAC541-7B7A-43D3-8B79-37D633B846F1}">
                <asvg:svgBlip xmlns:asvg="http://schemas.microsoft.com/office/drawing/2016/SVG/main" r:embed="R500bca435c12451f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D71748C5-92EF-4DEE-A847-A2826B4E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FCCE7870-2E40-47EE-91FC-4FA0324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D30C86C0-3B86-44DC-8FB8-7E9AE017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4EFE4CA5-4E41-4271-9A4B-C8C98D78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18380754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F08277F-B70D-429C-9732-8662273F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2102B0DF-49AB-462F-B44F-4C9E796D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7479084-BC40-4FD5-ACA7-1CDD3F3E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保障责任重点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D57DE785-C5B1-45D9-9F7F-B21D5FA6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8E60A91D-21EC-45AF-87AD-EB511827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FAF125EA-C675-45BB-A8FC-4C766A75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9DCA211-7841-4A0F-83D2-4DBE9601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464FEE3-5406-425E-8779-C6AC6A36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保障责任一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CE2E4B88-C1E2-4346-BCA4-F1C8834A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恶性肿瘤重度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0C2897D-5946-46A3-A0CE-0444CC5D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1E06E0F-40EC-4697-A58B-3C9FBF4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保障责任二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33B86A3-4E6A-4216-9D6D-C21ADE6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严重疾病多重赔付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CFB890EA-403F-476B-96F9-A5208053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8E292009-D2EE-4BAC-B561-AFB925D7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70ECBDFB-A563-46C3-906A-271BAA18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保障责任三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00D6D67D-911C-4DD6-83FE-450254C2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身故保障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45404880-DDEB-432A-9E1A-A3581322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0ED4AA0-6AE3-4D67-BEF5-B3C3A0AD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适用场景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42E3E9A-4403-44AB-8082-15D0E0E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用于家庭高负债或育儿阶段的风险对冲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81DA504-3A13-4660-AB17-D7E517E1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FC52162-33E4-47E7-96CB-70A69F4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5626AC2D-06CE-4ED2-9B1D-C428ADB7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4AB4D30F-0ED4-4E08-AE5F-3480E3B2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D1CB91E-D0B1-4510-A6F3-51B715EA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6CAC58D3-3B86-493C-87A3-79B8BDA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E6F0706-329F-4049-AE4E-712A75EB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8493E043-254F-4661-9455-417B999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91BFA38-026E-4E29-B1AC-2E406C2A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6898E8C-4678-40AE-9723-05537707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FB732DF8-196B-4794-A302-F0BD97DF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64488C6A-F9FF-4FDF-B3B3-263C1084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99CD2CA2-6076-4D53-9512-E002BC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AADC4DF0-2062-46F9-BA0D-EEC4E86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6E8D46A-6053-4CCF-86A5-1568CBF4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E3D9FF34-EA87-494B-9FE9-F219E665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C95609A8-C205-4287-BFDE-DFD43E2C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85328F9D-7275-4087-99F8-BC457DBD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D93B989D-F33B-4BE5-86D2-DD40179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F80C2EC4-9297-465E-9B53-583CD64B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2DF18CF2-D902-4246-9670-3E295EF4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A80510FC-7EE7-4A9F-81A5-55899C5E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0499D232-5206-4D07-AE95-2EBF732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0D40CA6C-8951-4CB5-A418-74E197AC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F9295E39-980A-4B9E-BB9C-A182E7A4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4A0F95AE-AE3E-458D-922C-27A686A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40685777-B9D9-465A-B5CC-D1F1A2C9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5B3E842F-E942-4E7B-9220-2E07A563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B7D0EEFF-59A2-4986-B4A4-26674870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336958FA-E8E6-4FFD-B30F-04C4E7A9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EAD35E6C-5BCE-4C36-9DFA-033D3DCB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8b4be706d4ae7">
            <a:extLst>
              <a:ext uri="{96DAC541-7B7A-43D3-8B79-37D633B846F1}">
                <asvg:svgBlip xmlns:asvg="http://schemas.microsoft.com/office/drawing/2016/SVG/main" r:embed="R3d4d16ede8f04bc1"/>
              </a:ext>
            </a:extLst>
          </a:blip>
          <a:srcRect xmlns:a="http://schemas.openxmlformats.org/drawingml/2006/main" l="-4314" t="-37500" r="-4314" b="-3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DA989C34-95EC-46AB-AB18-BBFECCC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0D0511FA-4FC5-45C8-835F-0C3821F3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C212D131-0C59-4133-9362-C4080572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597809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612B675A-E939-4F8F-9AA0-147E003C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BDB4DD3-32FE-4358-B283-06AD1F2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FA4B169-B125-47B7-A895-8ADD0EE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方案总结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721C90F-769F-436C-808C-D12D018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2B15E6AE-0195-460A-9692-690EAA4B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85844993-CF68-4758-A8F4-CF8BD1A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A0D698A-2524-47CB-AF9B-442BC56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CBACE70-BF7E-4B7F-B7FE-3C46B3A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212F6E92-2776-440D-BA77-40F2FFB2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重疾险定制输出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37D22F3-6313-4E76-A0EE-7476A0B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保额、保费、责任、现金价值四维可追溯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66846720-C5CF-4B57-84FB-8BC7FDED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C12437F9-A39B-467A-9B9A-FD403402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EB7C7C9-D634-413A-923A-33A75FC4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C133B132-D8EC-4C58-B686-C971739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15943753-BA9B-4B53-8564-9A4B6D0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客户沟通重点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47C406E-14AB-4AAC-9A37-F0CD2AA2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把复杂条款转成可执行的家庭保障策略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A028288C-4534-4549-8BC3-34498888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AE692EC-9F72-43B8-8E60-F308B8F1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C23D5A98-0B6B-4051-B4F2-3D3D0ED3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17C48B53-5B66-4B65-9FD7-53402F27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6CFE8AE-F494-4046-A8B3-8DCEFC1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180DC7C0-2450-4C84-BBE2-9086EF7B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3FF88CDA-7C4E-4020-97DF-5A1BDF1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08623972-9218-4FED-AABA-ACBD5AD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27B815E-CF1D-4107-95D6-8F6C4359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96207EA7-1FF3-4560-947C-33691844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ADF3FCED-865F-4192-97EE-A9A1EA0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后续可叠加储蓄险与IUL形成组合方案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590465D9-51F6-40D0-97EB-60D0A95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D13BC9E8-39EF-44FE-A2AE-48531DD0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7ED34D2-3820-41FB-9A65-179235C7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F1D747EF-781D-4ECC-AE30-609178B6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6673BCEA-EE18-46D3-9E2B-2978896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6A4EDD97-D8BB-4D09-9FD3-D729EC1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452050185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2026-06-04T08:10:20.8040000Z</dcterms:created>
  <dcterms:modified xsi:type="dcterms:W3CDTF">2026-06-04T08:10:20.8040000Z</dcterms:modified>
</coreProperties>
</file>