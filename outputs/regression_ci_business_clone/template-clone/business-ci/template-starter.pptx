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882df3e4634e59" /><Relationship Type="http://schemas.openxmlformats.org/officeDocument/2006/relationships/extended-properties" Target="/docProps/app.xml" Id="Rb412be4e34d44cc2" /><Relationship Type="http://schemas.openxmlformats.org/officeDocument/2006/relationships/officeDocument" Target="/ppt/presentation.xml" Id="Ra2ed430d93b242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7561fe25ba4042"/>
    <p:sldMasterId xmlns:r="http://schemas.openxmlformats.org/officeDocument/2006/relationships" id="2147483659" r:id="Rb066944c02a0458f"/>
  </p:sldMasterIdLst>
  <p:notesMasterIdLst>
    <p:notesMasterId xmlns:r="http://schemas.openxmlformats.org/officeDocument/2006/relationships" r:id="R66f50166df3849d5"/>
  </p:notesMasterIdLst>
  <p:sldIdLst>
    <p:sldId xmlns:r="http://schemas.openxmlformats.org/officeDocument/2006/relationships" id="256" r:id="R11bde536eb634ec9"/>
    <p:sldId xmlns:r="http://schemas.openxmlformats.org/officeDocument/2006/relationships" id="257" r:id="R147cb74ee3274cd9"/>
    <p:sldId xmlns:r="http://schemas.openxmlformats.org/officeDocument/2006/relationships" id="258" r:id="R9cf9e493da844c86"/>
    <p:sldId xmlns:r="http://schemas.openxmlformats.org/officeDocument/2006/relationships" id="259" r:id="Rc8fe91e0b58d45d6"/>
    <p:sldId xmlns:r="http://schemas.openxmlformats.org/officeDocument/2006/relationships" id="260" r:id="Rc098fb071dc845a2"/>
    <p:sldId xmlns:r="http://schemas.openxmlformats.org/officeDocument/2006/relationships" id="261" r:id="R6102bf5133ea43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8a12eedbaa4104" /><Relationship Type="http://schemas.openxmlformats.org/officeDocument/2006/relationships/slideMaster" Target="/ppt/slideMasters/slideMaster1.xml" Id="Ra77561fe25ba4042" /><Relationship Type="http://schemas.openxmlformats.org/officeDocument/2006/relationships/slideMaster" Target="/ppt/slideMasters/slideMaster2.xml" Id="Rb066944c02a0458f" /><Relationship Type="http://schemas.openxmlformats.org/officeDocument/2006/relationships/notesMaster" Target="/ppt/notesMasters/notesMaster1.xml" Id="R66f50166df3849d5" /><Relationship Type="http://schemas.openxmlformats.org/officeDocument/2006/relationships/presProps" Target="/ppt/presProps.xml" Id="Re94f29bebc1847f2" /><Relationship Type="http://schemas.openxmlformats.org/officeDocument/2006/relationships/viewProps" Target="/ppt/viewProps.xml" Id="Rc05f46fcc4f8443a" /><Relationship Type="http://schemas.openxmlformats.org/officeDocument/2006/relationships/tableStyles" Target="/ppt/tableStyles.xml" Id="R0e6e4560226843ca" /><Relationship Type="http://schemas.openxmlformats.org/officeDocument/2006/relationships/slide" Target="/ppt/slides/slide1.xml" Id="R11bde536eb634ec9" /><Relationship Type="http://schemas.openxmlformats.org/officeDocument/2006/relationships/slide" Target="/ppt/slides/slide2.xml" Id="R147cb74ee3274cd9" /><Relationship Type="http://schemas.openxmlformats.org/officeDocument/2006/relationships/slide" Target="/ppt/slides/slide3.xml" Id="R9cf9e493da844c86" /><Relationship Type="http://schemas.openxmlformats.org/officeDocument/2006/relationships/slide" Target="/ppt/slides/slide4.xml" Id="Rc8fe91e0b58d45d6" /><Relationship Type="http://schemas.openxmlformats.org/officeDocument/2006/relationships/slide" Target="/ppt/slides/slide5.xml" Id="Rc098fb071dc845a2" /><Relationship Type="http://schemas.openxmlformats.org/officeDocument/2006/relationships/slide" Target="/ppt/slides/slide6.xml" Id="R6102bf5133ea43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ff6f1f57a3040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f9514a5e26462d" /><Relationship Type="http://schemas.openxmlformats.org/officeDocument/2006/relationships/notesMaster" Target="/ppt/notesMasters/notesMaster1.xml" Id="R2a9fa0c977d74a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bbbf658ac145b5" /><Relationship Type="http://schemas.openxmlformats.org/officeDocument/2006/relationships/notesMaster" Target="/ppt/notesMasters/notesMaster1.xml" Id="Rc724c7c4e48347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e2b9223011496f" /><Relationship Type="http://schemas.openxmlformats.org/officeDocument/2006/relationships/notesMaster" Target="/ppt/notesMasters/notesMaster1.xml" Id="Radec26746ac648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5786f7367c4d4b" /><Relationship Type="http://schemas.openxmlformats.org/officeDocument/2006/relationships/notesMaster" Target="/ppt/notesMasters/notesMaster1.xml" Id="R266c9538277442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ad000026fb4a93" /><Relationship Type="http://schemas.openxmlformats.org/officeDocument/2006/relationships/notesMaster" Target="/ppt/notesMasters/notesMaster1.xml" Id="R3e2d0f45b18e4f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bfa80d64634721" /><Relationship Type="http://schemas.openxmlformats.org/officeDocument/2006/relationships/notesMaster" Target="/ppt/notesMasters/notesMaster1.xml" Id="R6556390275af4c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9b18d6ac914a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24f67ec2c4f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4f508699b43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bd968f58549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372b715ce4c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4a0685d3464ad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f377bd405427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a1b4278ff4c1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0f413002f447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d7d4dded04cd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d63030379d47d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60944a7c33406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cbe82c02a145b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4040a2481e403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bf181a58bc4eb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25f529a95a419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82a8fc413c94b6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23f1f70173481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a09585d50647d1" /><Relationship Type="http://schemas.openxmlformats.org/officeDocument/2006/relationships/image" Target="/ppt/media/image.png" Id="R6619dc26af2d4bd0" /><Relationship Type="http://schemas.openxmlformats.org/officeDocument/2006/relationships/image" Target="/ppt/media/image2.png" Id="Rfb473826b9cb41e0" /><Relationship Type="http://schemas.openxmlformats.org/officeDocument/2006/relationships/image" Target="/ppt/media/image.svg" Id="R5cef7bbd59be477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465b582cd64764" /><Relationship Type="http://schemas.openxmlformats.org/officeDocument/2006/relationships/image" Target="/ppt/media/image.png" Id="Ra7ce94bc3cfd4dd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620dd4a39c463a" /><Relationship Type="http://schemas.openxmlformats.org/officeDocument/2006/relationships/image" Target="/ppt/media/image.png" Id="Rc3503f23d4c8429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59cda8c6ea4d79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93C2E2-F77A-48DE-9B1D-EEF727ABBF36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1A4A56C-A351-46BA-B8CB-7CFE44FEF9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E08B7B6-5003-429C-8B6C-2E50303E0C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D4916F3-9A94-4065-9FE9-4C8D247F52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9F2AE34-5E11-4772-ABF8-ED718FE2F08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A6541B8-AD3B-42B5-B983-188BB91A79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8EAF67C-01B9-41F9-BCBD-5E5F8648E3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6B1C5A4-BC4C-4751-AA3E-E1A3838DB7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03B8BF1-6E9C-4A71-B023-90E0F12C58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3133AD9-A582-400C-B47E-4492A65835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39C3D2C-47AE-47A2-A9B6-D1C2FB56BC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2286E4-DE33-47D9-AF75-95EC5A4CD2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00FC943-0DC6-4E53-A670-C09C84F9AA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094D4A3-FB3F-4F60-A2F3-DFA0FE0923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EF82FF3-C272-4F12-A722-ED42F6A86E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359278F-8FBB-4ABA-AACE-6006D20ADD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8B141D-C207-4391-A4CE-FD211F136B1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1D58614-1F4A-4E1A-85A5-93497D406A3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4D06425-B01D-4ED5-9CD0-7DBC3D95B8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C54B120-FBB5-4EC6-AB66-2DEB1F0F7C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C0510AB-5395-4F3D-853F-3A9172D67E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E0261CB-12A5-4C87-89E3-8664681C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148F2CC-DD75-48F0-A7DC-F4222FC17B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A741E4A-4EE8-4EAC-ABE8-9130BF2136D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0DB7A6E-F6C2-4178-9BCA-5A5E5C77347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2BD8865-5BFD-4577-845C-47D5AE016A3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E193030-8D5A-483D-BA80-6EC6964433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9DEC1BE-D1A5-41DE-BCA7-2762D61BFD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450ADAC-216B-4E80-BFEC-96AFF98111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287A2A-11B8-4537-A6A5-81EDBDE106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4CFF861-382F-4F4E-AF5D-809DABED43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15CDDEF-48C0-4769-AE61-AEF892FD51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5EB46FE-FA49-48F6-836A-9B572EC06B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0E664D7-FAA0-49B5-9E92-59D7DAA0D2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F40343F-1818-45F4-A645-0E19DBFB73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DB35EE5-0532-43CF-AF75-DC09DCEC6B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8281043-FEF6-4D5A-B933-3AAEDA39057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F9CF95C-9988-4965-8468-1D31539158B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E293AAB-02FD-4A43-B7E8-CF79CA326B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EF26FA2-9AC8-4EDD-B866-42F85A3CEE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860BFC1-3F60-43A6-8D02-2A78467CDC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9D572FE-E7B9-4528-A227-70655978B1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507C6F6-1ED5-4926-A6D0-FAF7613DE8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5CB342B-AD24-4171-9A3A-938241DD0D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0C67F04-27BA-4251-9E94-E668AF48C9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5D473-582F-46EF-B89B-DB959EC30C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6468058-9398-43F8-9927-B8A9247F2D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11A509C-4E5B-430B-8DB4-DFA7D4C534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E77E74D-EE52-4ADA-9CBE-E20BB40CE0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E87F272-00E8-48F2-A350-816D233082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5EE34EA2-18B0-4FF4-8E7D-8BAF6E9F8CDF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C6884185-338F-4419-B79E-76B49B98D9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D19226B-8AB6-499F-8B07-2CAE8EAAB0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B183765-54B7-4D05-837D-874067E4C9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34DE33B-2182-47B4-9651-5AE3A53C70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9D02801-6502-4762-A24B-217BFCDCDD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type="blank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4438E3CC-C55F-4478-AEB5-DC2C7B21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85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A26FFC23-F408-4403-B8D7-9644B9A3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0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0F6019F0-3FBC-41F4-9A75-6B0BA6CE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655" y="6456309"/>
            <a:ext cx="850846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1173036A-6F43-4503-A382-CF9D03E0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93A6A905-E5C5-4774-B621-BA5C481C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31FA1890-42A5-45D8-BAEB-99B965EE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8B68CE9A-C5A8-49FD-968C-45BBE5BC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6274A0F7-9B0B-476A-BB12-88979984292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DAF997B-4525-4C6E-B678-748C21BDE3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C408B6-B703-45B5-A9DF-ACECDCAD8E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BB8132-4F52-4C5A-B20F-29EC26D52C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99E25AA-3537-420B-824F-FA2CB716E7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BB0838A-6B29-4A1F-AF8B-9C52F72253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E636F13-D7F1-4DD0-9C8F-083FAEC72F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F2D55AB-11A6-47A4-A4BD-6021A3EEA0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0EB39E8-0A33-45A1-9BFF-D33F7F4B64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AA9E20A9-FF44-4BC2-ABC9-E487BAD10A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73CF861-0B70-4A81-B640-B05E6B07B1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62222E1-B2F7-4B5C-8F1E-1B7CD786854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C5D20CD-08B8-4BB9-AD56-89A9B4D485A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135C583-949C-4699-BCE7-EFD2CED79B7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1098C96-D1B0-44D6-A40F-1E6012CA6E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A2C161B-E3E7-4141-886A-720A841C65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717C3D1-D3F1-4BC0-899E-B1E78AB6F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2935D274-8BEF-4393-9DDF-431E8081AF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CEA36EE-962E-4A8C-A33C-BC0B187D63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EC58C82-3510-40CF-9210-9626098ECE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FBBA117-448C-420C-91AC-FA7A0741CC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56C6A357-F10E-437E-BDA4-18E044960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5D23F3D-8CAA-4BBD-8009-7F227284D7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261BCC9-A88A-4FB8-B604-F09E542541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37155D7-0DBD-4720-A207-14023B2392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6C11F99-899E-4B38-B3BB-543CE33631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00E6166-F934-4324-A473-DBC2FCF2A7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2BD2B31-A52B-42EF-8C2E-165B6D9D07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5F083E0-D3D7-4027-80E6-3B820ACA81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3A79E43-EBA7-4F3A-90B7-033E3F8A5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75DFB6E-A6E2-4A20-8D71-F3421DC5B6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5053C7D-9622-477F-918C-D529C2271B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C587989-D328-4C30-A61A-38601C4A709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单击此处编辑副标题</a:t>
            </a: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2B818B61-471A-4FDC-9A73-1362B977AC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FABCE61E-B755-4208-B2B5-13F394A9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-15875"/>
            <a:ext cx="1786890" cy="2779395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416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0533C477-FA67-45C1-A6BC-E988403B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30B16D98-3B97-47A3-BE80-27B56837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6" name="图片 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19dc26af2d4bd0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8EE759BF-A0D7-4723-9976-E9E8A406B787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20XX YEAR</a:t>
            </a:r>
          </a:p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B3260C0D-BD97-4456-A00C-F59BF86641D6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商务风融资计划</a:t>
            </a:r>
            <a:br/>
            <a:r>
              <a:t>通用模板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6B965CF0-4FB5-4FF2-AA04-BB4E166E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65" y="5255260"/>
            <a:ext cx="1241425" cy="533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DC15A5F0-2520-4F7F-A06D-63AF502D9AE7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  <a:effectLst xmlns:a="http://schemas.openxmlformats.org/drawingml/2006/main">
            <a:outerShdw blurRad="444500" dist="152400" dir="5520000" sx="104000" sy="104000" algn="tl" rotWithShape="0">
              <a:schemeClr val="accent2">
                <a:alpha val="21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  <p:pic>
        <p:nvPicPr>
          <p:cNvPr id="71" name="图形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73826b9cb41e0">
            <a:extLst>
              <a:ext uri="{96DAC541-7B7A-43D3-8B79-37D633B846F1}">
                <asvg:svgBlip xmlns:asvg="http://schemas.microsoft.com/office/drawing/2016/SVG/main" r:embed="R5cef7bbd59be477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700000">
            <a:off x="3764071" y="5443856"/>
            <a:ext cx="162734" cy="162734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A652945-D8B3-4960-AAB1-157615DE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38004979-742D-40E0-A3EB-8955422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5C27EFF8-6445-4711-AEA9-CBDB547E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43AEC703-AD16-4FA0-90E3-D856A098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7996C3DD-5549-46F5-A987-7EBE259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336FABA1-5805-46FB-BCA3-141A9447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2C8242D8-8165-4194-AB40-4DFCC295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B71A4181-9A04-4AC0-B20E-C9DE8F37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AC19393F-93F6-4946-BFB9-1890B8F6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E2777523-D502-48C9-994F-88D272BD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8733733" y="0"/>
            <a:ext cx="5055397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03777C50-3F3B-4E4E-8C07-DFAF2980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9394418" y="0"/>
            <a:ext cx="6117129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ce94bc3cfd4dd4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794006" y="908050"/>
            <a:ext cx="6717541" cy="5949950"/>
          </a:xfrm>
          <a:prstGeom xmlns:a="http://schemas.openxmlformats.org/drawingml/2006/main" prst="rect">
            <a:avLst/>
          </a:prstGeom>
        </p:spPr>
      </p:pic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CB08A767-CF52-423F-879E-4860C46607E1}"/>
              </a:ext>
            </a:extLst>
          </p:cNvPr>
          <p:cNvSpPr>
            <a:spLocks xmlns:a="http://schemas.openxmlformats.org/drawingml/2006/main" noGrp="1"/>
          </p:cNvSpPr>
          <p:nvPr>
            <p:ph type="title" idx="16385" hasCustomPrompt="1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单击此处添加章节</a:t>
            </a:r>
          </a:p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0D1D150-BEF8-42CE-B9C0-04DEC84FA30E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5F61767-1C05-4338-B923-5223F619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8D85C483-73FA-47C8-96D1-A058D0CB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46416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E0EE6018-DA4A-4A2C-935F-1A2A560B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073563AD-196A-47F0-BC1E-784D14EF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503f23d4c8429e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8420CBE3-F7BB-4978-9467-6D03B6540A60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09085C3E-6C43-4625-B849-0861356BA2E4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6D8DE91-5707-4943-9DD7-437F810D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69264F08-8B3D-4A88-A23A-15F98A3A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0904A120-36E3-47CA-857F-692ADDF7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8EF78785-E624-477F-897B-18BB2C59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7F6AF22D-C131-4ABB-9033-7EF2BB23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40DC8572-7E0E-4E2E-9F1D-665748E2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A1205B6-8FD8-4227-B597-C017371817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3BE6D01-561A-45AE-B400-A1475BA979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283E0C6-D473-465A-A35B-64B9F758D3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143741E6-DD40-410D-BB11-9BB5151915D7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26B2EACF-DFEC-499C-892A-EAB462248F8D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8CE8562E-C438-462E-970C-D02A8ACE6045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D0187BB9-B4A4-4F2C-94F5-EFA519BFE8F9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EF3E9745-A995-468E-A2CF-89C963A28BF7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E48207E2-DE3E-4431-9FF4-71E029961626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BFA32A43-FD4F-4A00-9C6E-9504DFD0712C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D5ABA3EC-33F3-43B9-8EB6-CD1C8B2E91CC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761BB1AF-1196-40F3-B273-D19CBEE8BFFE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311357DA-E77D-4F7E-BFE5-B04B667326C1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FA72693B-763F-4A64-823F-82BE81B78AA6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5CAF5EC0-2A6F-4450-A7D8-792B8AC28B48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6E74B34F-F17E-4431-B350-E566E6356ABA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E9AF9F3A-EEAE-4CBF-B08F-72B1EF8E8F54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90ac35ba334266" /><Relationship Type="http://schemas.openxmlformats.org/officeDocument/2006/relationships/slideLayout" Target="/ppt/slideLayouts/slideLayout1.xml" Id="R93f3ae6f13424712" /><Relationship Type="http://schemas.openxmlformats.org/officeDocument/2006/relationships/slideLayout" Target="/ppt/slideLayouts/slideLayout2.xml" Id="R4e45351f961345a2" /><Relationship Type="http://schemas.openxmlformats.org/officeDocument/2006/relationships/slideLayout" Target="/ppt/slideLayouts/slideLayout3.xml" Id="R88575ab6a45b4d68" /><Relationship Type="http://schemas.openxmlformats.org/officeDocument/2006/relationships/slideLayout" Target="/ppt/slideLayouts/slideLayout4.xml" Id="R4b1cc60524a34286" /><Relationship Type="http://schemas.openxmlformats.org/officeDocument/2006/relationships/slideLayout" Target="/ppt/slideLayouts/slideLayout5.xml" Id="R74111b64572b431d" /><Relationship Type="http://schemas.openxmlformats.org/officeDocument/2006/relationships/slideLayout" Target="/ppt/slideLayouts/slideLayout6.xml" Id="Rd9b0034c9e53442d" /><Relationship Type="http://schemas.openxmlformats.org/officeDocument/2006/relationships/slideLayout" Target="/ppt/slideLayouts/slideLayout7.xml" Id="R410ac9f29b024213" /><Relationship Type="http://schemas.openxmlformats.org/officeDocument/2006/relationships/slideLayout" Target="/ppt/slideLayouts/slideLayout8.xml" Id="R0782b950b16b48c1" /><Relationship Type="http://schemas.openxmlformats.org/officeDocument/2006/relationships/slideLayout" Target="/ppt/slideLayouts/slideLayout9.xml" Id="R365084cd5560489a" /><Relationship Type="http://schemas.openxmlformats.org/officeDocument/2006/relationships/slideLayout" Target="/ppt/slideLayouts/slideLayout10.xml" Id="R0ab78e296aa44ed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4a74b5234d547f2" /><Relationship Type="http://schemas.openxmlformats.org/officeDocument/2006/relationships/slideLayout" Target="/ppt/slideLayouts/slideLayout11.xml" Id="Rf03287bf46724c01" /><Relationship Type="http://schemas.openxmlformats.org/officeDocument/2006/relationships/slideLayout" Target="/ppt/slideLayouts/slideLayout12.xml" Id="R8b8ef32c79ca4e63" /><Relationship Type="http://schemas.openxmlformats.org/officeDocument/2006/relationships/slideLayout" Target="/ppt/slideLayouts/slideLayout13.xml" Id="R8e70540751814fd7" /><Relationship Type="http://schemas.openxmlformats.org/officeDocument/2006/relationships/slideLayout" Target="/ppt/slideLayouts/slideLayout14.xml" Id="Re39727cb7f0a4c3a" /><Relationship Type="http://schemas.openxmlformats.org/officeDocument/2006/relationships/slideLayout" Target="/ppt/slideLayouts/slideLayout15.xml" Id="Rcc0149481bbd4319" /><Relationship Type="http://schemas.openxmlformats.org/officeDocument/2006/relationships/slideLayout" Target="/ppt/slideLayouts/slideLayout16.xml" Id="R78cfd68552674270" /><Relationship Type="http://schemas.openxmlformats.org/officeDocument/2006/relationships/slideLayout" Target="/ppt/slideLayouts/slideLayout17.xml" Id="R4861157981154ab5" /><Relationship Type="http://schemas.openxmlformats.org/officeDocument/2006/relationships/slideLayout" Target="/ppt/slideLayouts/slideLayout18.xml" Id="Rc1be54956cf74779" /><Relationship Type="http://schemas.openxmlformats.org/officeDocument/2006/relationships/slideLayout" Target="/ppt/slideLayouts/slideLayout19.xml" Id="Rae2606bb25414f6a" /><Relationship Type="http://schemas.openxmlformats.org/officeDocument/2006/relationships/slideLayout" Target="/ppt/slideLayouts/slideLayout20.xml" Id="Ref773e4e53284493" /><Relationship Type="http://schemas.openxmlformats.org/officeDocument/2006/relationships/slideLayout" Target="/ppt/slideLayouts/slideLayout21.xml" Id="Rd1e0e757bae44d24" /><Relationship Type="http://schemas.openxmlformats.org/officeDocument/2006/relationships/slideLayout" Target="/ppt/slideLayouts/slideLayout22.xml" Id="Ra5c7d445e14547a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F15B8CA-19C0-4A3E-BC14-0782E1DE52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7F4A6EF-FDFB-48C8-BE61-DDEA517956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C4C7785-61EC-43E9-A300-9B110582244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D9142CB-4D72-4EBE-99B6-9B4A47F3765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C9AF93D-9E53-4637-9D98-48676F8D9B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f3ae6f13424712"/>
    <p:sldLayoutId xmlns:r="http://schemas.openxmlformats.org/officeDocument/2006/relationships" id="2147483650" r:id="R4e45351f961345a2"/>
    <p:sldLayoutId xmlns:r="http://schemas.openxmlformats.org/officeDocument/2006/relationships" id="2147483651" r:id="R88575ab6a45b4d68"/>
    <p:sldLayoutId xmlns:r="http://schemas.openxmlformats.org/officeDocument/2006/relationships" id="2147483652" r:id="R4b1cc60524a34286"/>
    <p:sldLayoutId xmlns:r="http://schemas.openxmlformats.org/officeDocument/2006/relationships" id="2147483653" r:id="R74111b64572b431d"/>
    <p:sldLayoutId xmlns:r="http://schemas.openxmlformats.org/officeDocument/2006/relationships" id="2147483654" r:id="Rd9b0034c9e53442d"/>
    <p:sldLayoutId xmlns:r="http://schemas.openxmlformats.org/officeDocument/2006/relationships" id="2147483655" r:id="R410ac9f29b024213"/>
    <p:sldLayoutId xmlns:r="http://schemas.openxmlformats.org/officeDocument/2006/relationships" id="2147483656" r:id="R0782b950b16b48c1"/>
    <p:sldLayoutId xmlns:r="http://schemas.openxmlformats.org/officeDocument/2006/relationships" id="2147483657" r:id="R365084cd5560489a"/>
    <p:sldLayoutId xmlns:r="http://schemas.openxmlformats.org/officeDocument/2006/relationships" id="2147483658" r:id="R0ab78e296aa44e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8D4D0D47-084E-4474-89A1-AF6E7B4E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1255" cy="3428365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5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58561439-67B7-447C-A369-F0EE27C4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E6DCE31-ABA6-4051-8D85-4E948007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8755"/>
            <a:ext cx="12192635" cy="3092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8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32C593E-A87A-479C-B4AE-79CD21310F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9AA3D9A-98C8-48F9-A98D-38E156832AC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27716E3-E784-45EA-9C86-B3364C0FC72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7F3C995-222E-4348-B6DD-6F4ADF970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2CE2DC0-8FBF-4AD4-9B6D-D6B73DF719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0CC0369F-55B2-4ADD-8E25-1F1086A9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f03287bf46724c01"/>
    <p:sldLayoutId xmlns:r="http://schemas.openxmlformats.org/officeDocument/2006/relationships" id="2147483661" r:id="R8b8ef32c79ca4e63"/>
    <p:sldLayoutId xmlns:r="http://schemas.openxmlformats.org/officeDocument/2006/relationships" id="2147483662" r:id="R8e70540751814fd7"/>
    <p:sldLayoutId xmlns:r="http://schemas.openxmlformats.org/officeDocument/2006/relationships" id="2147483663" r:id="Re39727cb7f0a4c3a"/>
    <p:sldLayoutId xmlns:r="http://schemas.openxmlformats.org/officeDocument/2006/relationships" id="2147483664" r:id="Rcc0149481bbd4319"/>
    <p:sldLayoutId xmlns:r="http://schemas.openxmlformats.org/officeDocument/2006/relationships" id="2147483665" r:id="R78cfd68552674270"/>
    <p:sldLayoutId xmlns:r="http://schemas.openxmlformats.org/officeDocument/2006/relationships" id="2147483666" r:id="R4861157981154ab5"/>
    <p:sldLayoutId xmlns:r="http://schemas.openxmlformats.org/officeDocument/2006/relationships" id="2147483667" r:id="Rc1be54956cf74779"/>
    <p:sldLayoutId xmlns:r="http://schemas.openxmlformats.org/officeDocument/2006/relationships" id="2147483668" r:id="Rae2606bb25414f6a"/>
    <p:sldLayoutId xmlns:r="http://schemas.openxmlformats.org/officeDocument/2006/relationships" id="2147483669" r:id="Ref773e4e53284493"/>
    <p:sldLayoutId xmlns:r="http://schemas.openxmlformats.org/officeDocument/2006/relationships" id="2147483670" r:id="Rd1e0e757bae44d24"/>
    <p:sldLayoutId xmlns:r="http://schemas.openxmlformats.org/officeDocument/2006/relationships" id="2147483671" r:id="Ra5c7d445e14547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200" b="1" i="0" u="none" spc="0">
          <a:solidFill>
            <a:schemeClr val="accent1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0" algn="l">
        <a:lnSpc>
          <a:spcPct val="130000"/>
        </a:lnSpc>
        <a:spcBef>
          <a:spcPts val="1000"/>
        </a:spcBef>
        <a:buChar char="•"/>
        <a:defRPr sz="2400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0" algn="l">
        <a:lnSpc>
          <a:spcPct val="130000"/>
        </a:lnSpc>
        <a:spcBef>
          <a:spcPts val="500"/>
        </a:spcBef>
        <a:buChar char="•"/>
        <a:defRPr sz="2000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自定义 399">
      <a:dk1>
        <a:srgbClr val="000000"/>
      </a:dk1>
      <a:lt1>
        <a:srgbClr val="FFFFFF"/>
      </a:lt1>
      <a:dk2>
        <a:srgbClr val="412B1D"/>
      </a:dk2>
      <a:lt2>
        <a:srgbClr val="FBF4EA"/>
      </a:lt2>
      <a:accent1>
        <a:srgbClr val="D59134"/>
      </a:accent1>
      <a:accent2>
        <a:srgbClr val="C46E34"/>
      </a:accent2>
      <a:accent3>
        <a:srgbClr val="DA6904"/>
      </a:accent3>
      <a:accent4>
        <a:srgbClr val="5B9BD5"/>
      </a:accent4>
      <a:accent5>
        <a:srgbClr val="327EC3"/>
      </a:accent5>
      <a:accent6>
        <a:srgbClr val="0563C1"/>
      </a:accent6>
      <a:hlink>
        <a:srgbClr val="C87A5C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自定义 39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a84a3b2f4ce4f9a" /><Relationship Type="http://schemas.openxmlformats.org/officeDocument/2006/relationships/image" Target="/ppt/media/image3.png" Id="R9f374dfe8979498e" /><Relationship Type="http://schemas.openxmlformats.org/officeDocument/2006/relationships/image" Target="/ppt/media/image2.svg" Id="R5ee5983fc7924503" /><Relationship Type="http://schemas.openxmlformats.org/officeDocument/2006/relationships/image" Target="/ppt/media/image4.png" Id="R9f76d2c1ecca4057" /><Relationship Type="http://schemas.openxmlformats.org/officeDocument/2006/relationships/image" Target="/ppt/media/image3.svg" Id="Rdc188ca7e9f944f8" /><Relationship Type="http://schemas.openxmlformats.org/officeDocument/2006/relationships/image" Target="/ppt/media/image5.png" Id="R7a2bdf596d1d457e" /><Relationship Type="http://schemas.openxmlformats.org/officeDocument/2006/relationships/image" Target="/ppt/media/image4.svg" Id="R2fd508f7aef24922" /><Relationship Type="http://schemas.openxmlformats.org/officeDocument/2006/relationships/image" Target="/ppt/media/image6.png" Id="Rc68a7a5aac78419c" /><Relationship Type="http://schemas.openxmlformats.org/officeDocument/2006/relationships/image" Target="/ppt/media/image5.svg" Id="R60a8328f9d0045ba" /><Relationship Type="http://schemas.openxmlformats.org/officeDocument/2006/relationships/image" Target="/ppt/media/image7.png" Id="Rc245686d5f034629" /><Relationship Type="http://schemas.openxmlformats.org/officeDocument/2006/relationships/image" Target="/ppt/media/image6.svg" Id="R23cb780c3343403d" /><Relationship Type="http://schemas.openxmlformats.org/officeDocument/2006/relationships/image" Target="/ppt/media/image8.png" Id="Rdc46d5d4efbc435f" /><Relationship Type="http://schemas.openxmlformats.org/officeDocument/2006/relationships/image" Target="/ppt/media/image7.svg" Id="R78fe282a2a044430" /><Relationship Type="http://schemas.openxmlformats.org/officeDocument/2006/relationships/notesSlide" Target="/ppt/notesSlides/notesSlide1.xml" Id="R20baf57d5c8d4c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cf702af577d4e3a" /><Relationship Type="http://schemas.openxmlformats.org/officeDocument/2006/relationships/image" Target="/ppt/media/image9.png" Id="R8122063d05444887" /><Relationship Type="http://schemas.openxmlformats.org/officeDocument/2006/relationships/image" Target="/ppt/media/image8.svg" Id="R7049aa9df96343ab" /><Relationship Type="http://schemas.openxmlformats.org/officeDocument/2006/relationships/image" Target="/ppt/media/image10.png" Id="R53ee51888fef4fee" /><Relationship Type="http://schemas.openxmlformats.org/officeDocument/2006/relationships/image" Target="/ppt/media/image9.svg" Id="R7e1a4f9c237c42d0" /><Relationship Type="http://schemas.openxmlformats.org/officeDocument/2006/relationships/image" Target="/ppt/media/image11.png" Id="R17f0b97c76f841ed" /><Relationship Type="http://schemas.openxmlformats.org/officeDocument/2006/relationships/image" Target="/ppt/media/image10.svg" Id="Rdf6a908ca0b04d35" /><Relationship Type="http://schemas.openxmlformats.org/officeDocument/2006/relationships/image" Target="/ppt/media/image12.png" Id="R4b7c3c42ce964531" /><Relationship Type="http://schemas.openxmlformats.org/officeDocument/2006/relationships/image" Target="/ppt/media/image11.svg" Id="R52ad5a8697e74441" /><Relationship Type="http://schemas.openxmlformats.org/officeDocument/2006/relationships/image" Target="/ppt/media/image13.png" Id="R330a931ef6374f96" /><Relationship Type="http://schemas.openxmlformats.org/officeDocument/2006/relationships/image" Target="/ppt/media/image12.svg" Id="R80f6c11808cf4dcd" /><Relationship Type="http://schemas.openxmlformats.org/officeDocument/2006/relationships/notesSlide" Target="/ppt/notesSlides/notesSlide2.xml" Id="Rb42dfbf4010b4d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504d5ea8c8e472d" /><Relationship Type="http://schemas.openxmlformats.org/officeDocument/2006/relationships/notesSlide" Target="/ppt/notesSlides/notesSlide3.xml" Id="R6093c6d82f254d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4addaef0b2c4938" /><Relationship Type="http://schemas.openxmlformats.org/officeDocument/2006/relationships/image" Target="/ppt/media/image14.png" Id="Rb841096efbe14661" /><Relationship Type="http://schemas.openxmlformats.org/officeDocument/2006/relationships/image" Target="/ppt/media/image13.svg" Id="R23e2fe2b3b034ca6" /><Relationship Type="http://schemas.openxmlformats.org/officeDocument/2006/relationships/notesSlide" Target="/ppt/notesSlides/notesSlide4.xml" Id="R5a3156a84a1447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b894c268b5a4168" /><Relationship Type="http://schemas.openxmlformats.org/officeDocument/2006/relationships/image" Target="/ppt/media/image15.png" Id="Rb2c71177a37d4019" /><Relationship Type="http://schemas.openxmlformats.org/officeDocument/2006/relationships/image" Target="/ppt/media/image14.svg" Id="R1e32de0e45674591" /><Relationship Type="http://schemas.openxmlformats.org/officeDocument/2006/relationships/notesSlide" Target="/ppt/notesSlides/notesSlide5.xml" Id="Ra7066fddc45346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91e45e2e3594d25" /><Relationship Type="http://schemas.openxmlformats.org/officeDocument/2006/relationships/notesSlide" Target="/ppt/notesSlides/notesSlide6.xml" Id="R42d9be1e536249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1DB18171-EF04-4AAE-8925-93E5F2E1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6A0751A-BE71-4131-9D5C-4A71B77A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26525B4-98F0-432E-B186-A69D2927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83D1A5E4-1CFF-4EF9-91FC-9C22B5D3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249DAB9E-A983-4F05-9AD3-A1216CD6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74dfe8979498e">
            <a:extLst>
              <a:ext uri="{96DAC541-7B7A-43D3-8B79-37D633B846F1}">
                <asvg:svgBlip xmlns:asvg="http://schemas.microsoft.com/office/drawing/2016/SVG/main" r:embed="R5ee5983fc7924503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E4495AC-9CAA-49E6-B8FE-F3E6D85D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专注高净值家族财富管理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15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年深耕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500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亿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资产管理规模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AF4BE8A-2B17-424B-AC04-FCC6CD5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ADB403C1-8952-4CB5-983E-EACEE06B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6d2c1ecca4057">
            <a:extLst>
              <a:ext uri="{96DAC541-7B7A-43D3-8B79-37D633B846F1}">
                <asvg:svgBlip xmlns:asvg="http://schemas.microsoft.com/office/drawing/2016/SVG/main" r:embed="Rdc188ca7e9f944f8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D779A7C-086A-4E5F-9E49-719BF61E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31C2D94A-97CA-4FBD-B51B-07906832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689ECFA2-B861-440C-9598-CF5BF904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C8457859-6C8A-405E-86D4-CE7621BF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94353DBE-A4CF-4F31-9D29-C3749DB2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bdf596d1d457e">
            <a:extLst>
              <a:ext uri="{96DAC541-7B7A-43D3-8B79-37D633B846F1}">
                <asvg:svgBlip xmlns:asvg="http://schemas.microsoft.com/office/drawing/2016/SVG/main" r:embed="R2fd508f7aef24922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A7F7B927-C908-45D1-83FB-1422720C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52E0486A-1F16-442C-B83A-D02E6056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F191A4B-AAE1-4D6E-9532-EEDB3C2B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EA3BE8F9-1762-4AF4-8242-85255DB3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FB1F0B6B-62F8-46A5-901B-95676CA7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a7a5aac78419c">
            <a:extLst>
              <a:ext uri="{96DAC541-7B7A-43D3-8B79-37D633B846F1}">
                <asvg:svgBlip xmlns:asvg="http://schemas.microsoft.com/office/drawing/2016/SVG/main" r:embed="R60a8328f9d0045ba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9E7C7C3-B38F-44A0-9052-0BE8CE6A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3BBBEB2E-EC3F-45C5-9C59-6B49031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5799829F-B40B-4F05-B5A1-B43C408C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6CADBAEF-32B8-4812-AF34-241586DC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5686d5f034629">
            <a:extLst>
              <a:ext uri="{96DAC541-7B7A-43D3-8B79-37D633B846F1}">
                <asvg:svgBlip xmlns:asvg="http://schemas.microsoft.com/office/drawing/2016/SVG/main" r:embed="R23cb780c3343403d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B649CEEF-A59E-403B-8BDC-8E2B7B69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我们深知家族财富传承不仅是资产的传递，更是家族价值观与精神的延续。我们将以最大的专业性和责任感，守护您家族的财富与未来。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6d5d4efbc435f">
            <a:extLst>
              <a:ext uri="{96DAC541-7B7A-43D3-8B79-37D633B846F1}">
                <asvg:svgBlip xmlns:asvg="http://schemas.microsoft.com/office/drawing/2016/SVG/main" r:embed="R78fe282a2a044430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1559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C74BE59-D9D9-4062-936C-12880074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9F26C0B8-7328-4C62-83E6-BF42BBF0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C64D02E-BCE0-49B9-BA15-71644298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产品核心亮点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28DD3EAA-48D0-470A-873F-065C04ED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04F14674-957E-43DC-9F1A-8017031E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DBAF3190-BD58-4BB2-9651-B2FB01FD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05C0AB7F-17DB-4483-A367-4C5BDEA0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2063d05444887">
            <a:extLst>
              <a:ext uri="{96DAC541-7B7A-43D3-8B79-37D633B846F1}">
                <asvg:svgBlip xmlns:asvg="http://schemas.microsoft.com/office/drawing/2016/SVG/main" r:embed="R7049aa9df96343ab"/>
              </a:ext>
            </a:extLst>
          </a:blip>
          <a:srcRect xmlns:a="http://schemas.openxmlformats.org/drawingml/2006/main" l="-2500" t="-11765" r="-2500" b="-11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E5554AA-9F07-4258-961A-60B0E616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909F902-16D7-4655-B90B-9E7FCAD8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DB8115B-17F9-4111-BFA9-660E6A0A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5%-7%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46A88CF-43BE-41D9-B517-618BB46A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历史年化收益率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4BBED3FD-6556-4DC4-AC3E-13C4890D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C89566D2-C02D-4D66-84C5-DB1CD857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e51888fef4fee">
            <a:extLst>
              <a:ext uri="{96DAC541-7B7A-43D3-8B79-37D633B846F1}">
                <asvg:svgBlip xmlns:asvg="http://schemas.microsoft.com/office/drawing/2016/SVG/main" r:embed="R7e1a4f9c237c42d0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E9E1F0E-711C-458E-B65C-0B734412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BC27E52D-F419-430A-A7F2-B00B601F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提供多种提领选择，支持定期提领、弹性提领及紧急资金调用，满足家族不同阶段的现金流需求。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1352715-D7BC-4222-BDFC-09D5BE25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定期提领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5616FD4-6228-4F6C-8ACB-4D047AF8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E223D8F-142D-4345-8F9D-6AC74E9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B4B33EB-209B-4487-9B4B-A7984945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C1AC91AF-2C55-471C-940C-F412CA03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ABD27FF6-47EB-4A2C-BF3B-BFD067F3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0F163C20-23E8-47BF-AAE7-3D0FB070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0b97c76f841ed">
            <a:extLst>
              <a:ext uri="{96DAC541-7B7A-43D3-8B79-37D633B846F1}">
                <asvg:svgBlip xmlns:asvg="http://schemas.microsoft.com/office/drawing/2016/SVG/main" r:embed="Rdf6a908ca0b04d35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FC6C5760-B744-455C-BBF8-EB1F9A1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B05F5FA6-1894-4782-A57E-4614F443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132CBC46-0A08-4A5C-A66F-75969BE5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0514653A-62AC-4EE3-A165-153AC2E6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B9F14D22-BD42-47DE-A210-64CADA3B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8F92FF23-071C-4DFF-9E79-7C73AF44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BB1A66B9-AF76-4E01-ADB6-0CCD0878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c3c42ce964531">
            <a:extLst>
              <a:ext uri="{96DAC541-7B7A-43D3-8B79-37D633B846F1}">
                <asvg:svgBlip xmlns:asvg="http://schemas.microsoft.com/office/drawing/2016/SVG/main" r:embed="R52ad5a8697e74441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FC0CD833-79E2-41ED-B463-528DC4CC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25B0005-D09E-4527-A67A-FBFEB62D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65CDC6BC-024E-456B-9DFF-F483EFCE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1CFEB9FC-B6A8-4969-901C-67C195A0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D3A3250-6363-4F50-89B2-DF0A1978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BDEEACDE-4258-403A-B9C0-54975484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CB880008-BB9D-422B-BBEC-FA9803B2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AB8D4B88-9ADA-464E-9B54-31E288D2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09D2FB56-E079-4CF4-B296-5E942AD7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a931ef6374f96">
            <a:extLst>
              <a:ext uri="{96DAC541-7B7A-43D3-8B79-37D633B846F1}">
                <asvg:svgBlip xmlns:asvg="http://schemas.microsoft.com/office/drawing/2016/SVG/main" r:embed="R80f6c11808cf4dcd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8F951A10-52C3-4DE4-B329-EF67A59B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B317A094-5B90-4F12-AC91-FDB3A3E1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430D260A-AC5D-4F61-8BBB-3DFDECC8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03AE1A7B-0669-479C-898C-A7A90E1D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09706B5F-9BEA-4605-A5C5-D7CDF8E9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89EC2B3A-57F6-4529-BDCB-1232F58A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F8D46445-DAD4-4D88-951C-EA41F5B5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E3055959-9AEF-453E-A1BE-AF007B22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222C66FE-2332-46D1-BFCA-CC3D975A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A895AD2E-5631-49F0-9E96-A07FE673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65C9B311-FBB9-41FE-96CE-B9A1802E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AFCFFEAE-381C-4516-9547-33AFF040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11171090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12B675A-E939-4F8F-9AA0-147E003C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BBDB4DD3-32FE-4358-B283-06AD1F24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FA4B169-B125-47B7-A895-8ADD0EE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B721C90F-769F-436C-808C-D12D018D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B15E6AE-0195-460A-9692-690EAA4B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5844993-CF68-4758-A8F4-CF8BD1AC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A0D698A-2524-47CB-AF9B-442BC560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FCBACE70-BF7E-4B7F-B7FE-3C46B3A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212F6E92-2776-440D-BA77-40F2FFB2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37D22F3-6313-4E76-A0EE-7476A0B9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6846720-C5CF-4B57-84FB-8BC7FDED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C12437F9-A39B-467A-9B9A-FD403402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EB7C7C9-D634-413A-923A-33A75FC4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C133B132-D8EC-4C58-B686-C9717398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15943753-BA9B-4B53-8564-9A4B6D02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47C406E-14AB-4AAC-9A37-F0CD2AA2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A028288C-4534-4549-8BC3-34498888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AE692EC-9F72-43B8-8E60-F308B8F1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C23D5A98-0B6B-4051-B4F2-3D3D0ED3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17C48B53-5B66-4B65-9FD7-53402F27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6CFE8AE-F494-4046-A8B3-8DCEFC1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80DC7C0-2450-4C84-BBE2-9086EF7B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3FF88CDA-7C4E-4020-97DF-5A1BDF11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08623972-9218-4FED-AABA-ACBD5AD9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27B815E-CF1D-4107-95D6-8F6C4359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6207EA7-1FF3-4560-947C-33691844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DF3FCED-865F-4192-97EE-A9A1EA06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590465D9-51F6-40D0-97EB-60D0A958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D13BC9E8-39EF-44FE-A2AE-48531DD0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67ED34D2-3820-41FB-9A65-179235C7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F1D747EF-781D-4ECC-AE30-609178B6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6673BCEA-EE18-46D3-9E2B-29788964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6A4EDD97-D8BB-4D09-9FD3-D729EC17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4520501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0D2925F-1EEA-4B69-A82B-45DCD669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7983B17-E30E-48E2-BF7D-23A86533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A70C98E-D2D8-4CDE-B65F-4D64167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灵活提领路径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C314FAD5-0379-4B84-95A5-A0B03AFE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7F870C6C-D057-4B92-9E51-6E63B1BA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ABF52E6-1A90-4016-A2F9-588033BF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5A8BC6F4-CC21-46C5-A444-6144AF75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1CFC2AC-E9E5-433D-BA59-00923C7B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推荐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0D8266E-8FEE-4426-B1DF-2C4222CA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A69B0ED-CA6F-45FC-B24F-051E270E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适合有稳定现金流需求的家族，可按月、季度或年度提取固定金额，用于家族日常开支、教育支出等。提领不影响保单核心保障功能。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3284D71F-5759-449D-831C-A7B76BB1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2B5F28B-69F4-435C-96C0-CFA53DDE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8D57BF3-255E-48D3-815D-88EBB885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BD29DFE9-3ADA-4A4F-AB67-52285A3B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6BA037CB-5236-4C4F-ADD6-AF3287B3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B6E50AA7-1E2C-44BE-A3D0-DD840F9E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58A7344-6744-4978-B643-B2B54E04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1AD91530-5A9D-4D48-976D-83F7A67A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F92B224-6137-410F-AAE5-6EA0EEF1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AC12DAEF-C323-43C3-8844-3CEBE636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431C6BB-742B-4962-A86A-8500203C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17749E80-9F71-43EA-B9FF-4FDE113C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62500DC8-D3B9-46E8-9D87-78682273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创业资金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B5DFAFE9-4340-43A5-96FD-2291F324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70121F4C-8F5A-4EDF-A2AE-341B75B6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FAB1639B-FDE3-417F-BA53-45961659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7C73535F-DB72-40C8-87C1-F5F7CF94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F3C110B4-7B3E-4C0D-9F45-9BB36535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方案三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46847C62-FD5B-414C-8A70-351F088A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7043D279-00A7-4D84-984C-0C5B2473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A157F700-14D7-4435-9BA9-6B235BA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BA05EB5-7D08-42C4-9C2A-63FBA8C1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2CB74C8B-EAA5-492D-91DC-4799C9DF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AFAE9E45-3551-468B-AC76-F058D22E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73E7512-5953-40CB-B6C3-4B3A1395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CB9A23E7-310C-4496-A61D-410D1293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C23B3ACB-1CE2-4D19-8ED6-3D96E0A1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E3DB01BC-200B-411C-9154-E1BED80A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DDDCFE7C-6B22-4965-9338-72DB33F3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1096efbe14661">
            <a:extLst>
              <a:ext uri="{96DAC541-7B7A-43D3-8B79-37D633B846F1}">
                <asvg:svgBlip xmlns:asvg="http://schemas.microsoft.com/office/drawing/2016/SVG/main" r:embed="R23e2fe2b3b034ca6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1D1EEC4F-5581-458D-8BF8-C12076D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4CAD4420-4205-427F-B0D4-B827C3D0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1096efbe14661">
            <a:extLst>
              <a:ext uri="{96DAC541-7B7A-43D3-8B79-37D633B846F1}">
                <asvg:svgBlip xmlns:asvg="http://schemas.microsoft.com/office/drawing/2016/SVG/main" r:embed="R23e2fe2b3b034ca6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A2EDB238-C5BA-4F5A-A8EB-B85306EE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768F1660-F2A6-4E83-96F7-49E2141B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1096efbe14661">
            <a:extLst>
              <a:ext uri="{96DAC541-7B7A-43D3-8B79-37D633B846F1}">
                <asvg:svgBlip xmlns:asvg="http://schemas.microsoft.com/office/drawing/2016/SVG/main" r:embed="R23e2fe2b3b034ca6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D71748C5-92EF-4DEE-A847-A2826B4E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FCCE7870-2E40-47EE-91FC-4FA0324C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D30C86C0-3B86-44DC-8FB8-7E9AE017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4EFE4CA5-4E41-4271-9A4B-C8C98D78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18380754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DF08277F-B70D-429C-9732-8662273F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102B0DF-49AB-462F-B44F-4C9E796D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7479084-BC40-4FD5-ACA7-1CDD3F3E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方案对比分析（一）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D57DE785-C5B1-45D9-9F7F-B21D5FA6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8E60A91D-21EC-45AF-87AD-EB511827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FAF125EA-C675-45BB-A8FC-4C766A75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9DCA211-7841-4A0F-83D2-4DBE9601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464FEE3-5406-425E-8779-C6AC6A36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资产隔离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CE2E4B88-C1E2-4346-BCA4-F1C8834A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税务优化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B0C2897D-5946-46A3-A0CE-0444CC5D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1E06E0F-40EC-4697-A58B-3C9FBF48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传承确定性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33B86A3-4E6A-4216-9D6D-C21ADE67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成本控制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CFB890EA-403F-476B-96F9-A5208053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8E292009-D2EE-4BAC-B561-AFB925D7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70ECBDFB-A563-46C3-906A-271BAA18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00D6D67D-911C-4DD6-83FE-450254C2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家族信托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5404880-DDEB-432A-9E1A-A3581322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0ED4AA0-6AE3-4D67-BEF5-B3C3A0AD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42E3E9A-4403-44AB-8082-15D0E0E6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D81DA504-3A13-4660-AB17-D7E517E1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1FC52162-33E4-47E7-96CB-70A69F46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5626AC2D-06CE-4ED2-9B1D-C428ADB7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4AB4D30F-0ED4-4E08-AE5F-3480E3B2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D1CB91E-D0B1-4510-A6F3-51B715EA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6CAC58D3-3B86-493C-87A3-79B8BDAF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7E6F0706-329F-4049-AE4E-712A75EB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8493E043-254F-4661-9455-417B9999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91BFA38-026E-4E29-B1AC-2E406C2A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6898E8C-4678-40AE-9723-05537707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FB732DF8-196B-4794-A302-F0BD97DF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64488C6A-F9FF-4FDF-B3B3-263C1084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99CD2CA2-6076-4D53-9512-E002BC1A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AADC4DF0-2062-46F9-BA0D-EEC4E867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6E8D46A-6053-4CCF-86A5-1568CBF4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E3D9FF34-EA87-494B-9FE9-F219E665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C95609A8-C205-4287-BFDE-DFD43E2C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85328F9D-7275-4087-99F8-BC457DBD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D93B989D-F33B-4BE5-86D2-DD40179E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F80C2EC4-9297-465E-9B53-583CD64B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2DF18CF2-D902-4246-9670-3E295EF4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A80510FC-7EE7-4A9F-81A5-55899C5E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0499D232-5206-4D07-AE95-2EBF7324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0D40CA6C-8951-4CB5-A418-74E197AC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F9295E39-980A-4B9E-BB9C-A182E7A4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4A0F95AE-AE3E-458D-922C-27A686AC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40685777-B9D9-465A-B5CC-D1F1A2C9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5B3E842F-E942-4E7B-9220-2E07A563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B7D0EEFF-59A2-4986-B4A4-26674870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336958FA-E8E6-4FFD-B30F-04C4E7A9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EAD35E6C-5BCE-4C36-9DFA-033D3DCB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71177a37d4019">
            <a:extLst>
              <a:ext uri="{96DAC541-7B7A-43D3-8B79-37D633B846F1}">
                <asvg:svgBlip xmlns:asvg="http://schemas.microsoft.com/office/drawing/2016/SVG/main" r:embed="R1e32de0e45674591"/>
              </a:ext>
            </a:extLst>
          </a:blip>
          <a:srcRect xmlns:a="http://schemas.openxmlformats.org/drawingml/2006/main" l="-4314" t="-37500" r="-4314" b="-37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DA989C34-95EC-46AB-AB18-BBFECCC9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0D0511FA-4FC5-45C8-835F-0C3821F3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C212D131-0C59-4133-9362-C4080572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15978097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12B675A-E939-4F8F-9AA0-147E003C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BBDB4DD3-32FE-4358-B283-06AD1F24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FA4B169-B125-47B7-A895-8ADD0EE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B721C90F-769F-436C-808C-D12D018D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B15E6AE-0195-460A-9692-690EAA4B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5844993-CF68-4758-A8F4-CF8BD1AC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A0D698A-2524-47CB-AF9B-442BC560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FCBACE70-BF7E-4B7F-B7FE-3C46B3A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212F6E92-2776-440D-BA77-40F2FFB2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37D22F3-6313-4E76-A0EE-7476A0B9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6846720-C5CF-4B57-84FB-8BC7FDED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C12437F9-A39B-467A-9B9A-FD403402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EB7C7C9-D634-413A-923A-33A75FC4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C133B132-D8EC-4C58-B686-C9717398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15943753-BA9B-4B53-8564-9A4B6D02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47C406E-14AB-4AAC-9A37-F0CD2AA2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A028288C-4534-4549-8BC3-34498888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AE692EC-9F72-43B8-8E60-F308B8F1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C23D5A98-0B6B-4051-B4F2-3D3D0ED3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17C48B53-5B66-4B65-9FD7-53402F27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6CFE8AE-F494-4046-A8B3-8DCEFC1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80DC7C0-2450-4C84-BBE2-9086EF7B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3FF88CDA-7C4E-4020-97DF-5A1BDF11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08623972-9218-4FED-AABA-ACBD5AD9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27B815E-CF1D-4107-95D6-8F6C4359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6207EA7-1FF3-4560-947C-33691844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DF3FCED-865F-4192-97EE-A9A1EA06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590465D9-51F6-40D0-97EB-60D0A958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D13BC9E8-39EF-44FE-A2AE-48531DD0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67ED34D2-3820-41FB-9A65-179235C7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F1D747EF-781D-4ECC-AE30-609178B6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6673BCEA-EE18-46D3-9E2B-29788964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6A4EDD97-D8BB-4D09-9FD3-D729EC17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452050185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2026-06-04T08:10:11.1160000Z</dcterms:created>
  <dcterms:modified xsi:type="dcterms:W3CDTF">2026-06-04T08:10:11.1160000Z</dcterms:modified>
</coreProperties>
</file>