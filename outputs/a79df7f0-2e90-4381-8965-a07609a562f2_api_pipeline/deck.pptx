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0dc6895542404c" /><Relationship Type="http://schemas.openxmlformats.org/officeDocument/2006/relationships/extended-properties" Target="/docProps/app.xml" Id="R567ddd6b473a4581" /><Relationship Type="http://schemas.openxmlformats.org/officeDocument/2006/relationships/officeDocument" Target="/ppt/presentation.xml" Id="R509dc56957b848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41e87468264c90"/>
    <p:sldMasterId xmlns:r="http://schemas.openxmlformats.org/officeDocument/2006/relationships" id="2147483659" r:id="Rc65cc0285e864431"/>
  </p:sldMasterIdLst>
  <p:notesMasterIdLst>
    <p:notesMasterId xmlns:r="http://schemas.openxmlformats.org/officeDocument/2006/relationships" r:id="R21deb840c3234307"/>
  </p:notesMasterIdLst>
  <p:sldIdLst>
    <p:sldId xmlns:r="http://schemas.openxmlformats.org/officeDocument/2006/relationships" id="256" r:id="Rb7212f5d138a4874"/>
    <p:sldId xmlns:r="http://schemas.openxmlformats.org/officeDocument/2006/relationships" id="257" r:id="R1af47ff7b9a8492c"/>
    <p:sldId xmlns:r="http://schemas.openxmlformats.org/officeDocument/2006/relationships" id="258" r:id="R33f6a5c390104863"/>
    <p:sldId xmlns:r="http://schemas.openxmlformats.org/officeDocument/2006/relationships" id="259" r:id="R4086ccfc47ed48c1"/>
    <p:sldId xmlns:r="http://schemas.openxmlformats.org/officeDocument/2006/relationships" id="260" r:id="R251c3bc7f794424d"/>
    <p:sldId xmlns:r="http://schemas.openxmlformats.org/officeDocument/2006/relationships" id="261" r:id="R144a1aece9aa4ed6"/>
    <p:sldId xmlns:r="http://schemas.openxmlformats.org/officeDocument/2006/relationships" id="262" r:id="Rade2269e2e354a2b"/>
    <p:sldId xmlns:r="http://schemas.openxmlformats.org/officeDocument/2006/relationships" id="263" r:id="Rd66b2331d6f94ff0"/>
    <p:sldId xmlns:r="http://schemas.openxmlformats.org/officeDocument/2006/relationships" id="264" r:id="Rf4bd96a4ce2347cf"/>
    <p:sldId xmlns:r="http://schemas.openxmlformats.org/officeDocument/2006/relationships" id="265" r:id="R4ce4582d33a143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3dd39be450486f" /><Relationship Type="http://schemas.openxmlformats.org/officeDocument/2006/relationships/slideMaster" Target="/ppt/slideMasters/slideMaster1.xml" Id="Rdc41e87468264c90" /><Relationship Type="http://schemas.openxmlformats.org/officeDocument/2006/relationships/slideMaster" Target="/ppt/slideMasters/slideMaster2.xml" Id="Rc65cc0285e864431" /><Relationship Type="http://schemas.openxmlformats.org/officeDocument/2006/relationships/notesMaster" Target="/ppt/notesMasters/notesMaster1.xml" Id="R21deb840c3234307" /><Relationship Type="http://schemas.openxmlformats.org/officeDocument/2006/relationships/presProps" Target="/ppt/presProps.xml" Id="R6a4c1ea4d2f64af8" /><Relationship Type="http://schemas.openxmlformats.org/officeDocument/2006/relationships/viewProps" Target="/ppt/viewProps.xml" Id="R847b23d3b44d47db" /><Relationship Type="http://schemas.openxmlformats.org/officeDocument/2006/relationships/tableStyles" Target="/ppt/tableStyles.xml" Id="Rad453b4d725a4729" /><Relationship Type="http://schemas.openxmlformats.org/officeDocument/2006/relationships/slide" Target="/ppt/slides/slide1.xml" Id="Rb7212f5d138a4874" /><Relationship Type="http://schemas.openxmlformats.org/officeDocument/2006/relationships/slide" Target="/ppt/slides/slide2.xml" Id="R1af47ff7b9a8492c" /><Relationship Type="http://schemas.openxmlformats.org/officeDocument/2006/relationships/slide" Target="/ppt/slides/slide3.xml" Id="R33f6a5c390104863" /><Relationship Type="http://schemas.openxmlformats.org/officeDocument/2006/relationships/slide" Target="/ppt/slides/slide4.xml" Id="R4086ccfc47ed48c1" /><Relationship Type="http://schemas.openxmlformats.org/officeDocument/2006/relationships/slide" Target="/ppt/slides/slide5.xml" Id="R251c3bc7f794424d" /><Relationship Type="http://schemas.openxmlformats.org/officeDocument/2006/relationships/slide" Target="/ppt/slides/slide6.xml" Id="R144a1aece9aa4ed6" /><Relationship Type="http://schemas.openxmlformats.org/officeDocument/2006/relationships/slide" Target="/ppt/slides/slide7.xml" Id="Rade2269e2e354a2b" /><Relationship Type="http://schemas.openxmlformats.org/officeDocument/2006/relationships/slide" Target="/ppt/slides/slide8.xml" Id="Rd66b2331d6f94ff0" /><Relationship Type="http://schemas.openxmlformats.org/officeDocument/2006/relationships/slide" Target="/ppt/slides/slide9.xml" Id="Rf4bd96a4ce2347cf" /><Relationship Type="http://schemas.openxmlformats.org/officeDocument/2006/relationships/slide" Target="/ppt/slides/slide10.xml" Id="R4ce4582d33a143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caf3934b83644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a967e485f74b74" /><Relationship Type="http://schemas.openxmlformats.org/officeDocument/2006/relationships/notesMaster" Target="/ppt/notesMasters/notesMaster1.xml" Id="R02e94965930b4f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d03bf477fd4649" /><Relationship Type="http://schemas.openxmlformats.org/officeDocument/2006/relationships/notesMaster" Target="/ppt/notesMasters/notesMaster1.xml" Id="Rc9bf62d8deeb4c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5fe4db2ca740c4" /><Relationship Type="http://schemas.openxmlformats.org/officeDocument/2006/relationships/notesMaster" Target="/ppt/notesMasters/notesMaster1.xml" Id="Rf428e9435e3548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e8573a86b34a26" /><Relationship Type="http://schemas.openxmlformats.org/officeDocument/2006/relationships/notesMaster" Target="/ppt/notesMasters/notesMaster1.xml" Id="R1fc7063e8e3146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025ea400e9467f" /><Relationship Type="http://schemas.openxmlformats.org/officeDocument/2006/relationships/notesMaster" Target="/ppt/notesMasters/notesMaster1.xml" Id="Rd7000eda086646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76cbfd83d549a8" /><Relationship Type="http://schemas.openxmlformats.org/officeDocument/2006/relationships/notesMaster" Target="/ppt/notesMasters/notesMaster1.xml" Id="R6c2203fb462846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734b4c32d249ea" /><Relationship Type="http://schemas.openxmlformats.org/officeDocument/2006/relationships/notesMaster" Target="/ppt/notesMasters/notesMaster1.xml" Id="R761631610c8e47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c954c6868c4525" /><Relationship Type="http://schemas.openxmlformats.org/officeDocument/2006/relationships/notesMaster" Target="/ppt/notesMasters/notesMaster1.xml" Id="R1d4058709c1b49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5c370e4cd64b88" /><Relationship Type="http://schemas.openxmlformats.org/officeDocument/2006/relationships/notesMaster" Target="/ppt/notesMasters/notesMaster1.xml" Id="R4f4de803378244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e226ac417541b1" /><Relationship Type="http://schemas.openxmlformats.org/officeDocument/2006/relationships/notesMaster" Target="/ppt/notesMasters/notesMaster1.xml" Id="R20719167326246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26027b5d84c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85823e13e42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6b2ad4b3e46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57b01db914d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ef5aa8aa245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3d06400ec497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058afc79041e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92aaaae3b740a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f12f9682845e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3c4cd20e6434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e2408fff9c4f9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47d66aff01488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db30fa622b43a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b692914177415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1b30e24cd25447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cc66a83892486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082cb81ddd400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739fd7657947b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d600491acfd4bc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a9f98802d547f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1fa50c43db4067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1ca89750ebe4617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3B384E-13AC-4D4F-9E69-615DF628573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C72E1D4-E03A-40C2-9CE2-25379E683B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6996081-F175-403A-9842-F4FB137EE6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1A8E546-BCF6-4A7D-AE1E-E6CFF02F93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572AD85-6A69-417B-A921-7580173CEB8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768CB95-7E07-4063-8F22-E39F13254B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B8237BD-1680-40BD-A433-1E4385F2DB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A1C8274-74A0-4935-B941-C8306AD4D4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49D0A17-67EC-47F9-9F87-E516042901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DF4C2BE-3F99-4E01-B111-9232240D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CC7E677-3B92-4AF1-A59B-BEB38C328A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3EFA429-6E80-4662-9A44-B7E98D39F7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20FF82-8F5C-4057-BC6D-D8558EC53A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A7E8B27-A984-4776-BEBC-EDFD04BE68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971B313-74D5-47C8-92D6-4F8335301C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27EFB20-75A0-4095-8DC6-D4A1BFF89C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4EB3B41-26EC-4834-9305-FD808CD796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0FCB692-7598-4C06-88BA-AC44E60DF94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B45F1C8-2461-4531-AED0-BA1DC0DE5F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7F73DD2-9FBA-42D8-933B-0DDE293E16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159D408-82D2-45BC-9250-FC14053459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2B25D5E-671E-4494-A5DE-28C080315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8165E5C-4CD7-4C8A-8A2C-3E16072202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154C3D6-F7C7-406A-A75A-329BE92CFC2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55E05D3-005E-4C52-B980-8BC75EE6918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ECD4FF9B-6185-4A81-961F-55D3559D6AC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AEA69A9-F3C2-4F38-9FEC-92FBF05D43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9055614-DDB5-4FAB-973B-4232ED3E86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9B38CB6-AFDA-4C12-9E7A-1C2029760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241221-D672-4A07-8C78-E6D68687D2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9965E8A-331E-4808-A68E-5AD6082298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3B5C6C3-D130-4767-9B8D-75A3560A65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0F1277C-9AEA-4EA3-92EB-16E9B4A018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5896469-BDAE-416A-9689-69A2FE53D2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62FED37-7D5E-449A-B784-2BC880DF4A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BC3F2A5-9B58-46CF-8F53-4448BB0D1A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0CCB401-A78E-4D2F-9500-EA1055C9BF1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B32A439-49A6-4D73-A4E6-D8356F4C4ED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B17B3B5-5563-4767-9B6B-5707D7BB1D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9D4E19D-A1BC-4925-8700-BF80FFEBC3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3D76235-E3F2-430D-B02A-2BB4B62D56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B3910A3-B84D-4467-A260-6E2D45B6DF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DC8504F4-FE4C-48FF-9C40-122B507094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82DAF46-0398-4BF9-9D66-4043C83208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01815EC-7071-4D21-90E9-E6F6B2F46F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F3E6A12-E70B-404B-B77F-D44354C31B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D2AF921-9156-4C0B-A71A-2D236288B2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254383C-4E02-40CD-A3A4-1DEEF0F9C9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0EC5E4-4D26-44FE-95B2-94AEA6686D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BCECC38-9D5F-49D8-B078-578D783DD5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DBA3D8AE-C973-4532-9E13-8A7756E8D7D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B23D762-2300-4346-BB2A-8EAC7D1654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948ECED-F8CE-484B-B2F6-C96418EAE5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255E7A-DFF2-4D21-8036-37F1EF8A11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954DDF6-85E7-4F00-B8E2-4B7339FDC2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0551384-8119-45D0-95C3-271313F82C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42E174D-5F53-4692-8E74-4FED5419FF9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178053" y="1445232"/>
            <a:ext cx="1146320" cy="1815098"/>
          </a:xfrm>
        </p:spPr>
        <p:txBody>
          <a:bodyPr xmlns:a="http://schemas.openxmlformats.org/drawingml/2006/main" vert="eaVert" wrap="square" anchor="b">
            <a:normAutofit/>
          </a:bodyPr>
          <a:lstStyle xmlns:a="http://schemas.openxmlformats.org/drawingml/2006/main">
            <a:lvl1pPr>
              <a:buNone/>
              <a:defRPr sz="6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1B0E897-7DD8-4A7B-A424-58C5D53FC2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F061DED-A1DA-4CA3-8693-8D8DCF7A07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DE2A93B-C91B-4945-8A7A-BCFA6E10E9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FFA2BF6-DA42-433B-8190-A30712D563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B660559-7522-4B53-A0A9-F2F58A92B4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6988B88-3349-4943-A8EE-D5050C364F3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E11B8B8-CDBE-4C79-8DCE-4EA769DB05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86CA461-2AAC-487D-9F19-81F9E84E00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9A9C74D-4498-459C-8202-8FA6ADE5C5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F495140-37B3-4B1A-9568-DED0D9D0F0BA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6189981-901B-4026-A800-642090FA05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E0FE5A2-3E2D-46D4-878B-5EF873AC2C79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9F0BA9E-ACCD-4643-A340-3CF5EC2920A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B6A93E4-143E-47F5-9BF9-F829D35CE8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72C747A-1143-432A-9A05-3149A3309F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D8D732B-F356-4173-917F-50DC35E12F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A7EB8770-6275-4257-908E-BE157305D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D7BC82-B8F0-45C3-91FE-09FD44FEF3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FC09144-76DE-458F-AFC5-B89251ABF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FFC4C64-0BA8-4555-BFDA-9FFF7C16FD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D384B84-7D2F-42C3-ACAC-1B34D31377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3C48E98-A3E6-4276-AF16-5171F0F507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FF87BF4-7AE2-4186-AEE5-231CAAB1A2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1FB2D1B-E044-4766-B72C-8911A439A9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278866E4-BFC4-4508-AE8A-648BC38147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F7C514E-11C4-49E8-8891-0C329EC3D1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E8DB4B6-778C-4C5D-84C5-F9F41D026D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AD3C9B8-41E4-443D-B8E5-BF7537A42B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52B020F-C6E5-4690-85F9-E5169B73D25C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D989FD-5242-44DD-8D6B-5D1199B021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8AA374D-5FF9-4BFE-824D-448575F28A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BA1BBD5-E0B5-47E3-B5DE-6C5C07C914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17B2F69E-680F-4D11-828E-55C545F9C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50A46A2-F53A-4062-86FF-303FADE1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F43BA30-97EC-4CF5-9D60-D355F2261DF4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A8AAA03-7630-4E16-BEA0-11BDECED52E4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498555A-83AE-4E3E-9733-4EBBCCFD6924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17491F2A-4F1C-46F7-9977-4CAD1007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2267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CC63D22F-00AD-4733-95BB-08925F60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390" y="47840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AAE22FBC-814B-4C51-8326-0C86904E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1363345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2ACA84D2-772A-45F0-B945-3F85FBDB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04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EF1338A7-6037-4640-9B9D-30DF4E81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165" y="14903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DCBC15FB-CFFE-4A9B-8D42-6384E599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645" y="187388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3154793E-996D-4B9F-9966-A48832B2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95" y="200469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4D1A4582-DDD4-4977-8081-B93F7078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17284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544C2A58-E2C4-4E23-8348-36C8AD19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20396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71132D07-2664-48DD-BD01-A6820B77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2084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1D135B64-AF5E-4ADC-9314-56EAA830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28460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B2BAACF5-FCDF-49D8-8A3B-8C883D5F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95" y="16059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CE33A801-E604-47BD-9D43-69001492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72974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12C572EC-4F30-4A8F-92BD-0E27333F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425" y="2143125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22D832A3-B60E-476D-89EF-3A6F84B1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90" y="228219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74B92267-674C-4EE3-B4E5-EBA823CC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20620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65034B87-D121-46A3-89C3-3ADC3750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635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B9B41C26-A774-4A24-A42B-AC5415D3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95" y="269049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C40F11DD-92C8-4BCD-8975-3A30AF05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335" y="282003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AECC8903-2354-4115-8B62-16D93B15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94068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4B4FE7C3-1FF0-4E82-85D9-857FFEBE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85" y="3067685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10B89410-7866-4F99-9978-28146E02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85" y="318198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573D0176-A3C3-4405-B9DB-8540A603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330" y="328803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7FF30973-DC84-464E-80F8-913A1A6F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598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F8EE2FC-B564-489F-AD22-C234B874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20" y="351282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7887957A-29F1-4664-AC79-42427EDA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73062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79A85202-4055-47B4-8711-8B93A960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8354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A67A4D62-B8CC-4738-8F66-E7BC04C4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030" y="4570730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AADE2395-E033-46C2-9D55-92E5D652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505" y="468820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22459860-D663-4F41-80E2-94FE9FED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657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2A63C12F-B05C-4715-A9FB-0625DB64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445516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D760D7CC-872C-473B-B930-7456AA81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414464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4456E270-0B4D-4E9A-93BC-89262977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24751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8D2D31AA-244D-4B00-910D-CC489D69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45" y="394144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68307915-A162-48FA-8A13-57E3E8FB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45" y="40430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8F5AEBC7-8BE2-44E2-950F-6140A8B7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489966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D810D878-D5B5-4B7B-BDF7-90179A00CDD5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20XX YEAR</a:t>
            </a:r>
          </a:p>
        </p:txBody>
      </p:sp>
      <p:sp>
        <p:nvSpPr>
          <p:cNvPr id="55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747FAF1F-8243-44C7-A5B0-02C15255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0" y="1891430"/>
            <a:ext cx="1489360" cy="3075142"/>
          </a:xfrm>
          <a:custGeom xmlns:a="http://schemas.openxmlformats.org/drawingml/2006/main">
            <a:rect l="l" t="t" r="r" b="b"/>
            <a:pathLst>
              <a:path w="1489360" h="3075142">
                <a:moveTo>
                  <a:pt x="1489360" y="0"/>
                </a:moveTo>
                <a:lnTo>
                  <a:pt x="1489360" y="3075142"/>
                </a:lnTo>
                <a:lnTo>
                  <a:pt x="1382665" y="3069755"/>
                </a:lnTo>
                <a:cubicBezTo>
                  <a:pt x="606043" y="2990884"/>
                  <a:pt x="0" y="2335002"/>
                  <a:pt x="0" y="1537571"/>
                </a:cubicBezTo>
                <a:cubicBezTo>
                  <a:pt x="0" y="740140"/>
                  <a:pt x="606043" y="84258"/>
                  <a:pt x="1382665" y="538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C89D4992-C5C9-40AF-AC20-3FC063E15B22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单击此处
添加文档标题</a:t>
            </a:r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16CBFE39-77C0-4F29-8321-4ED566A21455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1016000" y="4749800"/>
            <a:ext cx="2540882" cy="533400"/>
          </a:xfrm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2">
            <a:extLst xmlns:a="http://schemas.openxmlformats.org/drawingml/2006/main">
              <a:ext uri="{FF2B5EF4-FFF2-40B4-BE49-F238E27FC236}">
                <a16:creationId xmlns:a16="http://schemas.microsoft.com/office/drawing/2014/main" id="{BC8E9EC9-F0E9-4428-8FB5-3F31CFDC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13B8501-14E9-4EAB-8452-4319806948DC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2B840BE-74DF-4965-84DE-2FEF41A5DB78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7FD4586-2CE9-4431-BB95-73E34862DC4A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B7B3914A-FB36-4B8F-8BEB-5EF2F1C3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44335" y="3182620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52C3BBF5-C559-40C2-BD9C-0C79CE3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98665" y="422656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E645D910-408F-46F7-AEA1-3A22F8B1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10613390" y="1965960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7C0DEA1C-266F-4BA8-9118-CBDBB75E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493760" y="16090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2C4B3969-B585-4735-B1E8-4680ACE2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245475" y="1659890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5810E961-DC99-40E1-A17C-AB334269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654290" y="188023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66C8FB0D-0A93-4966-968B-27C713FB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506335" y="1964690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4C12D485-B593-4B86-BEE5-5111D74C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9504045" y="160591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0F89E34C-E9FC-42B2-8599-46BEAA63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10022840" y="171577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24B477EA-5777-4E9D-B3C4-BA9B4B89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9123680" y="15767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2EBCC67D-0E37-40CA-A10D-9F1ED43E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778875" y="158051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7264EDCA-5EAF-41C1-B8B3-67EF055C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034020" y="17202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任意多边形: 形状 23">
            <a:extLst xmlns:a="http://schemas.openxmlformats.org/drawingml/2006/main">
              <a:ext uri="{FF2B5EF4-FFF2-40B4-BE49-F238E27FC236}">
                <a16:creationId xmlns:a16="http://schemas.microsoft.com/office/drawing/2014/main" id="{4565531B-699A-4E8E-BAE0-876E045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843520" y="179197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D0EF1BDE-BD4D-42A6-915C-DAD361CF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368540" y="2054860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2EBF97A7-1260-4A1A-8DF4-FE31EC0C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244080" y="214757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30389821-CD30-4DB4-8030-F0245841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138035" y="2240915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DF672ABE-A36C-4C1D-B6DC-1D4C8DAE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52310" y="233426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4BB9CC1D-3CC3-4034-AC3A-DB1EC140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69760" y="2439670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7CAD4FFC-777D-4F7D-A8CF-77E802D9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06895" y="2534920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0F286E7B-01F2-4CDF-81D5-6B3B340D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58000" y="262953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3031E7AC-9C75-4143-9311-87CE31E2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17360" y="2727960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58613BC5-AFC2-4261-A9D8-3E875FDA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88150" y="281876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C6CC228E-05F9-4A58-9E71-E49D7B1B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68465" y="2905125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FE6A4B89-A2D1-479B-834E-36EA8DEE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53860" y="299339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A6051BC2-51D1-4B08-B5CB-0EC3B228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46240" y="3090545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94C9158C-86E3-4A6B-A67B-7EF4D631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50685" y="327469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05930B91-9654-4949-BE51-19249512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60210" y="33655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3621C40A-2198-4153-93D4-D81E52EF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83095" y="4025265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90E3257E-E035-4609-9509-3F4A3B3A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42150" y="413702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C3282E16-52A4-47B1-BEA2-8936F987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88480" y="381952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DE67A44B-B69A-4D2B-9518-5E7A08B4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30390" y="392049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E28DFEEA-02A6-4E25-9576-FD406BB0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23075" y="3637280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982A63D9-3753-443F-A5BD-17C435A9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53555" y="373189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A9A0A783-CB0F-4071-84F9-02C4CD4C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77355" y="345757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4ACF1E73-FF70-42F6-ACEB-B1A2FC0A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96405" y="35477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1E43A2AD-48D1-4F3B-B37B-B1131172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136765" y="4328795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椭圆 46">
            <a:extLst xmlns:a="http://schemas.openxmlformats.org/drawingml/2006/main">
              <a:ext uri="{FF2B5EF4-FFF2-40B4-BE49-F238E27FC236}">
                <a16:creationId xmlns:a16="http://schemas.microsoft.com/office/drawing/2014/main" id="{842C6142-0C9E-44BF-8736-DD6A10DC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335" y="1164515"/>
            <a:ext cx="1628128" cy="162812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D6A0AB24-3EE0-48CB-9F96-E00DFEEB1A16}"/>
              </a:ext>
            </a:extLst>
          </p:cNvPr>
          <p:cNvSpPr>
            <a:spLocks xmlns:a="http://schemas.openxmlformats.org/drawingml/2006/main" noGrp="1"/>
          </p:cNvSpPr>
          <p:nvPr>
            <p:ph type="title" idx="16388" hasCustomPrompt="1"/>
          </p:nvPr>
        </p:nvSpPr>
        <p:spPr>
          <a:xfrm xmlns:a="http://schemas.openxmlformats.org/drawingml/2006/main">
            <a:off x="1016000" y="3530600"/>
            <a:ext cx="6352117" cy="1524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 xmlns:a="http://schemas.openxmlformats.org/drawingml/2006/main">
            <a:r>
              <a:t>单击此处添加章节标题</a:t>
            </a:r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3B165087-7462-44CB-8FD9-ECFE6FC153F1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1016000" y="1905000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444DD10-F522-41BC-99B9-78C70D69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AFE92C54-01DD-4AF4-B41C-185DD9B8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15670" y="101155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40BA7838-FCDF-4F3E-A5BB-7A64C735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07160" y="14566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F28B5D11-B1B1-4B2F-8D73-DF38F6EF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3615055" y="4448810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F18F5F2A-A85B-4AC1-BC5D-6B404681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914525" y="242697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2D1EBEBA-B254-432E-8EA9-908D184B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733550" y="22015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B240D62A-6A31-4006-A48C-CF630F57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326515" y="167957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D9D58C74-6A1A-493A-900A-C4309CE9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30630" y="155511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D9BE7BF9-D54B-4731-93DF-2FEA3AF8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693035" y="3366770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434F03B7-7CC3-41DD-A043-57307520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3121660" y="386080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A97EF4E2-9FE8-4FEB-AFAB-4C8103C1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388870" y="3011170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FFD21752-F67B-4F66-BA69-84616F29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124710" y="269049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02A73B4F-E58B-478F-95F8-70E3BA21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584325" y="20123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9A07D757-E1FC-472A-90C7-7C89F16F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52880" y="1843405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AA86AEAB-B7D0-4900-A79A-8481AC07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45540" y="1441450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96ED92D8-5918-4398-BF42-238C622A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73150" y="133858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CCF7D808-C378-45CB-A4C3-AD49E2D7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14730" y="1251585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4FBAEBC1-5E77-40B4-A1E1-B790344A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66470" y="1188085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FEC605E8-6A00-4C54-99B8-6543CD8B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27100" y="112585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2C119622-F6BB-487F-BA11-A374249C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02335" y="107886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63D53C56-E66E-4ED2-B7F7-F1C0B09C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82650" y="1047750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B05E97F1-7907-473C-AE95-7E34EB0E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4395" y="1022350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E6EB3364-4FDF-43BE-97B5-B4741EB1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1220" y="100647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2C2B7A2A-C735-47F9-AA58-FD5A2DD2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4395" y="99949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A479083B-6A3B-49CB-9880-4C1A7521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82015" y="99695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C5402C75-C4A6-4D6C-B09A-8F27D983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97255" y="100203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57E0503E-0845-4D70-A0D3-1BD4F3E9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39800" y="102806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8365053D-CCB7-4A97-8512-3560F02A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65200" y="104775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AAE76949-3540-42EA-AA96-CBC7F771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76985" y="1327785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3B22549F-2CEB-47A4-9745-47854A65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344295" y="1395730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C953E30C-D11D-45EC-B780-BF060192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60145" y="1217930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36F0415A-DA02-4628-81BE-5607FA57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12215" y="127000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60D783FA-77B4-447B-93E8-C8C8D8F7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71880" y="113728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665CAC15-E6A3-4BD2-B0F9-1E05FA7C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12520" y="117792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0FC82098-F652-4E63-AC86-A7D84ABB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98855" y="107378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94DDC870-9929-4C1C-A382-38631EE9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31240" y="1103630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5637425C-4814-4375-AC34-C250E991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60500" y="151130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A87301D7-A822-4EAB-BCCC-07F37B87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895767"/>
            <a:ext cx="1493592" cy="3066466"/>
          </a:xfrm>
          <a:custGeom xmlns:a="http://schemas.openxmlformats.org/drawingml/2006/main">
            <a:rect l="l" t="t" r="r" b="b"/>
            <a:pathLst>
              <a:path w="1493592" h="3066466">
                <a:moveTo>
                  <a:pt x="1493592" y="0"/>
                </a:moveTo>
                <a:lnTo>
                  <a:pt x="1227781" y="26796"/>
                </a:lnTo>
                <a:cubicBezTo>
                  <a:pt x="527088" y="170179"/>
                  <a:pt x="0" y="790152"/>
                  <a:pt x="0" y="1533233"/>
                </a:cubicBezTo>
                <a:cubicBezTo>
                  <a:pt x="0" y="2276315"/>
                  <a:pt x="527088" y="2896288"/>
                  <a:pt x="1227781" y="3039670"/>
                </a:cubicBezTo>
                <a:lnTo>
                  <a:pt x="1493592" y="3066466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5A306B-E4C1-4EED-8779-5B81AF868A22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53419C-2F95-476A-A1EE-4F2E4C828723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4789D69-CEB4-4AD1-9D9F-1A1F571BFED5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0E60A27-6857-4EFA-A249-58A5A4AA51C1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5726642" y="2667000"/>
            <a:ext cx="54493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1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4A068792-CEE9-4FF0-BD0B-6551DF67CC03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5724878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36F160E-CB6B-4E77-867D-03D9EAEF6E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30A25D-1CB5-4E0E-B9B9-AAFADD6271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D04BB21-553F-4BAC-B196-E8C2526BC8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53B8EA3A-D60B-45F8-93F8-3B60D997D803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3F63AD83-68B0-448B-8172-61008BCEEC6C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7166DB69-142B-43A2-B9FA-8CBB938B6691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B7D37F79-A2ED-4D00-B9A4-7FA8C5ECB9D9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3F8F55E9-7E1D-46A6-B0DC-00447A90210E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51D6627F-D747-4FF5-8153-52ED7AC027F7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10D6FDD9-5C00-4F5C-9EAA-65B9B5A9039B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4638C4C7-664B-472D-9992-148A2DAAA216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463C1B4-851C-4A7B-93F8-A5A78F5C7D9C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89A8FED2-7AEE-4408-8354-C5EB3A0DE474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7FC8EECF-CEC2-4BB8-B602-58B9FB50342F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48DDCCCE-3799-4CA1-A6F3-9461BC983297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D78C1ED2-7656-4BAC-910D-B9FF84E41444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0B963257-C750-4086-BDB1-0E23A6CDB26A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6d9314bc524249" /><Relationship Type="http://schemas.openxmlformats.org/officeDocument/2006/relationships/slideLayout" Target="/ppt/slideLayouts/slideLayout1.xml" Id="R692f7a073d1642b1" /><Relationship Type="http://schemas.openxmlformats.org/officeDocument/2006/relationships/slideLayout" Target="/ppt/slideLayouts/slideLayout2.xml" Id="R54f05894824e4260" /><Relationship Type="http://schemas.openxmlformats.org/officeDocument/2006/relationships/slideLayout" Target="/ppt/slideLayouts/slideLayout3.xml" Id="R2023c607a4b94e65" /><Relationship Type="http://schemas.openxmlformats.org/officeDocument/2006/relationships/slideLayout" Target="/ppt/slideLayouts/slideLayout4.xml" Id="R468d83f821c343f3" /><Relationship Type="http://schemas.openxmlformats.org/officeDocument/2006/relationships/slideLayout" Target="/ppt/slideLayouts/slideLayout5.xml" Id="R886454addc3c44a6" /><Relationship Type="http://schemas.openxmlformats.org/officeDocument/2006/relationships/slideLayout" Target="/ppt/slideLayouts/slideLayout6.xml" Id="R72ba9824d49f4bc6" /><Relationship Type="http://schemas.openxmlformats.org/officeDocument/2006/relationships/slideLayout" Target="/ppt/slideLayouts/slideLayout7.xml" Id="R2daa311a9fc24b12" /><Relationship Type="http://schemas.openxmlformats.org/officeDocument/2006/relationships/slideLayout" Target="/ppt/slideLayouts/slideLayout8.xml" Id="R85496171c7744493" /><Relationship Type="http://schemas.openxmlformats.org/officeDocument/2006/relationships/slideLayout" Target="/ppt/slideLayouts/slideLayout9.xml" Id="R01cbd6832661430c" /><Relationship Type="http://schemas.openxmlformats.org/officeDocument/2006/relationships/slideLayout" Target="/ppt/slideLayouts/slideLayout10.xml" Id="R2c57f0beec544a4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73f951f6a544b16" /><Relationship Type="http://schemas.openxmlformats.org/officeDocument/2006/relationships/slideLayout" Target="/ppt/slideLayouts/slideLayout11.xml" Id="Rd99960acf10a4732" /><Relationship Type="http://schemas.openxmlformats.org/officeDocument/2006/relationships/slideLayout" Target="/ppt/slideLayouts/slideLayout12.xml" Id="R636d96116bc64b0a" /><Relationship Type="http://schemas.openxmlformats.org/officeDocument/2006/relationships/slideLayout" Target="/ppt/slideLayouts/slideLayout13.xml" Id="R4703508bd96745ee" /><Relationship Type="http://schemas.openxmlformats.org/officeDocument/2006/relationships/slideLayout" Target="/ppt/slideLayouts/slideLayout14.xml" Id="Rbc4e88aa76944d51" /><Relationship Type="http://schemas.openxmlformats.org/officeDocument/2006/relationships/slideLayout" Target="/ppt/slideLayouts/slideLayout15.xml" Id="R9c13d135bdcb4c71" /><Relationship Type="http://schemas.openxmlformats.org/officeDocument/2006/relationships/slideLayout" Target="/ppt/slideLayouts/slideLayout16.xml" Id="Ra7b4d44f18494f32" /><Relationship Type="http://schemas.openxmlformats.org/officeDocument/2006/relationships/slideLayout" Target="/ppt/slideLayouts/slideLayout17.xml" Id="R1f2c623ca64147e7" /><Relationship Type="http://schemas.openxmlformats.org/officeDocument/2006/relationships/slideLayout" Target="/ppt/slideLayouts/slideLayout18.xml" Id="R58536f1cfffa4385" /><Relationship Type="http://schemas.openxmlformats.org/officeDocument/2006/relationships/slideLayout" Target="/ppt/slideLayouts/slideLayout19.xml" Id="R213f5e81b77e47b4" /><Relationship Type="http://schemas.openxmlformats.org/officeDocument/2006/relationships/slideLayout" Target="/ppt/slideLayouts/slideLayout20.xml" Id="R1c74aaef0c394719" /><Relationship Type="http://schemas.openxmlformats.org/officeDocument/2006/relationships/slideLayout" Target="/ppt/slideLayouts/slideLayout21.xml" Id="Rcf2b3956db4c433c" /><Relationship Type="http://schemas.openxmlformats.org/officeDocument/2006/relationships/slideLayout" Target="/ppt/slideLayouts/slideLayout22.xml" Id="R63748622cc26409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9B0EEEF-BD75-40BE-9E4E-A23899470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83BDF49-EAC7-4C45-BECA-E533C88F54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A038BBC-A07F-4783-B5F1-7594666B530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745B67B-08D7-4D08-A4E2-5DFE4412FBD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9CB8D4C-3A26-4045-9424-7CBB47AA95E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2f7a073d1642b1"/>
    <p:sldLayoutId xmlns:r="http://schemas.openxmlformats.org/officeDocument/2006/relationships" id="2147483650" r:id="R54f05894824e4260"/>
    <p:sldLayoutId xmlns:r="http://schemas.openxmlformats.org/officeDocument/2006/relationships" id="2147483651" r:id="R2023c607a4b94e65"/>
    <p:sldLayoutId xmlns:r="http://schemas.openxmlformats.org/officeDocument/2006/relationships" id="2147483652" r:id="R468d83f821c343f3"/>
    <p:sldLayoutId xmlns:r="http://schemas.openxmlformats.org/officeDocument/2006/relationships" id="2147483653" r:id="R886454addc3c44a6"/>
    <p:sldLayoutId xmlns:r="http://schemas.openxmlformats.org/officeDocument/2006/relationships" id="2147483654" r:id="R72ba9824d49f4bc6"/>
    <p:sldLayoutId xmlns:r="http://schemas.openxmlformats.org/officeDocument/2006/relationships" id="2147483655" r:id="R2daa311a9fc24b12"/>
    <p:sldLayoutId xmlns:r="http://schemas.openxmlformats.org/officeDocument/2006/relationships" id="2147483656" r:id="R85496171c7744493"/>
    <p:sldLayoutId xmlns:r="http://schemas.openxmlformats.org/officeDocument/2006/relationships" id="2147483657" r:id="R01cbd6832661430c"/>
    <p:sldLayoutId xmlns:r="http://schemas.openxmlformats.org/officeDocument/2006/relationships" id="2147483658" r:id="R2c57f0beec544a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FCECC24-C4CE-4B3F-AD18-54940489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0FAEE955-1E24-45B3-B8FB-2EF167D0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2267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7369C1F1-A529-4E16-94F7-B6C40F92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390" y="47840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CC5CFD82-5BB2-45D4-8DA0-D31FCCEC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1363345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02298795-B23F-428E-B5C6-4A688E2F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04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39E59CEE-C7F4-4086-AB56-97BB4AB3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165" y="14903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3919D5C3-E85E-45D7-964E-C2566988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645" y="187388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49FC0A3C-9D2C-4E06-9ACB-2074D533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95" y="200469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D5E9A757-A530-4898-85AB-AF85C63C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17284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ECA3F3B0-9AE8-4EB0-9123-0E39AE33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20396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691230CB-3D44-4C89-9C56-DD40564E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2084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B3DA5A0A-FCB7-4DF6-9F8C-777831B8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28460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0072DF86-DC62-4049-A035-BB98EEAF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95" y="16059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23740CE9-18A3-490F-8200-75DDB5D8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72974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03167417-1DD7-4F90-9047-83E91676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425" y="2143125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5464F10B-AA3F-448E-AD84-673EC4D1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90" y="228219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4C55333E-AFE9-46FD-A7B2-D102EA84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20620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EDA0C335-E8FB-4C4F-951A-0C1A8CC5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635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8E406EAC-118D-4583-8047-09351E40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95" y="269049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6C26BC74-5334-4021-82BA-843D7E27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335" y="282003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D1048BD9-56FD-4D5E-ABE8-0281CD31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94068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22953B4F-07F3-4855-AC48-ED15600F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85" y="3067685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2EEA818E-54B4-431F-8BFF-8E1971C5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85" y="318198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FA29ECBC-8590-4F4F-872E-12D9C8B2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330" y="328803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35D40583-AFFA-4AA2-9174-FBFDA5A9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598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A50A4A92-2440-45DA-83A7-4A0D3EBA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20" y="351282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E642DB04-7A6B-40DC-BF82-944FED97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73062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12B02F36-68C1-4541-993E-299A87C4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8354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AA510B48-2DA5-4CD7-9EE3-4916BA15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030" y="4570730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4060D4CF-F434-45FA-B645-12F12DE2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505" y="468820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A109DE76-2497-4737-B16A-34FEAFBE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657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D25A52FA-0921-4158-84B9-19414AB7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445516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7752DDE8-C90B-44CB-B7A6-D05AA522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414464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0AE4EC1E-46E9-4E98-B9E5-280311F0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24751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8DB28C8E-FCFB-4FE1-9294-8B832027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45" y="394144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9371E121-2BAA-492C-A5CD-1A9AEAAD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45" y="40430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83BD54E6-6322-4A1C-9890-1FE7E269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489966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97817DD7-0AB0-4B82-928C-5B55EEA1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0" y="1891430"/>
            <a:ext cx="1489360" cy="3075142"/>
          </a:xfrm>
          <a:custGeom xmlns:a="http://schemas.openxmlformats.org/drawingml/2006/main">
            <a:rect l="l" t="t" r="r" b="b"/>
            <a:pathLst>
              <a:path w="1489360" h="3075142">
                <a:moveTo>
                  <a:pt x="1489360" y="0"/>
                </a:moveTo>
                <a:lnTo>
                  <a:pt x="1489360" y="3075142"/>
                </a:lnTo>
                <a:lnTo>
                  <a:pt x="1382665" y="3069755"/>
                </a:lnTo>
                <a:cubicBezTo>
                  <a:pt x="606043" y="2990884"/>
                  <a:pt x="0" y="2335002"/>
                  <a:pt x="0" y="1537571"/>
                </a:cubicBezTo>
                <a:cubicBezTo>
                  <a:pt x="0" y="740140"/>
                  <a:pt x="606043" y="84258"/>
                  <a:pt x="1382665" y="538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EE9C217A-FE37-4A36-BB4F-FCCEAFB1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alpha val="90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5D232BD-634E-4906-909C-B9872F7AF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D91B6D1-66E8-4FDC-92B3-A2BABDC09F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8DF860B-2AE3-440C-81B7-6DFFA78E32D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719393-D3D8-48A5-9D02-C8242D78203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194DED5-93A8-4E6C-BD4F-99E695C332E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DF857975-FF92-4D28-BE2C-141FDF44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d99960acf10a4732"/>
    <p:sldLayoutId xmlns:r="http://schemas.openxmlformats.org/officeDocument/2006/relationships" id="2147483661" r:id="R636d96116bc64b0a"/>
    <p:sldLayoutId xmlns:r="http://schemas.openxmlformats.org/officeDocument/2006/relationships" id="2147483662" r:id="R4703508bd96745ee"/>
    <p:sldLayoutId xmlns:r="http://schemas.openxmlformats.org/officeDocument/2006/relationships" id="2147483663" r:id="Rbc4e88aa76944d51"/>
    <p:sldLayoutId xmlns:r="http://schemas.openxmlformats.org/officeDocument/2006/relationships" id="2147483664" r:id="R9c13d135bdcb4c71"/>
    <p:sldLayoutId xmlns:r="http://schemas.openxmlformats.org/officeDocument/2006/relationships" id="2147483665" r:id="Ra7b4d44f18494f32"/>
    <p:sldLayoutId xmlns:r="http://schemas.openxmlformats.org/officeDocument/2006/relationships" id="2147483666" r:id="R1f2c623ca64147e7"/>
    <p:sldLayoutId xmlns:r="http://schemas.openxmlformats.org/officeDocument/2006/relationships" id="2147483667" r:id="R58536f1cfffa4385"/>
    <p:sldLayoutId xmlns:r="http://schemas.openxmlformats.org/officeDocument/2006/relationships" id="2147483668" r:id="R213f5e81b77e47b4"/>
    <p:sldLayoutId xmlns:r="http://schemas.openxmlformats.org/officeDocument/2006/relationships" id="2147483669" r:id="R1c74aaef0c394719"/>
    <p:sldLayoutId xmlns:r="http://schemas.openxmlformats.org/officeDocument/2006/relationships" id="2147483670" r:id="Rcf2b3956db4c433c"/>
    <p:sldLayoutId xmlns:r="http://schemas.openxmlformats.org/officeDocument/2006/relationships" id="2147483671" r:id="R63748622cc264092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200" b="1">
          <a:solidFill>
            <a:schemeClr val="tx1">
              <a:lumMod val="75000"/>
              <a:lumOff val="2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3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>
        <a:lnSpc>
          <a:spcPct val="130000"/>
        </a:lnSpc>
        <a:spcBef>
          <a:spcPts val="0"/>
        </a:spcBef>
        <a:buChar char="•"/>
        <a:defRPr sz="20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>
        <a:lnSpc>
          <a:spcPct val="130000"/>
        </a:lnSpc>
        <a:spcBef>
          <a:spcPts val="0"/>
        </a:spcBef>
        <a:buChar char="•"/>
        <a:defRPr sz="18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>
        <a:lnSpc>
          <a:spcPct val="130000"/>
        </a:lnSpc>
        <a:spcBef>
          <a:spcPts val="0"/>
        </a:spcBef>
        <a:buChar char="•"/>
        <a:defRPr sz="16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>
        <a:lnSpc>
          <a:spcPct val="130000"/>
        </a:lnSpc>
        <a:spcBef>
          <a:spcPts val="0"/>
        </a:spcBef>
        <a:buChar char="•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极简抽象圆线职场办公">
  <a:themeElements>
    <a:clrScheme name="yuanqqqqqqq">
      <a:dk1>
        <a:srgbClr val="000000"/>
      </a:dk1>
      <a:lt1>
        <a:srgbClr val="FFFFFF"/>
      </a:lt1>
      <a:dk2>
        <a:srgbClr val="332825"/>
      </a:dk2>
      <a:lt2>
        <a:srgbClr val="FEFCF7"/>
      </a:lt2>
      <a:accent1>
        <a:srgbClr val="8D624F"/>
      </a:accent1>
      <a:accent2>
        <a:srgbClr val="A65936"/>
      </a:accent2>
      <a:accent3>
        <a:srgbClr val="924A5F"/>
      </a:accent3>
      <a:accent4>
        <a:srgbClr val="964650"/>
      </a:accent4>
      <a:accent5>
        <a:srgbClr val="726D5A"/>
      </a:accent5>
      <a:accent6>
        <a:srgbClr val="988F6C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yuanqqqqqqq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75559699ca24fa0" /><Relationship Type="http://schemas.openxmlformats.org/officeDocument/2006/relationships/image" Target="/ppt/media/image.png" Id="Rbb1cfe0e53d5427c" /><Relationship Type="http://schemas.openxmlformats.org/officeDocument/2006/relationships/image" Target="/ppt/media/image.svg" Id="Rc80ad9724b6045d9" /><Relationship Type="http://schemas.openxmlformats.org/officeDocument/2006/relationships/image" Target="/ppt/media/image2.png" Id="R0f0a88ac461243ff" /><Relationship Type="http://schemas.openxmlformats.org/officeDocument/2006/relationships/image" Target="/ppt/media/image2.svg" Id="Re9acb088695e4725" /><Relationship Type="http://schemas.openxmlformats.org/officeDocument/2006/relationships/image" Target="/ppt/media/image3.png" Id="R4157a2af1bcf437f" /><Relationship Type="http://schemas.openxmlformats.org/officeDocument/2006/relationships/image" Target="/ppt/media/image3.svg" Id="Rdd11d50e7e984e79" /><Relationship Type="http://schemas.openxmlformats.org/officeDocument/2006/relationships/image" Target="/ppt/media/image4.png" Id="R3f6586585bc14768" /><Relationship Type="http://schemas.openxmlformats.org/officeDocument/2006/relationships/image" Target="/ppt/media/image4.svg" Id="R654e0f9d45204c6a" /><Relationship Type="http://schemas.openxmlformats.org/officeDocument/2006/relationships/notesSlide" Target="/ppt/notesSlides/notesSlide1.xml" Id="Rbd3cc0f086e94f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15b1eafc17f4da6" /><Relationship Type="http://schemas.openxmlformats.org/officeDocument/2006/relationships/image" Target="/ppt/media/image.jpeg" Id="Rd942a427003c4b5d" /><Relationship Type="http://schemas.openxmlformats.org/officeDocument/2006/relationships/image" Target="/ppt/media/image2.jpeg" Id="R115503de9442400a" /><Relationship Type="http://schemas.openxmlformats.org/officeDocument/2006/relationships/notesSlide" Target="/ppt/notesSlides/notesSlide2.xml" Id="Rbce1075fe7f848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cae4549137d461f" /><Relationship Type="http://schemas.openxmlformats.org/officeDocument/2006/relationships/image" Target="/ppt/media/image5.png" Id="Rd9a0aff214dd42e2" /><Relationship Type="http://schemas.openxmlformats.org/officeDocument/2006/relationships/image" Target="/ppt/media/image5.svg" Id="R2a1949ed8184480d" /><Relationship Type="http://schemas.openxmlformats.org/officeDocument/2006/relationships/image" Target="/ppt/media/image6.png" Id="R777c3ecd7abb4d45" /><Relationship Type="http://schemas.openxmlformats.org/officeDocument/2006/relationships/image" Target="/ppt/media/image6.svg" Id="R708d22e2303e42f8" /><Relationship Type="http://schemas.openxmlformats.org/officeDocument/2006/relationships/image" Target="/ppt/media/image.png" Id="Ra5fbe70030954f0a" /><Relationship Type="http://schemas.openxmlformats.org/officeDocument/2006/relationships/image" Target="/ppt/media/image.svg" Id="R13132a7c4ef34d73" /><Relationship Type="http://schemas.openxmlformats.org/officeDocument/2006/relationships/image" Target="/ppt/media/image7.png" Id="Rdd4dbb2190ce4408" /><Relationship Type="http://schemas.openxmlformats.org/officeDocument/2006/relationships/notesSlide" Target="/ppt/notesSlides/notesSlide3.xml" Id="Re110a5c1a11446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072079f6efc4238" /><Relationship Type="http://schemas.openxmlformats.org/officeDocument/2006/relationships/image" Target="/ppt/media/image3.jpeg" Id="R2e3c4e5c51ad4ed8" /><Relationship Type="http://schemas.openxmlformats.org/officeDocument/2006/relationships/image" Target="/ppt/media/image8.png" Id="R958e52d285a94eac" /><Relationship Type="http://schemas.openxmlformats.org/officeDocument/2006/relationships/image" Target="/ppt/media/image9.png" Id="Rb39bba0c4a84486b" /><Relationship Type="http://schemas.openxmlformats.org/officeDocument/2006/relationships/image" Target="/ppt/media/image7.svg" Id="R5dea61886df34f60" /><Relationship Type="http://schemas.openxmlformats.org/officeDocument/2006/relationships/image" Target="/ppt/media/image10.png" Id="R33a197deea584a5d" /><Relationship Type="http://schemas.openxmlformats.org/officeDocument/2006/relationships/image" Target="/ppt/media/image8.svg" Id="R8d55660ed2154a77" /><Relationship Type="http://schemas.openxmlformats.org/officeDocument/2006/relationships/image" Target="/ppt/media/image11.png" Id="R5a4b0d1f3244479e" /><Relationship Type="http://schemas.openxmlformats.org/officeDocument/2006/relationships/image" Target="/ppt/media/image9.svg" Id="R4e8e9ea2e806414a" /><Relationship Type="http://schemas.openxmlformats.org/officeDocument/2006/relationships/image" Target="/ppt/media/image12.png" Id="Rfd7a319346df46cc" /><Relationship Type="http://schemas.openxmlformats.org/officeDocument/2006/relationships/image" Target="/ppt/media/image10.svg" Id="Rcbfcbb620df24234" /><Relationship Type="http://schemas.openxmlformats.org/officeDocument/2006/relationships/notesSlide" Target="/ppt/notesSlides/notesSlide4.xml" Id="R36bb9f09bc1d4a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5b31d80640554196" /><Relationship Type="http://schemas.openxmlformats.org/officeDocument/2006/relationships/image" Target="/ppt/media/image13.png" Id="Raafee667c14e4e6b" /><Relationship Type="http://schemas.openxmlformats.org/officeDocument/2006/relationships/image" Target="/ppt/media/image11.svg" Id="R2b6b0104c2f84221" /><Relationship Type="http://schemas.openxmlformats.org/officeDocument/2006/relationships/image" Target="/ppt/media/image2.png" Id="Rd86e6d7a776f4ef8" /><Relationship Type="http://schemas.openxmlformats.org/officeDocument/2006/relationships/image" Target="/ppt/media/image2.svg" Id="R69c61379c0b44823" /><Relationship Type="http://schemas.openxmlformats.org/officeDocument/2006/relationships/notesSlide" Target="/ppt/notesSlides/notesSlide5.xml" Id="Re32d8c00d8b643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b5f354cea464e30" /><Relationship Type="http://schemas.openxmlformats.org/officeDocument/2006/relationships/image" Target="/ppt/media/image3.jpeg" Id="Ra250a8f51f3a4b1e" /><Relationship Type="http://schemas.openxmlformats.org/officeDocument/2006/relationships/image" Target="/ppt/media/image8.png" Id="R97c95ad08f254de4" /><Relationship Type="http://schemas.openxmlformats.org/officeDocument/2006/relationships/image" Target="/ppt/media/image9.png" Id="Rb57174fe677e42e0" /><Relationship Type="http://schemas.openxmlformats.org/officeDocument/2006/relationships/image" Target="/ppt/media/image7.svg" Id="R8187a6ec030d493e" /><Relationship Type="http://schemas.openxmlformats.org/officeDocument/2006/relationships/image" Target="/ppt/media/image10.png" Id="R3f7dcbeb9874445d" /><Relationship Type="http://schemas.openxmlformats.org/officeDocument/2006/relationships/image" Target="/ppt/media/image8.svg" Id="R7e2a3a2eb2da4dbc" /><Relationship Type="http://schemas.openxmlformats.org/officeDocument/2006/relationships/image" Target="/ppt/media/image11.png" Id="Rf456250d74bd4eb7" /><Relationship Type="http://schemas.openxmlformats.org/officeDocument/2006/relationships/image" Target="/ppt/media/image9.svg" Id="R24b4ddfd3c074d54" /><Relationship Type="http://schemas.openxmlformats.org/officeDocument/2006/relationships/image" Target="/ppt/media/image12.png" Id="R1d8f105d78f94034" /><Relationship Type="http://schemas.openxmlformats.org/officeDocument/2006/relationships/image" Target="/ppt/media/image10.svg" Id="R8798706ea011498c" /><Relationship Type="http://schemas.openxmlformats.org/officeDocument/2006/relationships/notesSlide" Target="/ppt/notesSlides/notesSlide6.xml" Id="Rab0bbd300e484e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95ef2865830e4bef" /><Relationship Type="http://schemas.openxmlformats.org/officeDocument/2006/relationships/image" Target="/ppt/media/image5.png" Id="R371c8a74851942e1" /><Relationship Type="http://schemas.openxmlformats.org/officeDocument/2006/relationships/image" Target="/ppt/media/image5.svg" Id="R24d17ace0a784135" /><Relationship Type="http://schemas.openxmlformats.org/officeDocument/2006/relationships/image" Target="/ppt/media/image6.png" Id="R8d4f2298e6494a5b" /><Relationship Type="http://schemas.openxmlformats.org/officeDocument/2006/relationships/image" Target="/ppt/media/image6.svg" Id="R1a5684bc006541df" /><Relationship Type="http://schemas.openxmlformats.org/officeDocument/2006/relationships/image" Target="/ppt/media/image.png" Id="Rd89db20ada134292" /><Relationship Type="http://schemas.openxmlformats.org/officeDocument/2006/relationships/image" Target="/ppt/media/image.svg" Id="Rc254a573c1ed48be" /><Relationship Type="http://schemas.openxmlformats.org/officeDocument/2006/relationships/image" Target="/ppt/media/image7.png" Id="R7b48195e89dd4112" /><Relationship Type="http://schemas.openxmlformats.org/officeDocument/2006/relationships/notesSlide" Target="/ppt/notesSlides/notesSlide7.xml" Id="R4364ac9d90aa46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70e541a33d04683" /><Relationship Type="http://schemas.openxmlformats.org/officeDocument/2006/relationships/image" Target="/ppt/media/image5.png" Id="R3ece409222d04731" /><Relationship Type="http://schemas.openxmlformats.org/officeDocument/2006/relationships/image" Target="/ppt/media/image5.svg" Id="R02dc583fe7524fa5" /><Relationship Type="http://schemas.openxmlformats.org/officeDocument/2006/relationships/image" Target="/ppt/media/image6.png" Id="R319f493f3a104db3" /><Relationship Type="http://schemas.openxmlformats.org/officeDocument/2006/relationships/image" Target="/ppt/media/image6.svg" Id="R291222f3af9843c7" /><Relationship Type="http://schemas.openxmlformats.org/officeDocument/2006/relationships/image" Target="/ppt/media/image.png" Id="R58d1149a20214ad1" /><Relationship Type="http://schemas.openxmlformats.org/officeDocument/2006/relationships/image" Target="/ppt/media/image.svg" Id="R85ad94e07e914b74" /><Relationship Type="http://schemas.openxmlformats.org/officeDocument/2006/relationships/image" Target="/ppt/media/image7.png" Id="R9b7d109be5a74f2c" /><Relationship Type="http://schemas.openxmlformats.org/officeDocument/2006/relationships/notesSlide" Target="/ppt/notesSlides/notesSlide8.xml" Id="R342d3788c39e40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934a0fe261164b73" /><Relationship Type="http://schemas.openxmlformats.org/officeDocument/2006/relationships/image" Target="/ppt/media/image.jpeg" Id="Rdc4a93ca595a44af" /><Relationship Type="http://schemas.openxmlformats.org/officeDocument/2006/relationships/image" Target="/ppt/media/image2.jpeg" Id="R4177518901aa4bee" /><Relationship Type="http://schemas.openxmlformats.org/officeDocument/2006/relationships/notesSlide" Target="/ppt/notesSlides/notesSlide9.xml" Id="R90a2b0b1bd064e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ac863ccd7a44daf" /><Relationship Type="http://schemas.openxmlformats.org/officeDocument/2006/relationships/image" Target="/ppt/media/image.png" Id="Ra51397eb07b14e7d" /><Relationship Type="http://schemas.openxmlformats.org/officeDocument/2006/relationships/image" Target="/ppt/media/image.svg" Id="Re9196a79dc6a4d09" /><Relationship Type="http://schemas.openxmlformats.org/officeDocument/2006/relationships/image" Target="/ppt/media/image2.png" Id="R40dbc54a7dfb4633" /><Relationship Type="http://schemas.openxmlformats.org/officeDocument/2006/relationships/image" Target="/ppt/media/image2.svg" Id="Reee31f75ca0f4d9d" /><Relationship Type="http://schemas.openxmlformats.org/officeDocument/2006/relationships/image" Target="/ppt/media/image3.png" Id="R40fb5293e0384ae8" /><Relationship Type="http://schemas.openxmlformats.org/officeDocument/2006/relationships/image" Target="/ppt/media/image3.svg" Id="R462e66ce885041b8" /><Relationship Type="http://schemas.openxmlformats.org/officeDocument/2006/relationships/image" Target="/ppt/media/image4.png" Id="R7cd27122bcd545aa" /><Relationship Type="http://schemas.openxmlformats.org/officeDocument/2006/relationships/image" Target="/ppt/media/image4.svg" Id="R8217e3e09b8749c7" /><Relationship Type="http://schemas.openxmlformats.org/officeDocument/2006/relationships/notesSlide" Target="/ppt/notesSlides/notesSlide10.xml" Id="Rcaa0727127f54b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96CEE42-332E-4E40-AC68-F84607CD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ED29B9F-ED51-4884-B3BA-71D24451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AAE431B-913E-4C12-BA57-18D0112A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VIP 先生 家庭定制方案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D8E3A0C3-F6F5-4565-A098-C5382C6D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F0D7953-F832-4207-B777-0175B0EB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44B42BA-89C4-4D4A-A74D-67167F0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847F50CD-D6C8-418E-86AE-07DE4E8D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057D38F-49B5-4F7E-8303-6A774015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1768737-04B9-475C-864A-9881CD38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2E37B522-FCFB-435B-84B6-24AC64E9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57E2497-1C7F-41F9-A242-79003C35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1799013-37FB-485E-8ED2-FCBF321D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E60A757-2C90-4989-B900-56361EC2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ACB490E3-7D5C-4EA4-9864-B794084E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cfe0e53d5427c">
            <a:extLst>
              <a:ext uri="{96DAC541-7B7A-43D3-8B79-37D633B846F1}">
                <asvg:svgBlip xmlns:asvg="http://schemas.microsoft.com/office/drawing/2016/SVG/main" r:embed="Rc80ad9724b6045d9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3FFE92C-3B7F-4C44-96D6-A00F430B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FBCBA2DA-FFF2-4B72-BD81-737995E8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周大福人寿 · 「匠·传承」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69A26CF8-6ECC-4C1B-8C7E-002DACEC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71018F88-D10B-49C2-913F-D72046A0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a88ac461243ff">
            <a:extLst>
              <a:ext uri="{96DAC541-7B7A-43D3-8B79-37D633B846F1}">
                <asvg:svgBlip xmlns:asvg="http://schemas.microsoft.com/office/drawing/2016/SVG/main" r:embed="Re9acb088695e4725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437C29FB-33F2-4B4D-81E5-D3ED13B7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511B8BF9-592C-4D24-82C1-12506FB2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8FA1A2C4-4B43-42BB-BF84-7E885FC7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CC24EAFB-1C19-4BAA-84BA-3AF50E3C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7a2af1bcf437f">
            <a:extLst>
              <a:ext uri="{96DAC541-7B7A-43D3-8B79-37D633B846F1}">
                <asvg:svgBlip xmlns:asvg="http://schemas.microsoft.com/office/drawing/2016/SVG/main" r:embed="Rdd11d50e7e984e79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114CCE84-7C80-4A07-B458-5E1C5A88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6692355-1897-44E4-9745-D1AA636E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C42F74E9-5FE4-4E6A-A3C0-1A9AA800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F37A3843-AC86-4924-B645-016A4497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586585bc14768">
            <a:extLst>
              <a:ext uri="{96DAC541-7B7A-43D3-8B79-37D633B846F1}">
                <asvg:svgBlip xmlns:asvg="http://schemas.microsoft.com/office/drawing/2016/SVG/main" r:embed="R654e0f9d45204c6a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79BC2589-89CD-4F76-9BD8-CC3EC463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B02DD37-2E74-444A-B896-69CEA87B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2026-06-07</a:t>
            </a:r>
          </a:p>
        </p:txBody>
      </p:sp>
    </p:spTree>
    <p:extLst>
      <p:ext uri="{BB962C8B-B14F-4D97-AF65-F5344CB8AC3E}">
        <p14:creationId xmlns:p14="http://schemas.microsoft.com/office/powerpoint/2010/main" val="124403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DA5C68CA-A1B4-40FD-BC59-D3F2A3D8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FD8FF529-2E29-4423-B610-8B807B3E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A86DED9-312F-40EF-959B-E8A47AB8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周大福人寿公司介绍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CAFE6FBD-E000-4303-B4EF-A00AFE45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DA875B5F-B672-471A-89DD-C077140F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2AF42B86-F6BD-4DCF-96CC-3C01967F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669019D7-D2CD-4C39-AD76-13DBDA2B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0E4572C-73A8-425E-80B3-9667A156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E7CEFDD-A553-4898-B99F-B301D9EE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C35FE9C-8D39-4FBC-8014-D8D7F5B3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233EE1FD-6C10-4E1E-AE93-6156E7D0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32883D3-0B70-4DE6-8892-E38DE131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66B7E29D-015B-414E-8FF6-9C5AD379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7F43B45-5EFF-4732-808E-C044F440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F02BA66-3679-49F7-8FFA-64BBDB79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6D05F2AA-028C-4B96-B520-159FE6E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21218970-6273-480E-A755-6F1F2626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F73E63A-7432-478E-AF1B-C29049BE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13AF669D-3476-4014-A094-62AB66C6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CE93591-9C00-4D66-9276-D3C9C254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2D67306F-6027-451F-BA1A-84260EDA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14131A7D-A76F-45E9-9A12-7BBEB29B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7D4E972F-6674-4910-9EC7-458501A1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108D7F7-0DB4-4E68-A0CF-0CE5A120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AA4C54BE-659D-4086-B3C9-BD7B5EC8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1A9505E-A666-404E-A85A-CC535546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04229259-4FC9-41E3-8730-E61F8C70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07EF7196-991C-4B3C-AB57-650957C4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5123132B-29E3-4210-8609-61AF61FE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7D22DDBB-E922-4B19-9AF0-30FE267B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2a427003c4b5d"/>
          <a:srcRect xmlns:a="http://schemas.openxmlformats.org/drawingml/2006/main" l="13270" t="0" r="13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4A71FDCC-8C75-45FB-B837-0689793F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ED8BC7C1-8A0F-43F2-AAF1-78D295AA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公司资料来自内部知识库（公开口径）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3722700F-637C-4EEE-AF94-D42AC457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8CC831A7-1863-4A32-A578-C7658F58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503de9442400a"/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27BEEE99-5ABE-4EB7-AF5A-813E3A74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77A4276D-FE5A-4BA2-B257-06F2882F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以长期偿付与资产实力为核心筛选依据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4B861468-A1F0-4797-8E8B-9906334D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FEA4AE37-D058-466C-8E52-02ACBD3C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503de9442400a"/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A4855FF9-1D59-4AD1-A80E-3DAF3ED7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BEA768D6-35F4-468B-BF37-B2FB76FE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本页用于销售沟通，正式数值与官方计划书分层呈现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F4F81853-D8AC-4280-8AAF-06B3383F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BEE30EAD-F0CE-475B-BDC9-4FC1EE6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503de9442400a"/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294A6FEF-0E6D-4E39-94FA-C07E3F25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9848ED07-0258-4F1D-835F-B8C21E86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19511031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1D8F3BC-535C-439E-A04A-617468BE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4615375-459A-444C-991F-4BB25DFE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EB3E759-3688-400D-84E3-7C5B3DD3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产品亮点概览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081C604-59FB-4EC7-82F7-84EB79A9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E4AF44DA-2D27-488A-8DAA-1F06B18F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0aff214dd42e2">
            <a:extLst>
              <a:ext uri="{96DAC541-7B7A-43D3-8B79-37D633B846F1}">
                <asvg:svgBlip xmlns:asvg="http://schemas.microsoft.com/office/drawing/2016/SVG/main" r:embed="R2a1949ed8184480d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508A2AB4-0DFA-4D33-9274-B25071E4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CEED354E-405D-4B1F-9698-98C62714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C5BC9332-3F0B-4830-873F-02639334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DBCB49ED-B300-4BE3-BB4E-3037D43D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长期价值来源于保证底盘 + 非保证增值，图表用于结构化解释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DA31730-BAAF-44A2-A8FE-98923179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CF93C241-FB9E-49F2-B979-92F19445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1E61ABEA-C826-404E-B708-D410BB6E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56C44A58-552E-4E9C-BF2C-5958CA18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A7597CB-8E5A-43E4-A845-909406BC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5C25D579-F9DE-41FF-B0F5-E99E0309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c3ecd7abb4d45">
            <a:extLst>
              <a:ext uri="{96DAC541-7B7A-43D3-8B79-37D633B846F1}">
                <asvg:svgBlip xmlns:asvg="http://schemas.microsoft.com/office/drawing/2016/SVG/main" r:embed="R708d22e2303e42f8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914EE22-77AE-4314-A030-E3F5C0A6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总缴保费约 US$500,000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AA2A19C-DA05-4C20-8684-C933E082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BB4A92F-C880-4F3E-BA15-13F2B0B2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be70030954f0a">
            <a:extLst>
              <a:ext uri="{96DAC541-7B7A-43D3-8B79-37D633B846F1}">
                <asvg:svgBlip xmlns:asvg="http://schemas.microsoft.com/office/drawing/2016/SVG/main" r:embed="R13132a7c4ef34d73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522D774D-30E7-4C07-8B17-6CC874FE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897DCEE-1BA3-4C7B-A225-C7B1DE4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不提领：20年约 2.73 倍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35B8AFA9-A6E3-47B5-9025-BE1EE37E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E6B2BB3F-CF12-462F-8049-392B1279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dbb2190ce4408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C6CCBB3-4700-40B4-B63F-FA616317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C74B7D6-FD38-4AF8-8173-2A4F7F7E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不提领：30年约 5.57 倍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CD8CB86D-A88C-4660-9196-E5DEC736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dbb2190ce4408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0CDB9842-29B8-464E-B3DE-28F2A7B2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B75EAA0-A0EE-4CC4-BE65-A412629D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3BF7AC25-7F50-44D8-8852-A1268AC5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dbb2190ce4408"/>
          <a:srcRect xmlns:a="http://schemas.openxmlformats.org/drawingml/2006/main" l="40455" t="0" r="40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F806F1CE-AD26-4A16-8809-25F5A992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81185C88-5F24-4994-9D47-E419348D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6A5D025E-4550-430A-8482-4D7D7B23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dbb2190ce4408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50B8D80-4540-442A-A625-FB699CC7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62D50AB5-6448-4715-8B19-79EF543E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1056326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5E00FCCD-A354-4161-A4D0-6686DEAF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87EBA9A-CE53-4CEF-97F6-AD87A9FD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8321E38-60DD-4532-BF32-CCCBDD50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现金流与风险准备并行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55772D70-EF35-47F3-B97F-DA6C5B14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275E7A7-188D-49B0-A5AC-B4059883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36FD9B92-FBDE-4FA3-BA6C-9F2DA256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c4e5c51ad4ed8"/>
          <a:srcRect xmlns:a="http://schemas.openxmlformats.org/drawingml/2006/main" l="17337" t="0" r="173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A071BB0-D7EB-4135-9723-080D89EA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81EFE65-E0AD-4BEB-90F8-22191E6C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49673213-4D71-4371-8E86-1495271C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90213E4-8BE6-4394-B131-977546DA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D074610A-063B-49B9-8A98-FB932B65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26DBA48D-F287-4CEA-BE81-CFE5D64B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e52d285a94eac"/>
          <a:srcRect xmlns:a="http://schemas.openxmlformats.org/drawingml/2006/main" l="25348" t="0" r="253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3FF8F62-FAF0-4B3E-B12D-B685945E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F433CA5-43FB-4E20-9226-58AC582D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3590F502-4333-45E1-B2AD-0D601BDB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FAADB51B-1A17-4F0B-8590-763F4954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e52d285a94eac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7AE65AC5-5F2F-4857-9233-A21CCC38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3F9390C-FBF3-4084-9791-AACF33B2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6EA7FCCA-C3A0-4371-8EB9-FD69F191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第6年起每年领取 US$35,000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1C3E15FB-9B65-4923-97E7-9A868FD5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第20年累计领取 US$525,006</a:t>
            </a: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e52d285a94eac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77EAD39-2F05-4F1A-B304-3CA338D0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424E8E7B-7C6B-48B2-9C70-A97258D4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CAC71687-EA2D-40ED-B89E-54D1BE0D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第30年累计领取 US$875,016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2779B517-8CF0-439B-A1E7-AC6BA085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第60年累计领取 US$1,925,212</a:t>
            </a: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e52d285a94eac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A5C7BA5E-4D54-4D61-854B-30DD6DFB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1CC609B2-DA19-41FF-A20A-165A8111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C3BB0D39-8E27-47B4-B18D-24344420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900758BE-3B47-4721-8779-00CD22DB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bba0c4a84486b">
            <a:extLst>
              <a:ext uri="{96DAC541-7B7A-43D3-8B79-37D633B846F1}">
                <asvg:svgBlip xmlns:asvg="http://schemas.microsoft.com/office/drawing/2016/SVG/main" r:embed="R5dea61886df34f60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DC1B742-4696-483C-B78B-E19F8BD3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3869B808-1371-45F2-8EA7-9B96549E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3799DAE1-20B0-43B0-9436-56CFFECA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197deea584a5d">
            <a:extLst>
              <a:ext uri="{96DAC541-7B7A-43D3-8B79-37D633B846F1}">
                <asvg:svgBlip xmlns:asvg="http://schemas.microsoft.com/office/drawing/2016/SVG/main" r:embed="R8d55660ed2154a77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16FBC35-5E37-47DF-8F2D-75C32358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68856CCF-C9B7-4B50-995A-F0114E06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b0d1f3244479e">
            <a:extLst>
              <a:ext uri="{96DAC541-7B7A-43D3-8B79-37D633B846F1}">
                <asvg:svgBlip xmlns:asvg="http://schemas.microsoft.com/office/drawing/2016/SVG/main" r:embed="R4e8e9ea2e806414a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6EF4A6DE-FE8B-40C2-A9FF-4E460227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E364646D-48BB-4E76-8801-A390F472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a319346df46cc">
            <a:extLst>
              <a:ext uri="{96DAC541-7B7A-43D3-8B79-37D633B846F1}">
                <asvg:svgBlip xmlns:asvg="http://schemas.microsoft.com/office/drawing/2016/SVG/main" r:embed="Rcbfcbb620df24234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F0671674-BDFC-4B03-9710-31B473D4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13045946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2E5CD1ED-FA02-4D7D-BEEF-405D8DA3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7FDC8CB-70B8-44A5-B8F1-6614CB9B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E62676-78F5-4F6A-B514-ADDF2865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教育金领取路径（横向里程碑）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5D766A96-7A3B-44F1-9ED5-11DF121C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920740" cy="40290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BEB6586-8DD3-4C19-97E3-40590EA1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04925"/>
            <a:ext cx="5530234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现金价值三阶段增长趋势</a:t>
            </a: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ee667c14e4e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718945"/>
            <a:ext cx="5534025" cy="322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</p:pic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A31DBBCC-956D-49B8-97FD-6D277B47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BE51D5-9286-470A-8B3C-05CD1940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20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前期特征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6DFAD13-D874-40A1-9371-77F101D9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97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快速积累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1E723F32-D7E7-4C75-BAAB-281C5EB3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E07940D-4891-4A0B-81BC-0ABBF509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704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中期特征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FD7D3F8-9CE1-44C6-BA8C-13885213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280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复利效应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E6B72288-57B3-4B44-B0BB-53045EFA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45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1973C157-4969-4885-BF38-6B71E4C5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988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后期特征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2A5E94D-ABC7-4BC1-9266-2B9D703D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564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第6年开始领取，每年约 US$35,000；第20年累计约 US$525,006。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E1A8CC1B-ECA2-4755-BCA8-2DE91005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11093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2B33164B-CB15-4D61-8636-5D452B40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654" y="1724292"/>
            <a:ext cx="3657600" cy="4200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确定性收益成为稀缺资源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78CE9777-717F-4262-A9DA-93059AB9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29635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EB2CFE1B-5F17-48B6-8A96-4435E98E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5807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ee667c14e4e6b">
            <a:extLst>
              <a:ext uri="{96DAC541-7B7A-43D3-8B79-37D633B846F1}">
                <asvg:svgBlip xmlns:asvg="http://schemas.microsoft.com/office/drawing/2016/SVG/main" r:embed="R2b6b0104c2f84221"/>
              </a:ext>
            </a:extLst>
          </a:blip>
          <a:srcRect xmlns:a="http://schemas.openxmlformats.org/drawingml/2006/main" l="-5556" t="-2632" r="-5556" b="-26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36950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2593555B-AD55-424C-82DD-DFBA5893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417017"/>
            <a:ext cx="391856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合同约定，不受市场波动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6A6D694F-AA57-4DF6-9D97-A3AC0577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707530"/>
            <a:ext cx="391856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现金价值按合同稳步增长，为客户提供确定的未来收益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8AF90B3F-DCF9-4155-8BBF-6C69A638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48177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DF886F92-1131-4D05-9FD0-A25911B1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4349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e6d7a776f4ef8">
            <a:extLst>
              <a:ext uri="{96DAC541-7B7A-43D3-8B79-37D633B846F1}">
                <asvg:svgBlip xmlns:asvg="http://schemas.microsoft.com/office/drawing/2016/SVG/main" r:embed="R69c61379c0b44823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55492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7D7E231B-BF5F-4EC9-8F77-DA6CB1EB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385492"/>
            <a:ext cx="342907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利率下行环境的安心保障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E0306FB9-A98B-433A-8BDD-8CE1F1A0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676005"/>
            <a:ext cx="36005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第30年累计约 US$875,016，同时保留退保价值。</a:t>
            </a:r>
          </a:p>
        </p:txBody>
      </p:sp>
    </p:spTree>
    <p:extLst>
      <p:ext uri="{BB962C8B-B14F-4D97-AF65-F5344CB8AC3E}">
        <p14:creationId xmlns:p14="http://schemas.microsoft.com/office/powerpoint/2010/main" val="1303017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5E00FCCD-A354-4161-A4D0-6686DEAF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87EBA9A-CE53-4CEF-97F6-AD87A9FD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8321E38-60DD-4532-BF32-CCCBDD50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养老金视角：领取与剩余价值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55772D70-EF35-47F3-B97F-DA6C5B14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275E7A7-188D-49B0-A5AC-B4059883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36FD9B92-FBDE-4FA3-BA6C-9F2DA256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0a8f51f3a4b1e"/>
          <a:srcRect xmlns:a="http://schemas.openxmlformats.org/drawingml/2006/main" l="17337" t="0" r="173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A071BB0-D7EB-4135-9723-080D89EA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81EFE65-E0AD-4BEB-90F8-22191E6C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49673213-4D71-4371-8E86-1495271C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90213E4-8BE6-4394-B131-977546DA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D074610A-063B-49B9-8A98-FB932B65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26DBA48D-F287-4CEA-BE81-CFE5D64B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95ad08f254de4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3FF8F62-FAF0-4B3E-B12D-B685945E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F433CA5-43FB-4E20-9226-58AC582D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3590F502-4333-45E1-B2AD-0D601BDB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FAADB51B-1A17-4F0B-8590-763F4954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95ad08f254de4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7AE65AC5-5F2F-4857-9233-A21CCC38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3F9390C-FBF3-4084-9791-AACF33B2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6EA7FCCA-C3A0-4371-8EB9-FD69F191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第30年累计领取约 US$875,016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1C3E15FB-9B65-4923-97E7-9A868FD5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95ad08f254de4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77EAD39-2F05-4F1A-B304-3CA338D0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424E8E7B-7C6B-48B2-9C70-A97258D4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CAC71687-EA2D-40ED-B89E-54D1BE0D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第60年累计领取约 US$1,925,212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2779B517-8CF0-439B-A1E7-AC6BA085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领取后仍有保单价值，便于兼顾灵活性</a:t>
            </a: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95ad08f254de4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A5C7BA5E-4D54-4D61-854B-30DD6DFB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1CC609B2-DA19-41FF-A20A-165A8111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C3BB0D39-8E27-47B4-B18D-24344420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900758BE-3B47-4721-8779-00CD22DB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174fe677e42e0">
            <a:extLst>
              <a:ext uri="{96DAC541-7B7A-43D3-8B79-37D633B846F1}">
                <asvg:svgBlip xmlns:asvg="http://schemas.microsoft.com/office/drawing/2016/SVG/main" r:embed="R8187a6ec030d493e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DC1B742-4696-483C-B78B-E19F8BD3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3869B808-1371-45F2-8EA7-9B96549E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3799DAE1-20B0-43B0-9436-56CFFECA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dcbeb9874445d">
            <a:extLst>
              <a:ext uri="{96DAC541-7B7A-43D3-8B79-37D633B846F1}">
                <asvg:svgBlip xmlns:asvg="http://schemas.microsoft.com/office/drawing/2016/SVG/main" r:embed="R7e2a3a2eb2da4dbc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16FBC35-5E37-47DF-8F2D-75C32358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68856CCF-C9B7-4B50-995A-F0114E06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6250d74bd4eb7">
            <a:extLst>
              <a:ext uri="{96DAC541-7B7A-43D3-8B79-37D633B846F1}">
                <asvg:svgBlip xmlns:asvg="http://schemas.microsoft.com/office/drawing/2016/SVG/main" r:embed="R24b4ddfd3c074d54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6EF4A6DE-FE8B-40C2-A9FF-4E460227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E364646D-48BB-4E76-8801-A390F472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f105d78f94034">
            <a:extLst>
              <a:ext uri="{96DAC541-7B7A-43D3-8B79-37D633B846F1}">
                <asvg:svgBlip xmlns:asvg="http://schemas.microsoft.com/office/drawing/2016/SVG/main" r:embed="R8798706ea011498c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F0671674-BDFC-4B03-9710-31B473D4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13045946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1D8F3BC-535C-439E-A04A-617468BE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4615375-459A-444C-991F-4BB25DFE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EB3E759-3688-400D-84E3-7C5B3DD3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提领方案数据表（每10年）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081C604-59FB-4EC7-82F7-84EB79A9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E4AF44DA-2D27-488A-8DAA-1F06B18F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c8a74851942e1">
            <a:extLst>
              <a:ext uri="{96DAC541-7B7A-43D3-8B79-37D633B846F1}">
                <asvg:svgBlip xmlns:asvg="http://schemas.microsoft.com/office/drawing/2016/SVG/main" r:embed="R24d17ace0a784135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508A2AB4-0DFA-4D33-9274-B25071E4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CEED354E-405D-4B1F-9698-98C62714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C5BC9332-3F0B-4830-873F-02639334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DBCB49ED-B300-4BE3-BB4E-3037D43D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字段包含：年龄、保单年度、已交总保费、领取金额、累计领取、退保现金价值、单利、复利。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DA31730-BAAF-44A2-A8FE-98923179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CF93C241-FB9E-49F2-B979-92F19445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1E61ABEA-C826-404E-B708-D410BB6E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56C44A58-552E-4E9C-BF2C-5958CA18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A7597CB-8E5A-43E4-A845-909406BC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5C25D579-F9DE-41FF-B0F5-E99E0309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f2298e6494a5b">
            <a:extLst>
              <a:ext uri="{96DAC541-7B7A-43D3-8B79-37D633B846F1}">
                <asvg:svgBlip xmlns:asvg="http://schemas.microsoft.com/office/drawing/2016/SVG/main" r:embed="R1a5684bc006541df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914EE22-77AE-4314-A030-E3F5C0A6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AA2A19C-DA05-4C20-8684-C933E082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BB4A92F-C880-4F3E-BA15-13F2B0B2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db20ada134292">
            <a:extLst>
              <a:ext uri="{96DAC541-7B7A-43D3-8B79-37D633B846F1}">
                <asvg:svgBlip xmlns:asvg="http://schemas.microsoft.com/office/drawing/2016/SVG/main" r:embed="Rc254a573c1ed48be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522D774D-30E7-4C07-8B17-6CC874FE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897DCEE-1BA3-4C7B-A225-C7B1DE4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35B8AFA9-A6E3-47B5-9025-BE1EE37E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E6B2BB3F-CF12-462F-8049-392B1279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8195e89dd4112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C6CCBB3-4700-40B4-B63F-FA616317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C74B7D6-FD38-4AF8-8173-2A4F7F7E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CD8CB86D-A88C-4660-9196-E5DEC736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8195e89dd4112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0CDB9842-29B8-464E-B3DE-28F2A7B2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B75EAA0-A0EE-4CC4-BE65-A412629D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3BF7AC25-7F50-44D8-8852-A1268AC5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8195e89dd4112"/>
          <a:srcRect xmlns:a="http://schemas.openxmlformats.org/drawingml/2006/main" l="40455" t="0" r="40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F806F1CE-AD26-4A16-8809-25F5A992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81185C88-5F24-4994-9D47-E419348D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6A5D025E-4550-430A-8482-4D7D7B23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8195e89dd4112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50B8D80-4540-442A-A625-FB699CC7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62D50AB5-6448-4715-8B19-79EF543E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1056326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1D8F3BC-535C-439E-A04A-617468BE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4615375-459A-444C-991F-4BB25DFE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EB3E759-3688-400D-84E3-7C5B3DD3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不提领方案数据表（每10年）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081C604-59FB-4EC7-82F7-84EB79A9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E4AF44DA-2D27-488A-8DAA-1F06B18F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e409222d04731">
            <a:extLst>
              <a:ext uri="{96DAC541-7B7A-43D3-8B79-37D633B846F1}">
                <asvg:svgBlip xmlns:asvg="http://schemas.microsoft.com/office/drawing/2016/SVG/main" r:embed="R02dc583fe7524fa5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508A2AB4-0DFA-4D33-9274-B25071E4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CEED354E-405D-4B1F-9698-98C62714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C5BC9332-3F0B-4830-873F-02639334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DBCB49ED-B300-4BE3-BB4E-3037D43D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第20年约 2.73 倍，第30年约 5.57 倍。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DA31730-BAAF-44A2-A8FE-98923179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CF93C241-FB9E-49F2-B979-92F19445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1E61ABEA-C826-404E-B708-D410BB6E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56C44A58-552E-4E9C-BF2C-5958CA18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A7597CB-8E5A-43E4-A845-909406BC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5C25D579-F9DE-41FF-B0F5-E99E0309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f493f3a104db3">
            <a:extLst>
              <a:ext uri="{96DAC541-7B7A-43D3-8B79-37D633B846F1}">
                <asvg:svgBlip xmlns:asvg="http://schemas.microsoft.com/office/drawing/2016/SVG/main" r:embed="R291222f3af9843c7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914EE22-77AE-4314-A030-E3F5C0A6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AA2A19C-DA05-4C20-8684-C933E082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BB4A92F-C880-4F3E-BA15-13F2B0B2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1149a20214ad1">
            <a:extLst>
              <a:ext uri="{96DAC541-7B7A-43D3-8B79-37D633B846F1}">
                <asvg:svgBlip xmlns:asvg="http://schemas.microsoft.com/office/drawing/2016/SVG/main" r:embed="R85ad94e07e914b74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522D774D-30E7-4C07-8B17-6CC874FE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897DCEE-1BA3-4C7B-A225-C7B1DE4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35B8AFA9-A6E3-47B5-9025-BE1EE37E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E6B2BB3F-CF12-462F-8049-392B1279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d109be5a74f2c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C6CCBB3-4700-40B4-B63F-FA616317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C74B7D6-FD38-4AF8-8173-2A4F7F7E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CD8CB86D-A88C-4660-9196-E5DEC736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d109be5a74f2c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0CDB9842-29B8-464E-B3DE-28F2A7B2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B75EAA0-A0EE-4CC4-BE65-A412629D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3BF7AC25-7F50-44D8-8852-A1268AC5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d109be5a74f2c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F806F1CE-AD26-4A16-8809-25F5A992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81185C88-5F24-4994-9D47-E419348D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6A5D025E-4550-430A-8482-4D7D7B23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d109be5a74f2c"/>
          <a:srcRect xmlns:a="http://schemas.openxmlformats.org/drawingml/2006/main" l="40455" t="0" r="40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50B8D80-4540-442A-A625-FB699CC7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62D50AB5-6448-4715-8B19-79EF543E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1056326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DA5C68CA-A1B4-40FD-BC59-D3F2A3D8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FD8FF529-2E29-4423-B610-8B807B3E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A86DED9-312F-40EF-959B-E8A47AB8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方案结论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CAFE6FBD-E000-4303-B4EF-A00AFE45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DA875B5F-B672-471A-89DD-C077140F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2AF42B86-F6BD-4DCF-96CC-3C01967F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669019D7-D2CD-4C39-AD76-13DBDA2B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0E4572C-73A8-425E-80B3-9667A156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E7CEFDD-A553-4898-B99F-B301D9EE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C35FE9C-8D39-4FBC-8014-D8D7F5B3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233EE1FD-6C10-4E1E-AE93-6156E7D0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32883D3-0B70-4DE6-8892-E38DE131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66B7E29D-015B-414E-8FF6-9C5AD379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7F43B45-5EFF-4732-808E-C044F440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F02BA66-3679-49F7-8FFA-64BBDB79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6D05F2AA-028C-4B96-B520-159FE6E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21218970-6273-480E-A755-6F1F2626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F73E63A-7432-478E-AF1B-C29049BE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13AF669D-3476-4014-A094-62AB66C6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CE93591-9C00-4D66-9276-D3C9C254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2D67306F-6027-451F-BA1A-84260EDA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14131A7D-A76F-45E9-9A12-7BBEB29B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7D4E972F-6674-4910-9EC7-458501A1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108D7F7-0DB4-4E68-A0CF-0CE5A120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AA4C54BE-659D-4086-B3C9-BD7B5EC8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1A9505E-A666-404E-A85A-CC535546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04229259-4FC9-41E3-8730-E61F8C70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07EF7196-991C-4B3C-AB57-650957C4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5123132B-29E3-4210-8609-61AF61FE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7D22DDBB-E922-4B19-9AF0-30FE267B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a93ca595a44af"/>
          <a:srcRect xmlns:a="http://schemas.openxmlformats.org/drawingml/2006/main" l="-7667" t="-8148" r="-7667" b="-8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4A71FDCC-8C75-45FB-B837-0689793F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ED8BC7C1-8A0F-43F2-AAF1-78D295AA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通过“提领 / 不提领”双视角，兼顾教育金和长期现金流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3722700F-637C-4EEE-AF94-D42AC457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8CC831A7-1863-4A32-A578-C7658F58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7518901aa4bee"/>
          <a:srcRect xmlns:a="http://schemas.openxmlformats.org/drawingml/2006/main" l="21519" t="0" r="215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27BEEE99-5ABE-4EB7-AF5A-813E3A74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77A4276D-FE5A-4BA2-B257-06F2882F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关键数字均可回溯到官方计划书对应年度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4B861468-A1F0-4797-8E8B-9906334D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FEA4AE37-D058-466C-8E52-02ACBD3C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7518901aa4bee"/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A4855FF9-1D59-4AD1-A80E-3DAF3ED7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BEA768D6-35F4-468B-BF37-B2FB76FE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每季度全面评估您的资产配置、风险敞口与收益表现，动态调整策略，确保财富组合始终处于最优运行状态。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F4F81853-D8AC-4280-8AAF-06B3383F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BEE30EAD-F0CE-475B-BDC9-4FC1EE6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7518901aa4bee"/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294A6FEF-0E6D-4E39-94FA-C07E3F25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9848ED07-0258-4F1D-835F-B8C21E86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19511031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96CEE42-332E-4E40-AC68-F84607CD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ED29B9F-ED51-4884-B3BA-71D24451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AAE431B-913E-4C12-BA57-18D0112A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感谢聆听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D8E3A0C3-F6F5-4565-A098-C5382C6D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F0D7953-F832-4207-B777-0175B0EB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44B42BA-89C4-4D4A-A74D-67167F0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847F50CD-D6C8-418E-86AE-07DE4E8D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057D38F-49B5-4F7E-8303-6A774015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1768737-04B9-475C-864A-9881CD38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2E37B522-FCFB-435B-84B6-24AC64E9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57E2497-1C7F-41F9-A242-79003C35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1799013-37FB-485E-8ED2-FCBF321D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E60A757-2C90-4989-B900-56361EC2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ACB490E3-7D5C-4EA4-9864-B794084E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397eb07b14e7d">
            <a:extLst>
              <a:ext uri="{96DAC541-7B7A-43D3-8B79-37D633B846F1}">
                <asvg:svgBlip xmlns:asvg="http://schemas.microsoft.com/office/drawing/2016/SVG/main" r:embed="Re9196a79dc6a4d09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3FFE92C-3B7F-4C44-96D6-A00F430B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FBCBA2DA-FFF2-4B72-BD81-737995E8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如需调整提领节奏，可基于同一模型自动重算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69A26CF8-6ECC-4C1B-8C7E-002DACEC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71018F88-D10B-49C2-913F-D72046A0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bc54a7dfb4633">
            <a:extLst>
              <a:ext uri="{96DAC541-7B7A-43D3-8B79-37D633B846F1}">
                <asvg:svgBlip xmlns:asvg="http://schemas.microsoft.com/office/drawing/2016/SVG/main" r:embed="Reee31f75ca0f4d9d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437C29FB-33F2-4B4D-81E5-D3ED13B7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511B8BF9-592C-4D24-82C1-12506FB2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8FA1A2C4-4B43-42BB-BF84-7E885FC7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CC24EAFB-1C19-4BAA-84BA-3AF50E3C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b5293e0384ae8">
            <a:extLst>
              <a:ext uri="{96DAC541-7B7A-43D3-8B79-37D633B846F1}">
                <asvg:svgBlip xmlns:asvg="http://schemas.microsoft.com/office/drawing/2016/SVG/main" r:embed="R462e66ce885041b8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114CCE84-7C80-4A07-B458-5E1C5A88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6692355-1897-44E4-9745-D1AA636E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C42F74E9-5FE4-4E6A-A3C0-1A9AA800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F37A3843-AC86-4924-B645-016A4497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27122bcd545aa">
            <a:extLst>
              <a:ext uri="{96DAC541-7B7A-43D3-8B79-37D633B846F1}">
                <asvg:svgBlip xmlns:asvg="http://schemas.microsoft.com/office/drawing/2016/SVG/main" r:embed="R8217e3e09b8749c7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79BC2589-89CD-4F76-9BD8-CC3EC463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B02DD37-2E74-444A-B896-69CEA87B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以客户利益为核心，以专业能力为基石，以长期陪伴为承诺</a:t>
            </a:r>
          </a:p>
        </p:txBody>
      </p:sp>
    </p:spTree>
    <p:extLst>
      <p:ext uri="{BB962C8B-B14F-4D97-AF65-F5344CB8AC3E}">
        <p14:creationId xmlns:p14="http://schemas.microsoft.com/office/powerpoint/2010/main" val="12440355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2026-06-08T04:44:49.4850000Z</dcterms:created>
  <dcterms:modified xsi:type="dcterms:W3CDTF">2026-06-08T04:44:49.4850000Z</dcterms:modified>
</coreProperties>
</file>